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1" r:id="rId1"/>
  </p:sldMasterIdLst>
  <p:notesMasterIdLst>
    <p:notesMasterId r:id="rId12"/>
  </p:notesMasterIdLst>
  <p:handoutMasterIdLst>
    <p:handoutMasterId r:id="rId13"/>
  </p:handoutMasterIdLst>
  <p:sldIdLst>
    <p:sldId id="287" r:id="rId2"/>
    <p:sldId id="320" r:id="rId3"/>
    <p:sldId id="290" r:id="rId4"/>
    <p:sldId id="292" r:id="rId5"/>
    <p:sldId id="289" r:id="rId6"/>
    <p:sldId id="322" r:id="rId7"/>
    <p:sldId id="303" r:id="rId8"/>
    <p:sldId id="321" r:id="rId9"/>
    <p:sldId id="291" r:id="rId10"/>
    <p:sldId id="299" r:id="rId11"/>
  </p:sldIdLst>
  <p:sldSz cx="12192000" cy="6858000"/>
  <p:notesSz cx="6858000" cy="9144000"/>
  <p:embeddedFontLst>
    <p:embeddedFont>
      <p:font typeface="Arial Black" panose="020B0A04020102020204" pitchFamily="34" charset="0"/>
      <p:bold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Racing Sans One" panose="020B0604020202020204" charset="0"/>
      <p:regular r:id="rId19"/>
    </p:embeddedFont>
    <p:embeddedFont>
      <p:font typeface="Questrial" panose="020B0604020202020204" charset="-18"/>
      <p:regular r:id="rId20"/>
    </p:embeddedFont>
  </p:embeddedFontLst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1111"/>
    <a:srgbClr val="002D4D"/>
    <a:srgbClr val="004474"/>
    <a:srgbClr val="005A9A"/>
    <a:srgbClr val="338DCD"/>
    <a:srgbClr val="004373"/>
    <a:srgbClr val="2276CA"/>
    <a:srgbClr val="005490"/>
    <a:srgbClr val="2276C9"/>
    <a:srgbClr val="E9E9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55" autoAdjust="0"/>
    <p:restoredTop sz="92679" autoAdjust="0"/>
  </p:normalViewPr>
  <p:slideViewPr>
    <p:cSldViewPr snapToGrid="0">
      <p:cViewPr varScale="1">
        <p:scale>
          <a:sx n="114" d="100"/>
          <a:sy n="114" d="100"/>
        </p:scale>
        <p:origin x="66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202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11BAF1E-789A-C44F-1D24-BC13220383F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089BF0-A11D-6DCB-3539-72CA15FA71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90C23A-AFE3-4F4D-A16D-CA5612962405}" type="datetimeFigureOut">
              <a:rPr lang="en-VI" smtClean="0"/>
              <a:t>05/11/2026</a:t>
            </a:fld>
            <a:endParaRPr lang="en-V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AF95F9-B60F-3410-466D-674DEAB907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A30CB3-9645-8915-3EBA-80D035477DF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FEB2A6-CE42-41B9-B44F-0E957B0AA1E0}" type="slidenum">
              <a:rPr lang="en-VI" smtClean="0"/>
              <a:t>‹#›</a:t>
            </a:fld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7081571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B14EC2-1152-407F-AEDB-7D908C758EE3}" type="datetimeFigureOut">
              <a:rPr lang="hu-HU" smtClean="0"/>
              <a:t>2026. 05. 11.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4C6B9C-282A-4F66-88A5-119A8E0ED47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53265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6F7A7A-D68C-4A7F-B7BA-3428EA0F4B54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1383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1_rac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964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1_race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6B2F2EF-5396-3B59-0D61-0373700AEC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1504" t="23573" r="11504" b="17150"/>
          <a:stretch/>
        </p:blipFill>
        <p:spPr>
          <a:xfrm>
            <a:off x="1" y="0"/>
            <a:ext cx="12191999" cy="5275386"/>
          </a:xfrm>
          <a:custGeom>
            <a:avLst/>
            <a:gdLst>
              <a:gd name="connsiteX0" fmla="*/ 0 w 12191999"/>
              <a:gd name="connsiteY0" fmla="*/ 0 h 5275386"/>
              <a:gd name="connsiteX1" fmla="*/ 12191999 w 12191999"/>
              <a:gd name="connsiteY1" fmla="*/ 0 h 5275386"/>
              <a:gd name="connsiteX2" fmla="*/ 12191999 w 12191999"/>
              <a:gd name="connsiteY2" fmla="*/ 5275386 h 5275386"/>
              <a:gd name="connsiteX3" fmla="*/ 0 w 12191999"/>
              <a:gd name="connsiteY3" fmla="*/ 5275386 h 5275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5275386">
                <a:moveTo>
                  <a:pt x="0" y="0"/>
                </a:moveTo>
                <a:lnTo>
                  <a:pt x="12191999" y="0"/>
                </a:lnTo>
                <a:lnTo>
                  <a:pt x="12191999" y="5275386"/>
                </a:lnTo>
                <a:lnTo>
                  <a:pt x="0" y="5275386"/>
                </a:lnTo>
                <a:close/>
              </a:path>
            </a:pathLst>
          </a:cu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2E997F0-C1F3-24EF-ECAA-B497F6508C95}"/>
              </a:ext>
            </a:extLst>
          </p:cNvPr>
          <p:cNvSpPr/>
          <p:nvPr userDrawn="1"/>
        </p:nvSpPr>
        <p:spPr bwMode="auto">
          <a:xfrm>
            <a:off x="1" y="0"/>
            <a:ext cx="12191998" cy="5275385"/>
          </a:xfrm>
          <a:prstGeom prst="rect">
            <a:avLst/>
          </a:prstGeom>
          <a:solidFill>
            <a:schemeClr val="accent3">
              <a:alpha val="6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VI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427B994-C30A-A621-54D5-CAD858E54DAC}"/>
              </a:ext>
            </a:extLst>
          </p:cNvPr>
          <p:cNvGrpSpPr/>
          <p:nvPr userDrawn="1"/>
        </p:nvGrpSpPr>
        <p:grpSpPr>
          <a:xfrm>
            <a:off x="11586518" y="8745"/>
            <a:ext cx="530469" cy="4687845"/>
            <a:chOff x="830900" y="904307"/>
            <a:chExt cx="966115" cy="5681437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1F32E38-2003-C9CB-EDE9-48270306B42D}"/>
                </a:ext>
              </a:extLst>
            </p:cNvPr>
            <p:cNvSpPr/>
            <p:nvPr/>
          </p:nvSpPr>
          <p:spPr bwMode="auto">
            <a:xfrm>
              <a:off x="830900" y="904307"/>
              <a:ext cx="242525" cy="56814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VI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F294B80-B533-583A-A809-CBA4FC82D2A3}"/>
                </a:ext>
              </a:extLst>
            </p:cNvPr>
            <p:cNvSpPr/>
            <p:nvPr/>
          </p:nvSpPr>
          <p:spPr bwMode="auto">
            <a:xfrm>
              <a:off x="1192695" y="904307"/>
              <a:ext cx="242525" cy="568143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VI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D286531-E127-1A48-4548-056095A3EA86}"/>
                </a:ext>
              </a:extLst>
            </p:cNvPr>
            <p:cNvSpPr/>
            <p:nvPr/>
          </p:nvSpPr>
          <p:spPr bwMode="auto">
            <a:xfrm>
              <a:off x="1554490" y="904307"/>
              <a:ext cx="242525" cy="56814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VI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A749D3B-E67E-2297-3F24-CC5522DC1497}"/>
              </a:ext>
            </a:extLst>
          </p:cNvPr>
          <p:cNvGrpSpPr/>
          <p:nvPr userDrawn="1"/>
        </p:nvGrpSpPr>
        <p:grpSpPr>
          <a:xfrm>
            <a:off x="-1" y="4698189"/>
            <a:ext cx="12191999" cy="555781"/>
            <a:chOff x="0" y="4194322"/>
            <a:chExt cx="9205985" cy="419661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67B3DA9-2CF2-6E56-9D8F-E44B9A4F7D08}"/>
                </a:ext>
              </a:extLst>
            </p:cNvPr>
            <p:cNvGrpSpPr/>
            <p:nvPr/>
          </p:nvGrpSpPr>
          <p:grpSpPr>
            <a:xfrm rot="5400000">
              <a:off x="3243017" y="952512"/>
              <a:ext cx="418454" cy="6904488"/>
              <a:chOff x="7708" y="-3748"/>
              <a:chExt cx="418454" cy="6904488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149931C5-3F83-9D18-5971-C4790A2EC8AB}"/>
                  </a:ext>
                </a:extLst>
              </p:cNvPr>
              <p:cNvGrpSpPr/>
              <p:nvPr/>
            </p:nvGrpSpPr>
            <p:grpSpPr>
              <a:xfrm>
                <a:off x="7708" y="-3748"/>
                <a:ext cx="418454" cy="2301496"/>
                <a:chOff x="1499616" y="987552"/>
                <a:chExt cx="950976" cy="5230368"/>
              </a:xfrm>
            </p:grpSpPr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2B791DAB-B5C7-8AE6-4AE6-D61E4189265C}"/>
                    </a:ext>
                  </a:extLst>
                </p:cNvPr>
                <p:cNvSpPr/>
                <p:nvPr/>
              </p:nvSpPr>
              <p:spPr bwMode="auto">
                <a:xfrm>
                  <a:off x="1499616" y="987552"/>
                  <a:ext cx="950976" cy="5230368"/>
                </a:xfrm>
                <a:custGeom>
                  <a:avLst/>
                  <a:gdLst>
                    <a:gd name="connsiteX0" fmla="*/ 0 w 950976"/>
                    <a:gd name="connsiteY0" fmla="*/ 4754880 h 5230368"/>
                    <a:gd name="connsiteX1" fmla="*/ 475488 w 950976"/>
                    <a:gd name="connsiteY1" fmla="*/ 4754880 h 5230368"/>
                    <a:gd name="connsiteX2" fmla="*/ 475488 w 950976"/>
                    <a:gd name="connsiteY2" fmla="*/ 5230368 h 5230368"/>
                    <a:gd name="connsiteX3" fmla="*/ 0 w 950976"/>
                    <a:gd name="connsiteY3" fmla="*/ 5230368 h 5230368"/>
                    <a:gd name="connsiteX4" fmla="*/ 475488 w 950976"/>
                    <a:gd name="connsiteY4" fmla="*/ 4279392 h 5230368"/>
                    <a:gd name="connsiteX5" fmla="*/ 950976 w 950976"/>
                    <a:gd name="connsiteY5" fmla="*/ 4279392 h 5230368"/>
                    <a:gd name="connsiteX6" fmla="*/ 950976 w 950976"/>
                    <a:gd name="connsiteY6" fmla="*/ 4754880 h 5230368"/>
                    <a:gd name="connsiteX7" fmla="*/ 475488 w 950976"/>
                    <a:gd name="connsiteY7" fmla="*/ 4754880 h 5230368"/>
                    <a:gd name="connsiteX8" fmla="*/ 0 w 950976"/>
                    <a:gd name="connsiteY8" fmla="*/ 3803904 h 5230368"/>
                    <a:gd name="connsiteX9" fmla="*/ 475488 w 950976"/>
                    <a:gd name="connsiteY9" fmla="*/ 3803904 h 5230368"/>
                    <a:gd name="connsiteX10" fmla="*/ 475488 w 950976"/>
                    <a:gd name="connsiteY10" fmla="*/ 4279392 h 5230368"/>
                    <a:gd name="connsiteX11" fmla="*/ 0 w 950976"/>
                    <a:gd name="connsiteY11" fmla="*/ 4279392 h 5230368"/>
                    <a:gd name="connsiteX12" fmla="*/ 475488 w 950976"/>
                    <a:gd name="connsiteY12" fmla="*/ 3328416 h 5230368"/>
                    <a:gd name="connsiteX13" fmla="*/ 950976 w 950976"/>
                    <a:gd name="connsiteY13" fmla="*/ 3328416 h 5230368"/>
                    <a:gd name="connsiteX14" fmla="*/ 950976 w 950976"/>
                    <a:gd name="connsiteY14" fmla="*/ 3803904 h 5230368"/>
                    <a:gd name="connsiteX15" fmla="*/ 475488 w 950976"/>
                    <a:gd name="connsiteY15" fmla="*/ 3803904 h 5230368"/>
                    <a:gd name="connsiteX16" fmla="*/ 0 w 950976"/>
                    <a:gd name="connsiteY16" fmla="*/ 2852928 h 5230368"/>
                    <a:gd name="connsiteX17" fmla="*/ 475488 w 950976"/>
                    <a:gd name="connsiteY17" fmla="*/ 2852928 h 5230368"/>
                    <a:gd name="connsiteX18" fmla="*/ 475488 w 950976"/>
                    <a:gd name="connsiteY18" fmla="*/ 3328416 h 5230368"/>
                    <a:gd name="connsiteX19" fmla="*/ 0 w 950976"/>
                    <a:gd name="connsiteY19" fmla="*/ 3328416 h 5230368"/>
                    <a:gd name="connsiteX20" fmla="*/ 475488 w 950976"/>
                    <a:gd name="connsiteY20" fmla="*/ 2377440 h 5230368"/>
                    <a:gd name="connsiteX21" fmla="*/ 950976 w 950976"/>
                    <a:gd name="connsiteY21" fmla="*/ 2377440 h 5230368"/>
                    <a:gd name="connsiteX22" fmla="*/ 950976 w 950976"/>
                    <a:gd name="connsiteY22" fmla="*/ 2852928 h 5230368"/>
                    <a:gd name="connsiteX23" fmla="*/ 475488 w 950976"/>
                    <a:gd name="connsiteY23" fmla="*/ 2852928 h 5230368"/>
                    <a:gd name="connsiteX24" fmla="*/ 0 w 950976"/>
                    <a:gd name="connsiteY24" fmla="*/ 1901952 h 5230368"/>
                    <a:gd name="connsiteX25" fmla="*/ 475488 w 950976"/>
                    <a:gd name="connsiteY25" fmla="*/ 1901952 h 5230368"/>
                    <a:gd name="connsiteX26" fmla="*/ 475488 w 950976"/>
                    <a:gd name="connsiteY26" fmla="*/ 2377440 h 5230368"/>
                    <a:gd name="connsiteX27" fmla="*/ 0 w 950976"/>
                    <a:gd name="connsiteY27" fmla="*/ 2377440 h 5230368"/>
                    <a:gd name="connsiteX28" fmla="*/ 475488 w 950976"/>
                    <a:gd name="connsiteY28" fmla="*/ 1426464 h 5230368"/>
                    <a:gd name="connsiteX29" fmla="*/ 950976 w 950976"/>
                    <a:gd name="connsiteY29" fmla="*/ 1426464 h 5230368"/>
                    <a:gd name="connsiteX30" fmla="*/ 950976 w 950976"/>
                    <a:gd name="connsiteY30" fmla="*/ 1901952 h 5230368"/>
                    <a:gd name="connsiteX31" fmla="*/ 475488 w 950976"/>
                    <a:gd name="connsiteY31" fmla="*/ 1901952 h 5230368"/>
                    <a:gd name="connsiteX32" fmla="*/ 0 w 950976"/>
                    <a:gd name="connsiteY32" fmla="*/ 950976 h 5230368"/>
                    <a:gd name="connsiteX33" fmla="*/ 475488 w 950976"/>
                    <a:gd name="connsiteY33" fmla="*/ 950976 h 5230368"/>
                    <a:gd name="connsiteX34" fmla="*/ 475488 w 950976"/>
                    <a:gd name="connsiteY34" fmla="*/ 1426464 h 5230368"/>
                    <a:gd name="connsiteX35" fmla="*/ 0 w 950976"/>
                    <a:gd name="connsiteY35" fmla="*/ 1426464 h 5230368"/>
                    <a:gd name="connsiteX36" fmla="*/ 475488 w 950976"/>
                    <a:gd name="connsiteY36" fmla="*/ 475488 h 5230368"/>
                    <a:gd name="connsiteX37" fmla="*/ 950976 w 950976"/>
                    <a:gd name="connsiteY37" fmla="*/ 475488 h 5230368"/>
                    <a:gd name="connsiteX38" fmla="*/ 950976 w 950976"/>
                    <a:gd name="connsiteY38" fmla="*/ 950976 h 5230368"/>
                    <a:gd name="connsiteX39" fmla="*/ 475488 w 950976"/>
                    <a:gd name="connsiteY39" fmla="*/ 950976 h 5230368"/>
                    <a:gd name="connsiteX40" fmla="*/ 0 w 950976"/>
                    <a:gd name="connsiteY40" fmla="*/ 0 h 5230368"/>
                    <a:gd name="connsiteX41" fmla="*/ 475488 w 950976"/>
                    <a:gd name="connsiteY41" fmla="*/ 0 h 5230368"/>
                    <a:gd name="connsiteX42" fmla="*/ 475488 w 950976"/>
                    <a:gd name="connsiteY42" fmla="*/ 475488 h 5230368"/>
                    <a:gd name="connsiteX43" fmla="*/ 0 w 950976"/>
                    <a:gd name="connsiteY43" fmla="*/ 475488 h 523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8">
                      <a:moveTo>
                        <a:pt x="0" y="4754880"/>
                      </a:moveTo>
                      <a:lnTo>
                        <a:pt x="475488" y="4754880"/>
                      </a:lnTo>
                      <a:lnTo>
                        <a:pt x="475488" y="5230368"/>
                      </a:lnTo>
                      <a:lnTo>
                        <a:pt x="0" y="5230368"/>
                      </a:lnTo>
                      <a:close/>
                      <a:moveTo>
                        <a:pt x="475488" y="4279392"/>
                      </a:moveTo>
                      <a:lnTo>
                        <a:pt x="950976" y="4279392"/>
                      </a:lnTo>
                      <a:lnTo>
                        <a:pt x="950976" y="4754880"/>
                      </a:lnTo>
                      <a:lnTo>
                        <a:pt x="475488" y="4754880"/>
                      </a:lnTo>
                      <a:close/>
                      <a:moveTo>
                        <a:pt x="0" y="3803904"/>
                      </a:moveTo>
                      <a:lnTo>
                        <a:pt x="475488" y="3803904"/>
                      </a:lnTo>
                      <a:lnTo>
                        <a:pt x="475488" y="4279392"/>
                      </a:lnTo>
                      <a:lnTo>
                        <a:pt x="0" y="4279392"/>
                      </a:lnTo>
                      <a:close/>
                      <a:moveTo>
                        <a:pt x="475488" y="3328416"/>
                      </a:moveTo>
                      <a:lnTo>
                        <a:pt x="950976" y="3328416"/>
                      </a:lnTo>
                      <a:lnTo>
                        <a:pt x="950976" y="3803904"/>
                      </a:lnTo>
                      <a:lnTo>
                        <a:pt x="475488" y="3803904"/>
                      </a:lnTo>
                      <a:close/>
                      <a:moveTo>
                        <a:pt x="0" y="2852928"/>
                      </a:moveTo>
                      <a:lnTo>
                        <a:pt x="475488" y="2852928"/>
                      </a:lnTo>
                      <a:lnTo>
                        <a:pt x="475488" y="3328416"/>
                      </a:lnTo>
                      <a:lnTo>
                        <a:pt x="0" y="3328416"/>
                      </a:lnTo>
                      <a:close/>
                      <a:moveTo>
                        <a:pt x="475488" y="2377440"/>
                      </a:moveTo>
                      <a:lnTo>
                        <a:pt x="950976" y="2377440"/>
                      </a:lnTo>
                      <a:lnTo>
                        <a:pt x="950976" y="2852928"/>
                      </a:lnTo>
                      <a:lnTo>
                        <a:pt x="475488" y="2852928"/>
                      </a:lnTo>
                      <a:close/>
                      <a:moveTo>
                        <a:pt x="0" y="1901952"/>
                      </a:moveTo>
                      <a:lnTo>
                        <a:pt x="475488" y="1901952"/>
                      </a:lnTo>
                      <a:lnTo>
                        <a:pt x="475488" y="2377440"/>
                      </a:lnTo>
                      <a:lnTo>
                        <a:pt x="0" y="2377440"/>
                      </a:lnTo>
                      <a:close/>
                      <a:moveTo>
                        <a:pt x="475488" y="1426464"/>
                      </a:moveTo>
                      <a:lnTo>
                        <a:pt x="950976" y="1426464"/>
                      </a:lnTo>
                      <a:lnTo>
                        <a:pt x="950976" y="1901952"/>
                      </a:lnTo>
                      <a:lnTo>
                        <a:pt x="475488" y="1901952"/>
                      </a:lnTo>
                      <a:close/>
                      <a:moveTo>
                        <a:pt x="0" y="950976"/>
                      </a:moveTo>
                      <a:lnTo>
                        <a:pt x="475488" y="950976"/>
                      </a:lnTo>
                      <a:lnTo>
                        <a:pt x="475488" y="1426464"/>
                      </a:lnTo>
                      <a:lnTo>
                        <a:pt x="0" y="1426464"/>
                      </a:lnTo>
                      <a:close/>
                      <a:moveTo>
                        <a:pt x="475488" y="475488"/>
                      </a:moveTo>
                      <a:lnTo>
                        <a:pt x="950976" y="475488"/>
                      </a:lnTo>
                      <a:lnTo>
                        <a:pt x="950976" y="950976"/>
                      </a:lnTo>
                      <a:lnTo>
                        <a:pt x="475488" y="950976"/>
                      </a:lnTo>
                      <a:close/>
                      <a:moveTo>
                        <a:pt x="0" y="0"/>
                      </a:moveTo>
                      <a:lnTo>
                        <a:pt x="475488" y="0"/>
                      </a:lnTo>
                      <a:lnTo>
                        <a:pt x="475488" y="475488"/>
                      </a:lnTo>
                      <a:lnTo>
                        <a:pt x="0" y="4754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23B4BE54-19D9-81C0-6676-A8F55224F7B8}"/>
                    </a:ext>
                  </a:extLst>
                </p:cNvPr>
                <p:cNvSpPr/>
                <p:nvPr/>
              </p:nvSpPr>
              <p:spPr bwMode="auto">
                <a:xfrm>
                  <a:off x="1499616" y="987553"/>
                  <a:ext cx="950976" cy="5230367"/>
                </a:xfrm>
                <a:custGeom>
                  <a:avLst/>
                  <a:gdLst>
                    <a:gd name="connsiteX0" fmla="*/ 475488 w 950976"/>
                    <a:gd name="connsiteY0" fmla="*/ 4754879 h 5230367"/>
                    <a:gd name="connsiteX1" fmla="*/ 950976 w 950976"/>
                    <a:gd name="connsiteY1" fmla="*/ 4754879 h 5230367"/>
                    <a:gd name="connsiteX2" fmla="*/ 950976 w 950976"/>
                    <a:gd name="connsiteY2" fmla="*/ 5230367 h 5230367"/>
                    <a:gd name="connsiteX3" fmla="*/ 475488 w 950976"/>
                    <a:gd name="connsiteY3" fmla="*/ 5230367 h 5230367"/>
                    <a:gd name="connsiteX4" fmla="*/ 0 w 950976"/>
                    <a:gd name="connsiteY4" fmla="*/ 4279391 h 5230367"/>
                    <a:gd name="connsiteX5" fmla="*/ 475488 w 950976"/>
                    <a:gd name="connsiteY5" fmla="*/ 4279391 h 5230367"/>
                    <a:gd name="connsiteX6" fmla="*/ 475488 w 950976"/>
                    <a:gd name="connsiteY6" fmla="*/ 4754879 h 5230367"/>
                    <a:gd name="connsiteX7" fmla="*/ 0 w 950976"/>
                    <a:gd name="connsiteY7" fmla="*/ 4754879 h 5230367"/>
                    <a:gd name="connsiteX8" fmla="*/ 475488 w 950976"/>
                    <a:gd name="connsiteY8" fmla="*/ 3803903 h 5230367"/>
                    <a:gd name="connsiteX9" fmla="*/ 950976 w 950976"/>
                    <a:gd name="connsiteY9" fmla="*/ 3803903 h 5230367"/>
                    <a:gd name="connsiteX10" fmla="*/ 950976 w 950976"/>
                    <a:gd name="connsiteY10" fmla="*/ 4279391 h 5230367"/>
                    <a:gd name="connsiteX11" fmla="*/ 475488 w 950976"/>
                    <a:gd name="connsiteY11" fmla="*/ 4279391 h 5230367"/>
                    <a:gd name="connsiteX12" fmla="*/ 0 w 950976"/>
                    <a:gd name="connsiteY12" fmla="*/ 3328415 h 5230367"/>
                    <a:gd name="connsiteX13" fmla="*/ 475488 w 950976"/>
                    <a:gd name="connsiteY13" fmla="*/ 3328415 h 5230367"/>
                    <a:gd name="connsiteX14" fmla="*/ 475488 w 950976"/>
                    <a:gd name="connsiteY14" fmla="*/ 3803903 h 5230367"/>
                    <a:gd name="connsiteX15" fmla="*/ 0 w 950976"/>
                    <a:gd name="connsiteY15" fmla="*/ 3803903 h 5230367"/>
                    <a:gd name="connsiteX16" fmla="*/ 475488 w 950976"/>
                    <a:gd name="connsiteY16" fmla="*/ 2852927 h 5230367"/>
                    <a:gd name="connsiteX17" fmla="*/ 950976 w 950976"/>
                    <a:gd name="connsiteY17" fmla="*/ 2852927 h 5230367"/>
                    <a:gd name="connsiteX18" fmla="*/ 950976 w 950976"/>
                    <a:gd name="connsiteY18" fmla="*/ 3328415 h 5230367"/>
                    <a:gd name="connsiteX19" fmla="*/ 475488 w 950976"/>
                    <a:gd name="connsiteY19" fmla="*/ 3328415 h 5230367"/>
                    <a:gd name="connsiteX20" fmla="*/ 0 w 950976"/>
                    <a:gd name="connsiteY20" fmla="*/ 2377439 h 5230367"/>
                    <a:gd name="connsiteX21" fmla="*/ 475488 w 950976"/>
                    <a:gd name="connsiteY21" fmla="*/ 2377439 h 5230367"/>
                    <a:gd name="connsiteX22" fmla="*/ 475488 w 950976"/>
                    <a:gd name="connsiteY22" fmla="*/ 2852927 h 5230367"/>
                    <a:gd name="connsiteX23" fmla="*/ 0 w 950976"/>
                    <a:gd name="connsiteY23" fmla="*/ 2852927 h 5230367"/>
                    <a:gd name="connsiteX24" fmla="*/ 475488 w 950976"/>
                    <a:gd name="connsiteY24" fmla="*/ 1901951 h 5230367"/>
                    <a:gd name="connsiteX25" fmla="*/ 950976 w 950976"/>
                    <a:gd name="connsiteY25" fmla="*/ 1901951 h 5230367"/>
                    <a:gd name="connsiteX26" fmla="*/ 950976 w 950976"/>
                    <a:gd name="connsiteY26" fmla="*/ 2377439 h 5230367"/>
                    <a:gd name="connsiteX27" fmla="*/ 475488 w 950976"/>
                    <a:gd name="connsiteY27" fmla="*/ 2377439 h 5230367"/>
                    <a:gd name="connsiteX28" fmla="*/ 0 w 950976"/>
                    <a:gd name="connsiteY28" fmla="*/ 1426463 h 5230367"/>
                    <a:gd name="connsiteX29" fmla="*/ 475488 w 950976"/>
                    <a:gd name="connsiteY29" fmla="*/ 1426463 h 5230367"/>
                    <a:gd name="connsiteX30" fmla="*/ 475488 w 950976"/>
                    <a:gd name="connsiteY30" fmla="*/ 1901951 h 5230367"/>
                    <a:gd name="connsiteX31" fmla="*/ 0 w 950976"/>
                    <a:gd name="connsiteY31" fmla="*/ 1901951 h 5230367"/>
                    <a:gd name="connsiteX32" fmla="*/ 475488 w 950976"/>
                    <a:gd name="connsiteY32" fmla="*/ 950976 h 5230367"/>
                    <a:gd name="connsiteX33" fmla="*/ 950976 w 950976"/>
                    <a:gd name="connsiteY33" fmla="*/ 950976 h 5230367"/>
                    <a:gd name="connsiteX34" fmla="*/ 950976 w 950976"/>
                    <a:gd name="connsiteY34" fmla="*/ 1426463 h 5230367"/>
                    <a:gd name="connsiteX35" fmla="*/ 475488 w 950976"/>
                    <a:gd name="connsiteY35" fmla="*/ 1426463 h 5230367"/>
                    <a:gd name="connsiteX36" fmla="*/ 0 w 950976"/>
                    <a:gd name="connsiteY36" fmla="*/ 475488 h 5230367"/>
                    <a:gd name="connsiteX37" fmla="*/ 475488 w 950976"/>
                    <a:gd name="connsiteY37" fmla="*/ 475488 h 5230367"/>
                    <a:gd name="connsiteX38" fmla="*/ 475488 w 950976"/>
                    <a:gd name="connsiteY38" fmla="*/ 950976 h 5230367"/>
                    <a:gd name="connsiteX39" fmla="*/ 0 w 950976"/>
                    <a:gd name="connsiteY39" fmla="*/ 950976 h 5230367"/>
                    <a:gd name="connsiteX40" fmla="*/ 475488 w 950976"/>
                    <a:gd name="connsiteY40" fmla="*/ 0 h 5230367"/>
                    <a:gd name="connsiteX41" fmla="*/ 950976 w 950976"/>
                    <a:gd name="connsiteY41" fmla="*/ 0 h 5230367"/>
                    <a:gd name="connsiteX42" fmla="*/ 950976 w 950976"/>
                    <a:gd name="connsiteY42" fmla="*/ 475488 h 5230367"/>
                    <a:gd name="connsiteX43" fmla="*/ 475488 w 950976"/>
                    <a:gd name="connsiteY43" fmla="*/ 475488 h 52303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7">
                      <a:moveTo>
                        <a:pt x="475488" y="4754879"/>
                      </a:moveTo>
                      <a:lnTo>
                        <a:pt x="950976" y="4754879"/>
                      </a:lnTo>
                      <a:lnTo>
                        <a:pt x="950976" y="5230367"/>
                      </a:lnTo>
                      <a:lnTo>
                        <a:pt x="475488" y="5230367"/>
                      </a:lnTo>
                      <a:close/>
                      <a:moveTo>
                        <a:pt x="0" y="4279391"/>
                      </a:moveTo>
                      <a:lnTo>
                        <a:pt x="475488" y="4279391"/>
                      </a:lnTo>
                      <a:lnTo>
                        <a:pt x="475488" y="4754879"/>
                      </a:lnTo>
                      <a:lnTo>
                        <a:pt x="0" y="4754879"/>
                      </a:lnTo>
                      <a:close/>
                      <a:moveTo>
                        <a:pt x="475488" y="3803903"/>
                      </a:moveTo>
                      <a:lnTo>
                        <a:pt x="950976" y="3803903"/>
                      </a:lnTo>
                      <a:lnTo>
                        <a:pt x="950976" y="4279391"/>
                      </a:lnTo>
                      <a:lnTo>
                        <a:pt x="475488" y="4279391"/>
                      </a:lnTo>
                      <a:close/>
                      <a:moveTo>
                        <a:pt x="0" y="3328415"/>
                      </a:moveTo>
                      <a:lnTo>
                        <a:pt x="475488" y="3328415"/>
                      </a:lnTo>
                      <a:lnTo>
                        <a:pt x="475488" y="3803903"/>
                      </a:lnTo>
                      <a:lnTo>
                        <a:pt x="0" y="3803903"/>
                      </a:lnTo>
                      <a:close/>
                      <a:moveTo>
                        <a:pt x="475488" y="2852927"/>
                      </a:moveTo>
                      <a:lnTo>
                        <a:pt x="950976" y="2852927"/>
                      </a:lnTo>
                      <a:lnTo>
                        <a:pt x="950976" y="3328415"/>
                      </a:lnTo>
                      <a:lnTo>
                        <a:pt x="475488" y="3328415"/>
                      </a:lnTo>
                      <a:close/>
                      <a:moveTo>
                        <a:pt x="0" y="2377439"/>
                      </a:moveTo>
                      <a:lnTo>
                        <a:pt x="475488" y="2377439"/>
                      </a:lnTo>
                      <a:lnTo>
                        <a:pt x="475488" y="2852927"/>
                      </a:lnTo>
                      <a:lnTo>
                        <a:pt x="0" y="2852927"/>
                      </a:lnTo>
                      <a:close/>
                      <a:moveTo>
                        <a:pt x="475488" y="1901951"/>
                      </a:moveTo>
                      <a:lnTo>
                        <a:pt x="950976" y="1901951"/>
                      </a:lnTo>
                      <a:lnTo>
                        <a:pt x="950976" y="2377439"/>
                      </a:lnTo>
                      <a:lnTo>
                        <a:pt x="475488" y="2377439"/>
                      </a:lnTo>
                      <a:close/>
                      <a:moveTo>
                        <a:pt x="0" y="1426463"/>
                      </a:moveTo>
                      <a:lnTo>
                        <a:pt x="475488" y="1426463"/>
                      </a:lnTo>
                      <a:lnTo>
                        <a:pt x="475488" y="1901951"/>
                      </a:lnTo>
                      <a:lnTo>
                        <a:pt x="0" y="1901951"/>
                      </a:lnTo>
                      <a:close/>
                      <a:moveTo>
                        <a:pt x="475488" y="950976"/>
                      </a:moveTo>
                      <a:lnTo>
                        <a:pt x="950976" y="950976"/>
                      </a:lnTo>
                      <a:lnTo>
                        <a:pt x="950976" y="1426463"/>
                      </a:lnTo>
                      <a:lnTo>
                        <a:pt x="475488" y="1426463"/>
                      </a:lnTo>
                      <a:close/>
                      <a:moveTo>
                        <a:pt x="0" y="475488"/>
                      </a:moveTo>
                      <a:lnTo>
                        <a:pt x="475488" y="475488"/>
                      </a:lnTo>
                      <a:lnTo>
                        <a:pt x="475488" y="950976"/>
                      </a:lnTo>
                      <a:lnTo>
                        <a:pt x="0" y="950976"/>
                      </a:lnTo>
                      <a:close/>
                      <a:moveTo>
                        <a:pt x="475488" y="0"/>
                      </a:moveTo>
                      <a:lnTo>
                        <a:pt x="950976" y="0"/>
                      </a:lnTo>
                      <a:lnTo>
                        <a:pt x="950976" y="475488"/>
                      </a:lnTo>
                      <a:lnTo>
                        <a:pt x="475488" y="47548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</p:grp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7E7C0524-ACF5-F63E-4FC8-DBB84FB1055A}"/>
                  </a:ext>
                </a:extLst>
              </p:cNvPr>
              <p:cNvGrpSpPr/>
              <p:nvPr/>
            </p:nvGrpSpPr>
            <p:grpSpPr>
              <a:xfrm flipH="1">
                <a:off x="7708" y="2297748"/>
                <a:ext cx="418454" cy="2301496"/>
                <a:chOff x="1499616" y="987552"/>
                <a:chExt cx="950976" cy="5230368"/>
              </a:xfrm>
            </p:grpSpPr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E5DC6048-05AE-656C-99FB-FD3899BDFABB}"/>
                    </a:ext>
                  </a:extLst>
                </p:cNvPr>
                <p:cNvSpPr/>
                <p:nvPr/>
              </p:nvSpPr>
              <p:spPr bwMode="auto">
                <a:xfrm>
                  <a:off x="1499616" y="987552"/>
                  <a:ext cx="950976" cy="5230368"/>
                </a:xfrm>
                <a:custGeom>
                  <a:avLst/>
                  <a:gdLst>
                    <a:gd name="connsiteX0" fmla="*/ 0 w 950976"/>
                    <a:gd name="connsiteY0" fmla="*/ 4754880 h 5230368"/>
                    <a:gd name="connsiteX1" fmla="*/ 475488 w 950976"/>
                    <a:gd name="connsiteY1" fmla="*/ 4754880 h 5230368"/>
                    <a:gd name="connsiteX2" fmla="*/ 475488 w 950976"/>
                    <a:gd name="connsiteY2" fmla="*/ 5230368 h 5230368"/>
                    <a:gd name="connsiteX3" fmla="*/ 0 w 950976"/>
                    <a:gd name="connsiteY3" fmla="*/ 5230368 h 5230368"/>
                    <a:gd name="connsiteX4" fmla="*/ 475488 w 950976"/>
                    <a:gd name="connsiteY4" fmla="*/ 4279392 h 5230368"/>
                    <a:gd name="connsiteX5" fmla="*/ 950976 w 950976"/>
                    <a:gd name="connsiteY5" fmla="*/ 4279392 h 5230368"/>
                    <a:gd name="connsiteX6" fmla="*/ 950976 w 950976"/>
                    <a:gd name="connsiteY6" fmla="*/ 4754880 h 5230368"/>
                    <a:gd name="connsiteX7" fmla="*/ 475488 w 950976"/>
                    <a:gd name="connsiteY7" fmla="*/ 4754880 h 5230368"/>
                    <a:gd name="connsiteX8" fmla="*/ 0 w 950976"/>
                    <a:gd name="connsiteY8" fmla="*/ 3803904 h 5230368"/>
                    <a:gd name="connsiteX9" fmla="*/ 475488 w 950976"/>
                    <a:gd name="connsiteY9" fmla="*/ 3803904 h 5230368"/>
                    <a:gd name="connsiteX10" fmla="*/ 475488 w 950976"/>
                    <a:gd name="connsiteY10" fmla="*/ 4279392 h 5230368"/>
                    <a:gd name="connsiteX11" fmla="*/ 0 w 950976"/>
                    <a:gd name="connsiteY11" fmla="*/ 4279392 h 5230368"/>
                    <a:gd name="connsiteX12" fmla="*/ 475488 w 950976"/>
                    <a:gd name="connsiteY12" fmla="*/ 3328416 h 5230368"/>
                    <a:gd name="connsiteX13" fmla="*/ 950976 w 950976"/>
                    <a:gd name="connsiteY13" fmla="*/ 3328416 h 5230368"/>
                    <a:gd name="connsiteX14" fmla="*/ 950976 w 950976"/>
                    <a:gd name="connsiteY14" fmla="*/ 3803904 h 5230368"/>
                    <a:gd name="connsiteX15" fmla="*/ 475488 w 950976"/>
                    <a:gd name="connsiteY15" fmla="*/ 3803904 h 5230368"/>
                    <a:gd name="connsiteX16" fmla="*/ 0 w 950976"/>
                    <a:gd name="connsiteY16" fmla="*/ 2852928 h 5230368"/>
                    <a:gd name="connsiteX17" fmla="*/ 475488 w 950976"/>
                    <a:gd name="connsiteY17" fmla="*/ 2852928 h 5230368"/>
                    <a:gd name="connsiteX18" fmla="*/ 475488 w 950976"/>
                    <a:gd name="connsiteY18" fmla="*/ 3328416 h 5230368"/>
                    <a:gd name="connsiteX19" fmla="*/ 0 w 950976"/>
                    <a:gd name="connsiteY19" fmla="*/ 3328416 h 5230368"/>
                    <a:gd name="connsiteX20" fmla="*/ 475488 w 950976"/>
                    <a:gd name="connsiteY20" fmla="*/ 2377440 h 5230368"/>
                    <a:gd name="connsiteX21" fmla="*/ 950976 w 950976"/>
                    <a:gd name="connsiteY21" fmla="*/ 2377440 h 5230368"/>
                    <a:gd name="connsiteX22" fmla="*/ 950976 w 950976"/>
                    <a:gd name="connsiteY22" fmla="*/ 2852928 h 5230368"/>
                    <a:gd name="connsiteX23" fmla="*/ 475488 w 950976"/>
                    <a:gd name="connsiteY23" fmla="*/ 2852928 h 5230368"/>
                    <a:gd name="connsiteX24" fmla="*/ 0 w 950976"/>
                    <a:gd name="connsiteY24" fmla="*/ 1901952 h 5230368"/>
                    <a:gd name="connsiteX25" fmla="*/ 475488 w 950976"/>
                    <a:gd name="connsiteY25" fmla="*/ 1901952 h 5230368"/>
                    <a:gd name="connsiteX26" fmla="*/ 475488 w 950976"/>
                    <a:gd name="connsiteY26" fmla="*/ 2377440 h 5230368"/>
                    <a:gd name="connsiteX27" fmla="*/ 0 w 950976"/>
                    <a:gd name="connsiteY27" fmla="*/ 2377440 h 5230368"/>
                    <a:gd name="connsiteX28" fmla="*/ 475488 w 950976"/>
                    <a:gd name="connsiteY28" fmla="*/ 1426464 h 5230368"/>
                    <a:gd name="connsiteX29" fmla="*/ 950976 w 950976"/>
                    <a:gd name="connsiteY29" fmla="*/ 1426464 h 5230368"/>
                    <a:gd name="connsiteX30" fmla="*/ 950976 w 950976"/>
                    <a:gd name="connsiteY30" fmla="*/ 1901952 h 5230368"/>
                    <a:gd name="connsiteX31" fmla="*/ 475488 w 950976"/>
                    <a:gd name="connsiteY31" fmla="*/ 1901952 h 5230368"/>
                    <a:gd name="connsiteX32" fmla="*/ 0 w 950976"/>
                    <a:gd name="connsiteY32" fmla="*/ 950976 h 5230368"/>
                    <a:gd name="connsiteX33" fmla="*/ 475488 w 950976"/>
                    <a:gd name="connsiteY33" fmla="*/ 950976 h 5230368"/>
                    <a:gd name="connsiteX34" fmla="*/ 475488 w 950976"/>
                    <a:gd name="connsiteY34" fmla="*/ 1426464 h 5230368"/>
                    <a:gd name="connsiteX35" fmla="*/ 0 w 950976"/>
                    <a:gd name="connsiteY35" fmla="*/ 1426464 h 5230368"/>
                    <a:gd name="connsiteX36" fmla="*/ 475488 w 950976"/>
                    <a:gd name="connsiteY36" fmla="*/ 475488 h 5230368"/>
                    <a:gd name="connsiteX37" fmla="*/ 950976 w 950976"/>
                    <a:gd name="connsiteY37" fmla="*/ 475488 h 5230368"/>
                    <a:gd name="connsiteX38" fmla="*/ 950976 w 950976"/>
                    <a:gd name="connsiteY38" fmla="*/ 950976 h 5230368"/>
                    <a:gd name="connsiteX39" fmla="*/ 475488 w 950976"/>
                    <a:gd name="connsiteY39" fmla="*/ 950976 h 5230368"/>
                    <a:gd name="connsiteX40" fmla="*/ 0 w 950976"/>
                    <a:gd name="connsiteY40" fmla="*/ 0 h 5230368"/>
                    <a:gd name="connsiteX41" fmla="*/ 475488 w 950976"/>
                    <a:gd name="connsiteY41" fmla="*/ 0 h 5230368"/>
                    <a:gd name="connsiteX42" fmla="*/ 475488 w 950976"/>
                    <a:gd name="connsiteY42" fmla="*/ 475488 h 5230368"/>
                    <a:gd name="connsiteX43" fmla="*/ 0 w 950976"/>
                    <a:gd name="connsiteY43" fmla="*/ 475488 h 523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8">
                      <a:moveTo>
                        <a:pt x="0" y="4754880"/>
                      </a:moveTo>
                      <a:lnTo>
                        <a:pt x="475488" y="4754880"/>
                      </a:lnTo>
                      <a:lnTo>
                        <a:pt x="475488" y="5230368"/>
                      </a:lnTo>
                      <a:lnTo>
                        <a:pt x="0" y="5230368"/>
                      </a:lnTo>
                      <a:close/>
                      <a:moveTo>
                        <a:pt x="475488" y="4279392"/>
                      </a:moveTo>
                      <a:lnTo>
                        <a:pt x="950976" y="4279392"/>
                      </a:lnTo>
                      <a:lnTo>
                        <a:pt x="950976" y="4754880"/>
                      </a:lnTo>
                      <a:lnTo>
                        <a:pt x="475488" y="4754880"/>
                      </a:lnTo>
                      <a:close/>
                      <a:moveTo>
                        <a:pt x="0" y="3803904"/>
                      </a:moveTo>
                      <a:lnTo>
                        <a:pt x="475488" y="3803904"/>
                      </a:lnTo>
                      <a:lnTo>
                        <a:pt x="475488" y="4279392"/>
                      </a:lnTo>
                      <a:lnTo>
                        <a:pt x="0" y="4279392"/>
                      </a:lnTo>
                      <a:close/>
                      <a:moveTo>
                        <a:pt x="475488" y="3328416"/>
                      </a:moveTo>
                      <a:lnTo>
                        <a:pt x="950976" y="3328416"/>
                      </a:lnTo>
                      <a:lnTo>
                        <a:pt x="950976" y="3803904"/>
                      </a:lnTo>
                      <a:lnTo>
                        <a:pt x="475488" y="3803904"/>
                      </a:lnTo>
                      <a:close/>
                      <a:moveTo>
                        <a:pt x="0" y="2852928"/>
                      </a:moveTo>
                      <a:lnTo>
                        <a:pt x="475488" y="2852928"/>
                      </a:lnTo>
                      <a:lnTo>
                        <a:pt x="475488" y="3328416"/>
                      </a:lnTo>
                      <a:lnTo>
                        <a:pt x="0" y="3328416"/>
                      </a:lnTo>
                      <a:close/>
                      <a:moveTo>
                        <a:pt x="475488" y="2377440"/>
                      </a:moveTo>
                      <a:lnTo>
                        <a:pt x="950976" y="2377440"/>
                      </a:lnTo>
                      <a:lnTo>
                        <a:pt x="950976" y="2852928"/>
                      </a:lnTo>
                      <a:lnTo>
                        <a:pt x="475488" y="2852928"/>
                      </a:lnTo>
                      <a:close/>
                      <a:moveTo>
                        <a:pt x="0" y="1901952"/>
                      </a:moveTo>
                      <a:lnTo>
                        <a:pt x="475488" y="1901952"/>
                      </a:lnTo>
                      <a:lnTo>
                        <a:pt x="475488" y="2377440"/>
                      </a:lnTo>
                      <a:lnTo>
                        <a:pt x="0" y="2377440"/>
                      </a:lnTo>
                      <a:close/>
                      <a:moveTo>
                        <a:pt x="475488" y="1426464"/>
                      </a:moveTo>
                      <a:lnTo>
                        <a:pt x="950976" y="1426464"/>
                      </a:lnTo>
                      <a:lnTo>
                        <a:pt x="950976" y="1901952"/>
                      </a:lnTo>
                      <a:lnTo>
                        <a:pt x="475488" y="1901952"/>
                      </a:lnTo>
                      <a:close/>
                      <a:moveTo>
                        <a:pt x="0" y="950976"/>
                      </a:moveTo>
                      <a:lnTo>
                        <a:pt x="475488" y="950976"/>
                      </a:lnTo>
                      <a:lnTo>
                        <a:pt x="475488" y="1426464"/>
                      </a:lnTo>
                      <a:lnTo>
                        <a:pt x="0" y="1426464"/>
                      </a:lnTo>
                      <a:close/>
                      <a:moveTo>
                        <a:pt x="475488" y="475488"/>
                      </a:moveTo>
                      <a:lnTo>
                        <a:pt x="950976" y="475488"/>
                      </a:lnTo>
                      <a:lnTo>
                        <a:pt x="950976" y="950976"/>
                      </a:lnTo>
                      <a:lnTo>
                        <a:pt x="475488" y="950976"/>
                      </a:lnTo>
                      <a:close/>
                      <a:moveTo>
                        <a:pt x="0" y="0"/>
                      </a:moveTo>
                      <a:lnTo>
                        <a:pt x="475488" y="0"/>
                      </a:lnTo>
                      <a:lnTo>
                        <a:pt x="475488" y="475488"/>
                      </a:lnTo>
                      <a:lnTo>
                        <a:pt x="0" y="4754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5EAE2C01-E702-895A-97A3-0954D40161E0}"/>
                    </a:ext>
                  </a:extLst>
                </p:cNvPr>
                <p:cNvSpPr/>
                <p:nvPr/>
              </p:nvSpPr>
              <p:spPr bwMode="auto">
                <a:xfrm>
                  <a:off x="1499616" y="987553"/>
                  <a:ext cx="950976" cy="5230367"/>
                </a:xfrm>
                <a:custGeom>
                  <a:avLst/>
                  <a:gdLst>
                    <a:gd name="connsiteX0" fmla="*/ 475488 w 950976"/>
                    <a:gd name="connsiteY0" fmla="*/ 4754879 h 5230367"/>
                    <a:gd name="connsiteX1" fmla="*/ 950976 w 950976"/>
                    <a:gd name="connsiteY1" fmla="*/ 4754879 h 5230367"/>
                    <a:gd name="connsiteX2" fmla="*/ 950976 w 950976"/>
                    <a:gd name="connsiteY2" fmla="*/ 5230367 h 5230367"/>
                    <a:gd name="connsiteX3" fmla="*/ 475488 w 950976"/>
                    <a:gd name="connsiteY3" fmla="*/ 5230367 h 5230367"/>
                    <a:gd name="connsiteX4" fmla="*/ 0 w 950976"/>
                    <a:gd name="connsiteY4" fmla="*/ 4279391 h 5230367"/>
                    <a:gd name="connsiteX5" fmla="*/ 475488 w 950976"/>
                    <a:gd name="connsiteY5" fmla="*/ 4279391 h 5230367"/>
                    <a:gd name="connsiteX6" fmla="*/ 475488 w 950976"/>
                    <a:gd name="connsiteY6" fmla="*/ 4754879 h 5230367"/>
                    <a:gd name="connsiteX7" fmla="*/ 0 w 950976"/>
                    <a:gd name="connsiteY7" fmla="*/ 4754879 h 5230367"/>
                    <a:gd name="connsiteX8" fmla="*/ 475488 w 950976"/>
                    <a:gd name="connsiteY8" fmla="*/ 3803903 h 5230367"/>
                    <a:gd name="connsiteX9" fmla="*/ 950976 w 950976"/>
                    <a:gd name="connsiteY9" fmla="*/ 3803903 h 5230367"/>
                    <a:gd name="connsiteX10" fmla="*/ 950976 w 950976"/>
                    <a:gd name="connsiteY10" fmla="*/ 4279391 h 5230367"/>
                    <a:gd name="connsiteX11" fmla="*/ 475488 w 950976"/>
                    <a:gd name="connsiteY11" fmla="*/ 4279391 h 5230367"/>
                    <a:gd name="connsiteX12" fmla="*/ 0 w 950976"/>
                    <a:gd name="connsiteY12" fmla="*/ 3328415 h 5230367"/>
                    <a:gd name="connsiteX13" fmla="*/ 475488 w 950976"/>
                    <a:gd name="connsiteY13" fmla="*/ 3328415 h 5230367"/>
                    <a:gd name="connsiteX14" fmla="*/ 475488 w 950976"/>
                    <a:gd name="connsiteY14" fmla="*/ 3803903 h 5230367"/>
                    <a:gd name="connsiteX15" fmla="*/ 0 w 950976"/>
                    <a:gd name="connsiteY15" fmla="*/ 3803903 h 5230367"/>
                    <a:gd name="connsiteX16" fmla="*/ 475488 w 950976"/>
                    <a:gd name="connsiteY16" fmla="*/ 2852927 h 5230367"/>
                    <a:gd name="connsiteX17" fmla="*/ 950976 w 950976"/>
                    <a:gd name="connsiteY17" fmla="*/ 2852927 h 5230367"/>
                    <a:gd name="connsiteX18" fmla="*/ 950976 w 950976"/>
                    <a:gd name="connsiteY18" fmla="*/ 3328415 h 5230367"/>
                    <a:gd name="connsiteX19" fmla="*/ 475488 w 950976"/>
                    <a:gd name="connsiteY19" fmla="*/ 3328415 h 5230367"/>
                    <a:gd name="connsiteX20" fmla="*/ 0 w 950976"/>
                    <a:gd name="connsiteY20" fmla="*/ 2377439 h 5230367"/>
                    <a:gd name="connsiteX21" fmla="*/ 475488 w 950976"/>
                    <a:gd name="connsiteY21" fmla="*/ 2377439 h 5230367"/>
                    <a:gd name="connsiteX22" fmla="*/ 475488 w 950976"/>
                    <a:gd name="connsiteY22" fmla="*/ 2852927 h 5230367"/>
                    <a:gd name="connsiteX23" fmla="*/ 0 w 950976"/>
                    <a:gd name="connsiteY23" fmla="*/ 2852927 h 5230367"/>
                    <a:gd name="connsiteX24" fmla="*/ 475488 w 950976"/>
                    <a:gd name="connsiteY24" fmla="*/ 1901951 h 5230367"/>
                    <a:gd name="connsiteX25" fmla="*/ 950976 w 950976"/>
                    <a:gd name="connsiteY25" fmla="*/ 1901951 h 5230367"/>
                    <a:gd name="connsiteX26" fmla="*/ 950976 w 950976"/>
                    <a:gd name="connsiteY26" fmla="*/ 2377439 h 5230367"/>
                    <a:gd name="connsiteX27" fmla="*/ 475488 w 950976"/>
                    <a:gd name="connsiteY27" fmla="*/ 2377439 h 5230367"/>
                    <a:gd name="connsiteX28" fmla="*/ 0 w 950976"/>
                    <a:gd name="connsiteY28" fmla="*/ 1426463 h 5230367"/>
                    <a:gd name="connsiteX29" fmla="*/ 475488 w 950976"/>
                    <a:gd name="connsiteY29" fmla="*/ 1426463 h 5230367"/>
                    <a:gd name="connsiteX30" fmla="*/ 475488 w 950976"/>
                    <a:gd name="connsiteY30" fmla="*/ 1901951 h 5230367"/>
                    <a:gd name="connsiteX31" fmla="*/ 0 w 950976"/>
                    <a:gd name="connsiteY31" fmla="*/ 1901951 h 5230367"/>
                    <a:gd name="connsiteX32" fmla="*/ 475488 w 950976"/>
                    <a:gd name="connsiteY32" fmla="*/ 950976 h 5230367"/>
                    <a:gd name="connsiteX33" fmla="*/ 950976 w 950976"/>
                    <a:gd name="connsiteY33" fmla="*/ 950976 h 5230367"/>
                    <a:gd name="connsiteX34" fmla="*/ 950976 w 950976"/>
                    <a:gd name="connsiteY34" fmla="*/ 1426463 h 5230367"/>
                    <a:gd name="connsiteX35" fmla="*/ 475488 w 950976"/>
                    <a:gd name="connsiteY35" fmla="*/ 1426463 h 5230367"/>
                    <a:gd name="connsiteX36" fmla="*/ 0 w 950976"/>
                    <a:gd name="connsiteY36" fmla="*/ 475488 h 5230367"/>
                    <a:gd name="connsiteX37" fmla="*/ 475488 w 950976"/>
                    <a:gd name="connsiteY37" fmla="*/ 475488 h 5230367"/>
                    <a:gd name="connsiteX38" fmla="*/ 475488 w 950976"/>
                    <a:gd name="connsiteY38" fmla="*/ 950976 h 5230367"/>
                    <a:gd name="connsiteX39" fmla="*/ 0 w 950976"/>
                    <a:gd name="connsiteY39" fmla="*/ 950976 h 5230367"/>
                    <a:gd name="connsiteX40" fmla="*/ 475488 w 950976"/>
                    <a:gd name="connsiteY40" fmla="*/ 0 h 5230367"/>
                    <a:gd name="connsiteX41" fmla="*/ 950976 w 950976"/>
                    <a:gd name="connsiteY41" fmla="*/ 0 h 5230367"/>
                    <a:gd name="connsiteX42" fmla="*/ 950976 w 950976"/>
                    <a:gd name="connsiteY42" fmla="*/ 475488 h 5230367"/>
                    <a:gd name="connsiteX43" fmla="*/ 475488 w 950976"/>
                    <a:gd name="connsiteY43" fmla="*/ 475488 h 52303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7">
                      <a:moveTo>
                        <a:pt x="475488" y="4754879"/>
                      </a:moveTo>
                      <a:lnTo>
                        <a:pt x="950976" y="4754879"/>
                      </a:lnTo>
                      <a:lnTo>
                        <a:pt x="950976" y="5230367"/>
                      </a:lnTo>
                      <a:lnTo>
                        <a:pt x="475488" y="5230367"/>
                      </a:lnTo>
                      <a:close/>
                      <a:moveTo>
                        <a:pt x="0" y="4279391"/>
                      </a:moveTo>
                      <a:lnTo>
                        <a:pt x="475488" y="4279391"/>
                      </a:lnTo>
                      <a:lnTo>
                        <a:pt x="475488" y="4754879"/>
                      </a:lnTo>
                      <a:lnTo>
                        <a:pt x="0" y="4754879"/>
                      </a:lnTo>
                      <a:close/>
                      <a:moveTo>
                        <a:pt x="475488" y="3803903"/>
                      </a:moveTo>
                      <a:lnTo>
                        <a:pt x="950976" y="3803903"/>
                      </a:lnTo>
                      <a:lnTo>
                        <a:pt x="950976" y="4279391"/>
                      </a:lnTo>
                      <a:lnTo>
                        <a:pt x="475488" y="4279391"/>
                      </a:lnTo>
                      <a:close/>
                      <a:moveTo>
                        <a:pt x="0" y="3328415"/>
                      </a:moveTo>
                      <a:lnTo>
                        <a:pt x="475488" y="3328415"/>
                      </a:lnTo>
                      <a:lnTo>
                        <a:pt x="475488" y="3803903"/>
                      </a:lnTo>
                      <a:lnTo>
                        <a:pt x="0" y="3803903"/>
                      </a:lnTo>
                      <a:close/>
                      <a:moveTo>
                        <a:pt x="475488" y="2852927"/>
                      </a:moveTo>
                      <a:lnTo>
                        <a:pt x="950976" y="2852927"/>
                      </a:lnTo>
                      <a:lnTo>
                        <a:pt x="950976" y="3328415"/>
                      </a:lnTo>
                      <a:lnTo>
                        <a:pt x="475488" y="3328415"/>
                      </a:lnTo>
                      <a:close/>
                      <a:moveTo>
                        <a:pt x="0" y="2377439"/>
                      </a:moveTo>
                      <a:lnTo>
                        <a:pt x="475488" y="2377439"/>
                      </a:lnTo>
                      <a:lnTo>
                        <a:pt x="475488" y="2852927"/>
                      </a:lnTo>
                      <a:lnTo>
                        <a:pt x="0" y="2852927"/>
                      </a:lnTo>
                      <a:close/>
                      <a:moveTo>
                        <a:pt x="475488" y="1901951"/>
                      </a:moveTo>
                      <a:lnTo>
                        <a:pt x="950976" y="1901951"/>
                      </a:lnTo>
                      <a:lnTo>
                        <a:pt x="950976" y="2377439"/>
                      </a:lnTo>
                      <a:lnTo>
                        <a:pt x="475488" y="2377439"/>
                      </a:lnTo>
                      <a:close/>
                      <a:moveTo>
                        <a:pt x="0" y="1426463"/>
                      </a:moveTo>
                      <a:lnTo>
                        <a:pt x="475488" y="1426463"/>
                      </a:lnTo>
                      <a:lnTo>
                        <a:pt x="475488" y="1901951"/>
                      </a:lnTo>
                      <a:lnTo>
                        <a:pt x="0" y="1901951"/>
                      </a:lnTo>
                      <a:close/>
                      <a:moveTo>
                        <a:pt x="475488" y="950976"/>
                      </a:moveTo>
                      <a:lnTo>
                        <a:pt x="950976" y="950976"/>
                      </a:lnTo>
                      <a:lnTo>
                        <a:pt x="950976" y="1426463"/>
                      </a:lnTo>
                      <a:lnTo>
                        <a:pt x="475488" y="1426463"/>
                      </a:lnTo>
                      <a:close/>
                      <a:moveTo>
                        <a:pt x="0" y="475488"/>
                      </a:moveTo>
                      <a:lnTo>
                        <a:pt x="475488" y="475488"/>
                      </a:lnTo>
                      <a:lnTo>
                        <a:pt x="475488" y="950976"/>
                      </a:lnTo>
                      <a:lnTo>
                        <a:pt x="0" y="950976"/>
                      </a:lnTo>
                      <a:close/>
                      <a:moveTo>
                        <a:pt x="475488" y="0"/>
                      </a:moveTo>
                      <a:lnTo>
                        <a:pt x="950976" y="0"/>
                      </a:lnTo>
                      <a:lnTo>
                        <a:pt x="950976" y="475488"/>
                      </a:lnTo>
                      <a:lnTo>
                        <a:pt x="475488" y="47548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</p:grp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031EEFA7-0522-CD52-9596-CB772C4B28DD}"/>
                  </a:ext>
                </a:extLst>
              </p:cNvPr>
              <p:cNvGrpSpPr/>
              <p:nvPr/>
            </p:nvGrpSpPr>
            <p:grpSpPr>
              <a:xfrm>
                <a:off x="7708" y="4599244"/>
                <a:ext cx="418454" cy="2301496"/>
                <a:chOff x="1499616" y="987552"/>
                <a:chExt cx="950976" cy="5230368"/>
              </a:xfrm>
            </p:grpSpPr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6719C8E8-B57C-BF4B-308B-B25C54B9464E}"/>
                    </a:ext>
                  </a:extLst>
                </p:cNvPr>
                <p:cNvSpPr/>
                <p:nvPr/>
              </p:nvSpPr>
              <p:spPr bwMode="auto">
                <a:xfrm>
                  <a:off x="1499616" y="987552"/>
                  <a:ext cx="950976" cy="5230368"/>
                </a:xfrm>
                <a:custGeom>
                  <a:avLst/>
                  <a:gdLst>
                    <a:gd name="connsiteX0" fmla="*/ 0 w 950976"/>
                    <a:gd name="connsiteY0" fmla="*/ 4754880 h 5230368"/>
                    <a:gd name="connsiteX1" fmla="*/ 475488 w 950976"/>
                    <a:gd name="connsiteY1" fmla="*/ 4754880 h 5230368"/>
                    <a:gd name="connsiteX2" fmla="*/ 475488 w 950976"/>
                    <a:gd name="connsiteY2" fmla="*/ 5230368 h 5230368"/>
                    <a:gd name="connsiteX3" fmla="*/ 0 w 950976"/>
                    <a:gd name="connsiteY3" fmla="*/ 5230368 h 5230368"/>
                    <a:gd name="connsiteX4" fmla="*/ 475488 w 950976"/>
                    <a:gd name="connsiteY4" fmla="*/ 4279392 h 5230368"/>
                    <a:gd name="connsiteX5" fmla="*/ 950976 w 950976"/>
                    <a:gd name="connsiteY5" fmla="*/ 4279392 h 5230368"/>
                    <a:gd name="connsiteX6" fmla="*/ 950976 w 950976"/>
                    <a:gd name="connsiteY6" fmla="*/ 4754880 h 5230368"/>
                    <a:gd name="connsiteX7" fmla="*/ 475488 w 950976"/>
                    <a:gd name="connsiteY7" fmla="*/ 4754880 h 5230368"/>
                    <a:gd name="connsiteX8" fmla="*/ 0 w 950976"/>
                    <a:gd name="connsiteY8" fmla="*/ 3803904 h 5230368"/>
                    <a:gd name="connsiteX9" fmla="*/ 475488 w 950976"/>
                    <a:gd name="connsiteY9" fmla="*/ 3803904 h 5230368"/>
                    <a:gd name="connsiteX10" fmla="*/ 475488 w 950976"/>
                    <a:gd name="connsiteY10" fmla="*/ 4279392 h 5230368"/>
                    <a:gd name="connsiteX11" fmla="*/ 0 w 950976"/>
                    <a:gd name="connsiteY11" fmla="*/ 4279392 h 5230368"/>
                    <a:gd name="connsiteX12" fmla="*/ 475488 w 950976"/>
                    <a:gd name="connsiteY12" fmla="*/ 3328416 h 5230368"/>
                    <a:gd name="connsiteX13" fmla="*/ 950976 w 950976"/>
                    <a:gd name="connsiteY13" fmla="*/ 3328416 h 5230368"/>
                    <a:gd name="connsiteX14" fmla="*/ 950976 w 950976"/>
                    <a:gd name="connsiteY14" fmla="*/ 3803904 h 5230368"/>
                    <a:gd name="connsiteX15" fmla="*/ 475488 w 950976"/>
                    <a:gd name="connsiteY15" fmla="*/ 3803904 h 5230368"/>
                    <a:gd name="connsiteX16" fmla="*/ 0 w 950976"/>
                    <a:gd name="connsiteY16" fmla="*/ 2852928 h 5230368"/>
                    <a:gd name="connsiteX17" fmla="*/ 475488 w 950976"/>
                    <a:gd name="connsiteY17" fmla="*/ 2852928 h 5230368"/>
                    <a:gd name="connsiteX18" fmla="*/ 475488 w 950976"/>
                    <a:gd name="connsiteY18" fmla="*/ 3328416 h 5230368"/>
                    <a:gd name="connsiteX19" fmla="*/ 0 w 950976"/>
                    <a:gd name="connsiteY19" fmla="*/ 3328416 h 5230368"/>
                    <a:gd name="connsiteX20" fmla="*/ 475488 w 950976"/>
                    <a:gd name="connsiteY20" fmla="*/ 2377440 h 5230368"/>
                    <a:gd name="connsiteX21" fmla="*/ 950976 w 950976"/>
                    <a:gd name="connsiteY21" fmla="*/ 2377440 h 5230368"/>
                    <a:gd name="connsiteX22" fmla="*/ 950976 w 950976"/>
                    <a:gd name="connsiteY22" fmla="*/ 2852928 h 5230368"/>
                    <a:gd name="connsiteX23" fmla="*/ 475488 w 950976"/>
                    <a:gd name="connsiteY23" fmla="*/ 2852928 h 5230368"/>
                    <a:gd name="connsiteX24" fmla="*/ 0 w 950976"/>
                    <a:gd name="connsiteY24" fmla="*/ 1901952 h 5230368"/>
                    <a:gd name="connsiteX25" fmla="*/ 475488 w 950976"/>
                    <a:gd name="connsiteY25" fmla="*/ 1901952 h 5230368"/>
                    <a:gd name="connsiteX26" fmla="*/ 475488 w 950976"/>
                    <a:gd name="connsiteY26" fmla="*/ 2377440 h 5230368"/>
                    <a:gd name="connsiteX27" fmla="*/ 0 w 950976"/>
                    <a:gd name="connsiteY27" fmla="*/ 2377440 h 5230368"/>
                    <a:gd name="connsiteX28" fmla="*/ 475488 w 950976"/>
                    <a:gd name="connsiteY28" fmla="*/ 1426464 h 5230368"/>
                    <a:gd name="connsiteX29" fmla="*/ 950976 w 950976"/>
                    <a:gd name="connsiteY29" fmla="*/ 1426464 h 5230368"/>
                    <a:gd name="connsiteX30" fmla="*/ 950976 w 950976"/>
                    <a:gd name="connsiteY30" fmla="*/ 1901952 h 5230368"/>
                    <a:gd name="connsiteX31" fmla="*/ 475488 w 950976"/>
                    <a:gd name="connsiteY31" fmla="*/ 1901952 h 5230368"/>
                    <a:gd name="connsiteX32" fmla="*/ 0 w 950976"/>
                    <a:gd name="connsiteY32" fmla="*/ 950976 h 5230368"/>
                    <a:gd name="connsiteX33" fmla="*/ 475488 w 950976"/>
                    <a:gd name="connsiteY33" fmla="*/ 950976 h 5230368"/>
                    <a:gd name="connsiteX34" fmla="*/ 475488 w 950976"/>
                    <a:gd name="connsiteY34" fmla="*/ 1426464 h 5230368"/>
                    <a:gd name="connsiteX35" fmla="*/ 0 w 950976"/>
                    <a:gd name="connsiteY35" fmla="*/ 1426464 h 5230368"/>
                    <a:gd name="connsiteX36" fmla="*/ 475488 w 950976"/>
                    <a:gd name="connsiteY36" fmla="*/ 475488 h 5230368"/>
                    <a:gd name="connsiteX37" fmla="*/ 950976 w 950976"/>
                    <a:gd name="connsiteY37" fmla="*/ 475488 h 5230368"/>
                    <a:gd name="connsiteX38" fmla="*/ 950976 w 950976"/>
                    <a:gd name="connsiteY38" fmla="*/ 950976 h 5230368"/>
                    <a:gd name="connsiteX39" fmla="*/ 475488 w 950976"/>
                    <a:gd name="connsiteY39" fmla="*/ 950976 h 5230368"/>
                    <a:gd name="connsiteX40" fmla="*/ 0 w 950976"/>
                    <a:gd name="connsiteY40" fmla="*/ 0 h 5230368"/>
                    <a:gd name="connsiteX41" fmla="*/ 475488 w 950976"/>
                    <a:gd name="connsiteY41" fmla="*/ 0 h 5230368"/>
                    <a:gd name="connsiteX42" fmla="*/ 475488 w 950976"/>
                    <a:gd name="connsiteY42" fmla="*/ 475488 h 5230368"/>
                    <a:gd name="connsiteX43" fmla="*/ 0 w 950976"/>
                    <a:gd name="connsiteY43" fmla="*/ 475488 h 523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8">
                      <a:moveTo>
                        <a:pt x="0" y="4754880"/>
                      </a:moveTo>
                      <a:lnTo>
                        <a:pt x="475488" y="4754880"/>
                      </a:lnTo>
                      <a:lnTo>
                        <a:pt x="475488" y="5230368"/>
                      </a:lnTo>
                      <a:lnTo>
                        <a:pt x="0" y="5230368"/>
                      </a:lnTo>
                      <a:close/>
                      <a:moveTo>
                        <a:pt x="475488" y="4279392"/>
                      </a:moveTo>
                      <a:lnTo>
                        <a:pt x="950976" y="4279392"/>
                      </a:lnTo>
                      <a:lnTo>
                        <a:pt x="950976" y="4754880"/>
                      </a:lnTo>
                      <a:lnTo>
                        <a:pt x="475488" y="4754880"/>
                      </a:lnTo>
                      <a:close/>
                      <a:moveTo>
                        <a:pt x="0" y="3803904"/>
                      </a:moveTo>
                      <a:lnTo>
                        <a:pt x="475488" y="3803904"/>
                      </a:lnTo>
                      <a:lnTo>
                        <a:pt x="475488" y="4279392"/>
                      </a:lnTo>
                      <a:lnTo>
                        <a:pt x="0" y="4279392"/>
                      </a:lnTo>
                      <a:close/>
                      <a:moveTo>
                        <a:pt x="475488" y="3328416"/>
                      </a:moveTo>
                      <a:lnTo>
                        <a:pt x="950976" y="3328416"/>
                      </a:lnTo>
                      <a:lnTo>
                        <a:pt x="950976" y="3803904"/>
                      </a:lnTo>
                      <a:lnTo>
                        <a:pt x="475488" y="3803904"/>
                      </a:lnTo>
                      <a:close/>
                      <a:moveTo>
                        <a:pt x="0" y="2852928"/>
                      </a:moveTo>
                      <a:lnTo>
                        <a:pt x="475488" y="2852928"/>
                      </a:lnTo>
                      <a:lnTo>
                        <a:pt x="475488" y="3328416"/>
                      </a:lnTo>
                      <a:lnTo>
                        <a:pt x="0" y="3328416"/>
                      </a:lnTo>
                      <a:close/>
                      <a:moveTo>
                        <a:pt x="475488" y="2377440"/>
                      </a:moveTo>
                      <a:lnTo>
                        <a:pt x="950976" y="2377440"/>
                      </a:lnTo>
                      <a:lnTo>
                        <a:pt x="950976" y="2852928"/>
                      </a:lnTo>
                      <a:lnTo>
                        <a:pt x="475488" y="2852928"/>
                      </a:lnTo>
                      <a:close/>
                      <a:moveTo>
                        <a:pt x="0" y="1901952"/>
                      </a:moveTo>
                      <a:lnTo>
                        <a:pt x="475488" y="1901952"/>
                      </a:lnTo>
                      <a:lnTo>
                        <a:pt x="475488" y="2377440"/>
                      </a:lnTo>
                      <a:lnTo>
                        <a:pt x="0" y="2377440"/>
                      </a:lnTo>
                      <a:close/>
                      <a:moveTo>
                        <a:pt x="475488" y="1426464"/>
                      </a:moveTo>
                      <a:lnTo>
                        <a:pt x="950976" y="1426464"/>
                      </a:lnTo>
                      <a:lnTo>
                        <a:pt x="950976" y="1901952"/>
                      </a:lnTo>
                      <a:lnTo>
                        <a:pt x="475488" y="1901952"/>
                      </a:lnTo>
                      <a:close/>
                      <a:moveTo>
                        <a:pt x="0" y="950976"/>
                      </a:moveTo>
                      <a:lnTo>
                        <a:pt x="475488" y="950976"/>
                      </a:lnTo>
                      <a:lnTo>
                        <a:pt x="475488" y="1426464"/>
                      </a:lnTo>
                      <a:lnTo>
                        <a:pt x="0" y="1426464"/>
                      </a:lnTo>
                      <a:close/>
                      <a:moveTo>
                        <a:pt x="475488" y="475488"/>
                      </a:moveTo>
                      <a:lnTo>
                        <a:pt x="950976" y="475488"/>
                      </a:lnTo>
                      <a:lnTo>
                        <a:pt x="950976" y="950976"/>
                      </a:lnTo>
                      <a:lnTo>
                        <a:pt x="475488" y="950976"/>
                      </a:lnTo>
                      <a:close/>
                      <a:moveTo>
                        <a:pt x="0" y="0"/>
                      </a:moveTo>
                      <a:lnTo>
                        <a:pt x="475488" y="0"/>
                      </a:lnTo>
                      <a:lnTo>
                        <a:pt x="475488" y="475488"/>
                      </a:lnTo>
                      <a:lnTo>
                        <a:pt x="0" y="4754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91F2878B-9B91-A12C-0604-39F8D1741C51}"/>
                    </a:ext>
                  </a:extLst>
                </p:cNvPr>
                <p:cNvSpPr/>
                <p:nvPr/>
              </p:nvSpPr>
              <p:spPr bwMode="auto">
                <a:xfrm>
                  <a:off x="1499616" y="987553"/>
                  <a:ext cx="950976" cy="5230367"/>
                </a:xfrm>
                <a:custGeom>
                  <a:avLst/>
                  <a:gdLst>
                    <a:gd name="connsiteX0" fmla="*/ 475488 w 950976"/>
                    <a:gd name="connsiteY0" fmla="*/ 4754879 h 5230367"/>
                    <a:gd name="connsiteX1" fmla="*/ 950976 w 950976"/>
                    <a:gd name="connsiteY1" fmla="*/ 4754879 h 5230367"/>
                    <a:gd name="connsiteX2" fmla="*/ 950976 w 950976"/>
                    <a:gd name="connsiteY2" fmla="*/ 5230367 h 5230367"/>
                    <a:gd name="connsiteX3" fmla="*/ 475488 w 950976"/>
                    <a:gd name="connsiteY3" fmla="*/ 5230367 h 5230367"/>
                    <a:gd name="connsiteX4" fmla="*/ 0 w 950976"/>
                    <a:gd name="connsiteY4" fmla="*/ 4279391 h 5230367"/>
                    <a:gd name="connsiteX5" fmla="*/ 475488 w 950976"/>
                    <a:gd name="connsiteY5" fmla="*/ 4279391 h 5230367"/>
                    <a:gd name="connsiteX6" fmla="*/ 475488 w 950976"/>
                    <a:gd name="connsiteY6" fmla="*/ 4754879 h 5230367"/>
                    <a:gd name="connsiteX7" fmla="*/ 0 w 950976"/>
                    <a:gd name="connsiteY7" fmla="*/ 4754879 h 5230367"/>
                    <a:gd name="connsiteX8" fmla="*/ 475488 w 950976"/>
                    <a:gd name="connsiteY8" fmla="*/ 3803903 h 5230367"/>
                    <a:gd name="connsiteX9" fmla="*/ 950976 w 950976"/>
                    <a:gd name="connsiteY9" fmla="*/ 3803903 h 5230367"/>
                    <a:gd name="connsiteX10" fmla="*/ 950976 w 950976"/>
                    <a:gd name="connsiteY10" fmla="*/ 4279391 h 5230367"/>
                    <a:gd name="connsiteX11" fmla="*/ 475488 w 950976"/>
                    <a:gd name="connsiteY11" fmla="*/ 4279391 h 5230367"/>
                    <a:gd name="connsiteX12" fmla="*/ 0 w 950976"/>
                    <a:gd name="connsiteY12" fmla="*/ 3328415 h 5230367"/>
                    <a:gd name="connsiteX13" fmla="*/ 475488 w 950976"/>
                    <a:gd name="connsiteY13" fmla="*/ 3328415 h 5230367"/>
                    <a:gd name="connsiteX14" fmla="*/ 475488 w 950976"/>
                    <a:gd name="connsiteY14" fmla="*/ 3803903 h 5230367"/>
                    <a:gd name="connsiteX15" fmla="*/ 0 w 950976"/>
                    <a:gd name="connsiteY15" fmla="*/ 3803903 h 5230367"/>
                    <a:gd name="connsiteX16" fmla="*/ 475488 w 950976"/>
                    <a:gd name="connsiteY16" fmla="*/ 2852927 h 5230367"/>
                    <a:gd name="connsiteX17" fmla="*/ 950976 w 950976"/>
                    <a:gd name="connsiteY17" fmla="*/ 2852927 h 5230367"/>
                    <a:gd name="connsiteX18" fmla="*/ 950976 w 950976"/>
                    <a:gd name="connsiteY18" fmla="*/ 3328415 h 5230367"/>
                    <a:gd name="connsiteX19" fmla="*/ 475488 w 950976"/>
                    <a:gd name="connsiteY19" fmla="*/ 3328415 h 5230367"/>
                    <a:gd name="connsiteX20" fmla="*/ 0 w 950976"/>
                    <a:gd name="connsiteY20" fmla="*/ 2377439 h 5230367"/>
                    <a:gd name="connsiteX21" fmla="*/ 475488 w 950976"/>
                    <a:gd name="connsiteY21" fmla="*/ 2377439 h 5230367"/>
                    <a:gd name="connsiteX22" fmla="*/ 475488 w 950976"/>
                    <a:gd name="connsiteY22" fmla="*/ 2852927 h 5230367"/>
                    <a:gd name="connsiteX23" fmla="*/ 0 w 950976"/>
                    <a:gd name="connsiteY23" fmla="*/ 2852927 h 5230367"/>
                    <a:gd name="connsiteX24" fmla="*/ 475488 w 950976"/>
                    <a:gd name="connsiteY24" fmla="*/ 1901951 h 5230367"/>
                    <a:gd name="connsiteX25" fmla="*/ 950976 w 950976"/>
                    <a:gd name="connsiteY25" fmla="*/ 1901951 h 5230367"/>
                    <a:gd name="connsiteX26" fmla="*/ 950976 w 950976"/>
                    <a:gd name="connsiteY26" fmla="*/ 2377439 h 5230367"/>
                    <a:gd name="connsiteX27" fmla="*/ 475488 w 950976"/>
                    <a:gd name="connsiteY27" fmla="*/ 2377439 h 5230367"/>
                    <a:gd name="connsiteX28" fmla="*/ 0 w 950976"/>
                    <a:gd name="connsiteY28" fmla="*/ 1426463 h 5230367"/>
                    <a:gd name="connsiteX29" fmla="*/ 475488 w 950976"/>
                    <a:gd name="connsiteY29" fmla="*/ 1426463 h 5230367"/>
                    <a:gd name="connsiteX30" fmla="*/ 475488 w 950976"/>
                    <a:gd name="connsiteY30" fmla="*/ 1901951 h 5230367"/>
                    <a:gd name="connsiteX31" fmla="*/ 0 w 950976"/>
                    <a:gd name="connsiteY31" fmla="*/ 1901951 h 5230367"/>
                    <a:gd name="connsiteX32" fmla="*/ 475488 w 950976"/>
                    <a:gd name="connsiteY32" fmla="*/ 950976 h 5230367"/>
                    <a:gd name="connsiteX33" fmla="*/ 950976 w 950976"/>
                    <a:gd name="connsiteY33" fmla="*/ 950976 h 5230367"/>
                    <a:gd name="connsiteX34" fmla="*/ 950976 w 950976"/>
                    <a:gd name="connsiteY34" fmla="*/ 1426463 h 5230367"/>
                    <a:gd name="connsiteX35" fmla="*/ 475488 w 950976"/>
                    <a:gd name="connsiteY35" fmla="*/ 1426463 h 5230367"/>
                    <a:gd name="connsiteX36" fmla="*/ 0 w 950976"/>
                    <a:gd name="connsiteY36" fmla="*/ 475488 h 5230367"/>
                    <a:gd name="connsiteX37" fmla="*/ 475488 w 950976"/>
                    <a:gd name="connsiteY37" fmla="*/ 475488 h 5230367"/>
                    <a:gd name="connsiteX38" fmla="*/ 475488 w 950976"/>
                    <a:gd name="connsiteY38" fmla="*/ 950976 h 5230367"/>
                    <a:gd name="connsiteX39" fmla="*/ 0 w 950976"/>
                    <a:gd name="connsiteY39" fmla="*/ 950976 h 5230367"/>
                    <a:gd name="connsiteX40" fmla="*/ 475488 w 950976"/>
                    <a:gd name="connsiteY40" fmla="*/ 0 h 5230367"/>
                    <a:gd name="connsiteX41" fmla="*/ 950976 w 950976"/>
                    <a:gd name="connsiteY41" fmla="*/ 0 h 5230367"/>
                    <a:gd name="connsiteX42" fmla="*/ 950976 w 950976"/>
                    <a:gd name="connsiteY42" fmla="*/ 475488 h 5230367"/>
                    <a:gd name="connsiteX43" fmla="*/ 475488 w 950976"/>
                    <a:gd name="connsiteY43" fmla="*/ 475488 h 52303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7">
                      <a:moveTo>
                        <a:pt x="475488" y="4754879"/>
                      </a:moveTo>
                      <a:lnTo>
                        <a:pt x="950976" y="4754879"/>
                      </a:lnTo>
                      <a:lnTo>
                        <a:pt x="950976" y="5230367"/>
                      </a:lnTo>
                      <a:lnTo>
                        <a:pt x="475488" y="5230367"/>
                      </a:lnTo>
                      <a:close/>
                      <a:moveTo>
                        <a:pt x="0" y="4279391"/>
                      </a:moveTo>
                      <a:lnTo>
                        <a:pt x="475488" y="4279391"/>
                      </a:lnTo>
                      <a:lnTo>
                        <a:pt x="475488" y="4754879"/>
                      </a:lnTo>
                      <a:lnTo>
                        <a:pt x="0" y="4754879"/>
                      </a:lnTo>
                      <a:close/>
                      <a:moveTo>
                        <a:pt x="475488" y="3803903"/>
                      </a:moveTo>
                      <a:lnTo>
                        <a:pt x="950976" y="3803903"/>
                      </a:lnTo>
                      <a:lnTo>
                        <a:pt x="950976" y="4279391"/>
                      </a:lnTo>
                      <a:lnTo>
                        <a:pt x="475488" y="4279391"/>
                      </a:lnTo>
                      <a:close/>
                      <a:moveTo>
                        <a:pt x="0" y="3328415"/>
                      </a:moveTo>
                      <a:lnTo>
                        <a:pt x="475488" y="3328415"/>
                      </a:lnTo>
                      <a:lnTo>
                        <a:pt x="475488" y="3803903"/>
                      </a:lnTo>
                      <a:lnTo>
                        <a:pt x="0" y="3803903"/>
                      </a:lnTo>
                      <a:close/>
                      <a:moveTo>
                        <a:pt x="475488" y="2852927"/>
                      </a:moveTo>
                      <a:lnTo>
                        <a:pt x="950976" y="2852927"/>
                      </a:lnTo>
                      <a:lnTo>
                        <a:pt x="950976" y="3328415"/>
                      </a:lnTo>
                      <a:lnTo>
                        <a:pt x="475488" y="3328415"/>
                      </a:lnTo>
                      <a:close/>
                      <a:moveTo>
                        <a:pt x="0" y="2377439"/>
                      </a:moveTo>
                      <a:lnTo>
                        <a:pt x="475488" y="2377439"/>
                      </a:lnTo>
                      <a:lnTo>
                        <a:pt x="475488" y="2852927"/>
                      </a:lnTo>
                      <a:lnTo>
                        <a:pt x="0" y="2852927"/>
                      </a:lnTo>
                      <a:close/>
                      <a:moveTo>
                        <a:pt x="475488" y="1901951"/>
                      </a:moveTo>
                      <a:lnTo>
                        <a:pt x="950976" y="1901951"/>
                      </a:lnTo>
                      <a:lnTo>
                        <a:pt x="950976" y="2377439"/>
                      </a:lnTo>
                      <a:lnTo>
                        <a:pt x="475488" y="2377439"/>
                      </a:lnTo>
                      <a:close/>
                      <a:moveTo>
                        <a:pt x="0" y="1426463"/>
                      </a:moveTo>
                      <a:lnTo>
                        <a:pt x="475488" y="1426463"/>
                      </a:lnTo>
                      <a:lnTo>
                        <a:pt x="475488" y="1901951"/>
                      </a:lnTo>
                      <a:lnTo>
                        <a:pt x="0" y="1901951"/>
                      </a:lnTo>
                      <a:close/>
                      <a:moveTo>
                        <a:pt x="475488" y="950976"/>
                      </a:moveTo>
                      <a:lnTo>
                        <a:pt x="950976" y="950976"/>
                      </a:lnTo>
                      <a:lnTo>
                        <a:pt x="950976" y="1426463"/>
                      </a:lnTo>
                      <a:lnTo>
                        <a:pt x="475488" y="1426463"/>
                      </a:lnTo>
                      <a:close/>
                      <a:moveTo>
                        <a:pt x="0" y="475488"/>
                      </a:moveTo>
                      <a:lnTo>
                        <a:pt x="475488" y="475488"/>
                      </a:lnTo>
                      <a:lnTo>
                        <a:pt x="475488" y="950976"/>
                      </a:lnTo>
                      <a:lnTo>
                        <a:pt x="0" y="950976"/>
                      </a:lnTo>
                      <a:close/>
                      <a:moveTo>
                        <a:pt x="475488" y="0"/>
                      </a:moveTo>
                      <a:lnTo>
                        <a:pt x="950976" y="0"/>
                      </a:lnTo>
                      <a:lnTo>
                        <a:pt x="950976" y="475488"/>
                      </a:lnTo>
                      <a:lnTo>
                        <a:pt x="475488" y="47548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</p:grp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1E51CD4-8071-B532-290F-48ACE5811EF1}"/>
                </a:ext>
              </a:extLst>
            </p:cNvPr>
            <p:cNvGrpSpPr/>
            <p:nvPr/>
          </p:nvGrpSpPr>
          <p:grpSpPr>
            <a:xfrm rot="5400000" flipH="1" flipV="1">
              <a:off x="7846010" y="3252801"/>
              <a:ext cx="418454" cy="2301496"/>
              <a:chOff x="1499616" y="987552"/>
              <a:chExt cx="950976" cy="5230368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8E30625A-2FB1-DB54-E061-CBF9E89E9114}"/>
                  </a:ext>
                </a:extLst>
              </p:cNvPr>
              <p:cNvSpPr/>
              <p:nvPr/>
            </p:nvSpPr>
            <p:spPr bwMode="auto">
              <a:xfrm>
                <a:off x="1499616" y="987552"/>
                <a:ext cx="950976" cy="5230368"/>
              </a:xfrm>
              <a:custGeom>
                <a:avLst/>
                <a:gdLst>
                  <a:gd name="connsiteX0" fmla="*/ 0 w 950976"/>
                  <a:gd name="connsiteY0" fmla="*/ 4754880 h 5230368"/>
                  <a:gd name="connsiteX1" fmla="*/ 475488 w 950976"/>
                  <a:gd name="connsiteY1" fmla="*/ 4754880 h 5230368"/>
                  <a:gd name="connsiteX2" fmla="*/ 475488 w 950976"/>
                  <a:gd name="connsiteY2" fmla="*/ 5230368 h 5230368"/>
                  <a:gd name="connsiteX3" fmla="*/ 0 w 950976"/>
                  <a:gd name="connsiteY3" fmla="*/ 5230368 h 5230368"/>
                  <a:gd name="connsiteX4" fmla="*/ 475488 w 950976"/>
                  <a:gd name="connsiteY4" fmla="*/ 4279392 h 5230368"/>
                  <a:gd name="connsiteX5" fmla="*/ 950976 w 950976"/>
                  <a:gd name="connsiteY5" fmla="*/ 4279392 h 5230368"/>
                  <a:gd name="connsiteX6" fmla="*/ 950976 w 950976"/>
                  <a:gd name="connsiteY6" fmla="*/ 4754880 h 5230368"/>
                  <a:gd name="connsiteX7" fmla="*/ 475488 w 950976"/>
                  <a:gd name="connsiteY7" fmla="*/ 4754880 h 5230368"/>
                  <a:gd name="connsiteX8" fmla="*/ 0 w 950976"/>
                  <a:gd name="connsiteY8" fmla="*/ 3803904 h 5230368"/>
                  <a:gd name="connsiteX9" fmla="*/ 475488 w 950976"/>
                  <a:gd name="connsiteY9" fmla="*/ 3803904 h 5230368"/>
                  <a:gd name="connsiteX10" fmla="*/ 475488 w 950976"/>
                  <a:gd name="connsiteY10" fmla="*/ 4279392 h 5230368"/>
                  <a:gd name="connsiteX11" fmla="*/ 0 w 950976"/>
                  <a:gd name="connsiteY11" fmla="*/ 4279392 h 5230368"/>
                  <a:gd name="connsiteX12" fmla="*/ 475488 w 950976"/>
                  <a:gd name="connsiteY12" fmla="*/ 3328416 h 5230368"/>
                  <a:gd name="connsiteX13" fmla="*/ 950976 w 950976"/>
                  <a:gd name="connsiteY13" fmla="*/ 3328416 h 5230368"/>
                  <a:gd name="connsiteX14" fmla="*/ 950976 w 950976"/>
                  <a:gd name="connsiteY14" fmla="*/ 3803904 h 5230368"/>
                  <a:gd name="connsiteX15" fmla="*/ 475488 w 950976"/>
                  <a:gd name="connsiteY15" fmla="*/ 3803904 h 5230368"/>
                  <a:gd name="connsiteX16" fmla="*/ 0 w 950976"/>
                  <a:gd name="connsiteY16" fmla="*/ 2852928 h 5230368"/>
                  <a:gd name="connsiteX17" fmla="*/ 475488 w 950976"/>
                  <a:gd name="connsiteY17" fmla="*/ 2852928 h 5230368"/>
                  <a:gd name="connsiteX18" fmla="*/ 475488 w 950976"/>
                  <a:gd name="connsiteY18" fmla="*/ 3328416 h 5230368"/>
                  <a:gd name="connsiteX19" fmla="*/ 0 w 950976"/>
                  <a:gd name="connsiteY19" fmla="*/ 3328416 h 5230368"/>
                  <a:gd name="connsiteX20" fmla="*/ 475488 w 950976"/>
                  <a:gd name="connsiteY20" fmla="*/ 2377440 h 5230368"/>
                  <a:gd name="connsiteX21" fmla="*/ 950976 w 950976"/>
                  <a:gd name="connsiteY21" fmla="*/ 2377440 h 5230368"/>
                  <a:gd name="connsiteX22" fmla="*/ 950976 w 950976"/>
                  <a:gd name="connsiteY22" fmla="*/ 2852928 h 5230368"/>
                  <a:gd name="connsiteX23" fmla="*/ 475488 w 950976"/>
                  <a:gd name="connsiteY23" fmla="*/ 2852928 h 5230368"/>
                  <a:gd name="connsiteX24" fmla="*/ 0 w 950976"/>
                  <a:gd name="connsiteY24" fmla="*/ 1901952 h 5230368"/>
                  <a:gd name="connsiteX25" fmla="*/ 475488 w 950976"/>
                  <a:gd name="connsiteY25" fmla="*/ 1901952 h 5230368"/>
                  <a:gd name="connsiteX26" fmla="*/ 475488 w 950976"/>
                  <a:gd name="connsiteY26" fmla="*/ 2377440 h 5230368"/>
                  <a:gd name="connsiteX27" fmla="*/ 0 w 950976"/>
                  <a:gd name="connsiteY27" fmla="*/ 2377440 h 5230368"/>
                  <a:gd name="connsiteX28" fmla="*/ 475488 w 950976"/>
                  <a:gd name="connsiteY28" fmla="*/ 1426464 h 5230368"/>
                  <a:gd name="connsiteX29" fmla="*/ 950976 w 950976"/>
                  <a:gd name="connsiteY29" fmla="*/ 1426464 h 5230368"/>
                  <a:gd name="connsiteX30" fmla="*/ 950976 w 950976"/>
                  <a:gd name="connsiteY30" fmla="*/ 1901952 h 5230368"/>
                  <a:gd name="connsiteX31" fmla="*/ 475488 w 950976"/>
                  <a:gd name="connsiteY31" fmla="*/ 1901952 h 5230368"/>
                  <a:gd name="connsiteX32" fmla="*/ 0 w 950976"/>
                  <a:gd name="connsiteY32" fmla="*/ 950976 h 5230368"/>
                  <a:gd name="connsiteX33" fmla="*/ 475488 w 950976"/>
                  <a:gd name="connsiteY33" fmla="*/ 950976 h 5230368"/>
                  <a:gd name="connsiteX34" fmla="*/ 475488 w 950976"/>
                  <a:gd name="connsiteY34" fmla="*/ 1426464 h 5230368"/>
                  <a:gd name="connsiteX35" fmla="*/ 0 w 950976"/>
                  <a:gd name="connsiteY35" fmla="*/ 1426464 h 5230368"/>
                  <a:gd name="connsiteX36" fmla="*/ 475488 w 950976"/>
                  <a:gd name="connsiteY36" fmla="*/ 475488 h 5230368"/>
                  <a:gd name="connsiteX37" fmla="*/ 950976 w 950976"/>
                  <a:gd name="connsiteY37" fmla="*/ 475488 h 5230368"/>
                  <a:gd name="connsiteX38" fmla="*/ 950976 w 950976"/>
                  <a:gd name="connsiteY38" fmla="*/ 950976 h 5230368"/>
                  <a:gd name="connsiteX39" fmla="*/ 475488 w 950976"/>
                  <a:gd name="connsiteY39" fmla="*/ 950976 h 5230368"/>
                  <a:gd name="connsiteX40" fmla="*/ 0 w 950976"/>
                  <a:gd name="connsiteY40" fmla="*/ 0 h 5230368"/>
                  <a:gd name="connsiteX41" fmla="*/ 475488 w 950976"/>
                  <a:gd name="connsiteY41" fmla="*/ 0 h 5230368"/>
                  <a:gd name="connsiteX42" fmla="*/ 475488 w 950976"/>
                  <a:gd name="connsiteY42" fmla="*/ 475488 h 5230368"/>
                  <a:gd name="connsiteX43" fmla="*/ 0 w 950976"/>
                  <a:gd name="connsiteY43" fmla="*/ 475488 h 5230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950976" h="5230368">
                    <a:moveTo>
                      <a:pt x="0" y="4754880"/>
                    </a:moveTo>
                    <a:lnTo>
                      <a:pt x="475488" y="4754880"/>
                    </a:lnTo>
                    <a:lnTo>
                      <a:pt x="475488" y="5230368"/>
                    </a:lnTo>
                    <a:lnTo>
                      <a:pt x="0" y="5230368"/>
                    </a:lnTo>
                    <a:close/>
                    <a:moveTo>
                      <a:pt x="475488" y="4279392"/>
                    </a:moveTo>
                    <a:lnTo>
                      <a:pt x="950976" y="4279392"/>
                    </a:lnTo>
                    <a:lnTo>
                      <a:pt x="950976" y="4754880"/>
                    </a:lnTo>
                    <a:lnTo>
                      <a:pt x="475488" y="4754880"/>
                    </a:lnTo>
                    <a:close/>
                    <a:moveTo>
                      <a:pt x="0" y="3803904"/>
                    </a:moveTo>
                    <a:lnTo>
                      <a:pt x="475488" y="3803904"/>
                    </a:lnTo>
                    <a:lnTo>
                      <a:pt x="475488" y="4279392"/>
                    </a:lnTo>
                    <a:lnTo>
                      <a:pt x="0" y="4279392"/>
                    </a:lnTo>
                    <a:close/>
                    <a:moveTo>
                      <a:pt x="475488" y="3328416"/>
                    </a:moveTo>
                    <a:lnTo>
                      <a:pt x="950976" y="3328416"/>
                    </a:lnTo>
                    <a:lnTo>
                      <a:pt x="950976" y="3803904"/>
                    </a:lnTo>
                    <a:lnTo>
                      <a:pt x="475488" y="3803904"/>
                    </a:lnTo>
                    <a:close/>
                    <a:moveTo>
                      <a:pt x="0" y="2852928"/>
                    </a:moveTo>
                    <a:lnTo>
                      <a:pt x="475488" y="2852928"/>
                    </a:lnTo>
                    <a:lnTo>
                      <a:pt x="475488" y="3328416"/>
                    </a:lnTo>
                    <a:lnTo>
                      <a:pt x="0" y="3328416"/>
                    </a:lnTo>
                    <a:close/>
                    <a:moveTo>
                      <a:pt x="475488" y="2377440"/>
                    </a:moveTo>
                    <a:lnTo>
                      <a:pt x="950976" y="2377440"/>
                    </a:lnTo>
                    <a:lnTo>
                      <a:pt x="950976" y="2852928"/>
                    </a:lnTo>
                    <a:lnTo>
                      <a:pt x="475488" y="2852928"/>
                    </a:lnTo>
                    <a:close/>
                    <a:moveTo>
                      <a:pt x="0" y="1901952"/>
                    </a:moveTo>
                    <a:lnTo>
                      <a:pt x="475488" y="1901952"/>
                    </a:lnTo>
                    <a:lnTo>
                      <a:pt x="475488" y="2377440"/>
                    </a:lnTo>
                    <a:lnTo>
                      <a:pt x="0" y="2377440"/>
                    </a:lnTo>
                    <a:close/>
                    <a:moveTo>
                      <a:pt x="475488" y="1426464"/>
                    </a:moveTo>
                    <a:lnTo>
                      <a:pt x="950976" y="1426464"/>
                    </a:lnTo>
                    <a:lnTo>
                      <a:pt x="950976" y="1901952"/>
                    </a:lnTo>
                    <a:lnTo>
                      <a:pt x="475488" y="1901952"/>
                    </a:lnTo>
                    <a:close/>
                    <a:moveTo>
                      <a:pt x="0" y="950976"/>
                    </a:moveTo>
                    <a:lnTo>
                      <a:pt x="475488" y="950976"/>
                    </a:lnTo>
                    <a:lnTo>
                      <a:pt x="475488" y="1426464"/>
                    </a:lnTo>
                    <a:lnTo>
                      <a:pt x="0" y="1426464"/>
                    </a:lnTo>
                    <a:close/>
                    <a:moveTo>
                      <a:pt x="475488" y="475488"/>
                    </a:moveTo>
                    <a:lnTo>
                      <a:pt x="950976" y="475488"/>
                    </a:lnTo>
                    <a:lnTo>
                      <a:pt x="950976" y="950976"/>
                    </a:lnTo>
                    <a:lnTo>
                      <a:pt x="475488" y="950976"/>
                    </a:lnTo>
                    <a:close/>
                    <a:moveTo>
                      <a:pt x="0" y="0"/>
                    </a:moveTo>
                    <a:lnTo>
                      <a:pt x="475488" y="0"/>
                    </a:lnTo>
                    <a:lnTo>
                      <a:pt x="475488" y="475488"/>
                    </a:lnTo>
                    <a:lnTo>
                      <a:pt x="0" y="475488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VI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7A0AC06F-78DD-94EB-1D04-D5299C0EAC07}"/>
                  </a:ext>
                </a:extLst>
              </p:cNvPr>
              <p:cNvSpPr/>
              <p:nvPr/>
            </p:nvSpPr>
            <p:spPr bwMode="auto">
              <a:xfrm>
                <a:off x="1499616" y="987553"/>
                <a:ext cx="950976" cy="5230367"/>
              </a:xfrm>
              <a:custGeom>
                <a:avLst/>
                <a:gdLst>
                  <a:gd name="connsiteX0" fmla="*/ 475488 w 950976"/>
                  <a:gd name="connsiteY0" fmla="*/ 4754879 h 5230367"/>
                  <a:gd name="connsiteX1" fmla="*/ 950976 w 950976"/>
                  <a:gd name="connsiteY1" fmla="*/ 4754879 h 5230367"/>
                  <a:gd name="connsiteX2" fmla="*/ 950976 w 950976"/>
                  <a:gd name="connsiteY2" fmla="*/ 5230367 h 5230367"/>
                  <a:gd name="connsiteX3" fmla="*/ 475488 w 950976"/>
                  <a:gd name="connsiteY3" fmla="*/ 5230367 h 5230367"/>
                  <a:gd name="connsiteX4" fmla="*/ 0 w 950976"/>
                  <a:gd name="connsiteY4" fmla="*/ 4279391 h 5230367"/>
                  <a:gd name="connsiteX5" fmla="*/ 475488 w 950976"/>
                  <a:gd name="connsiteY5" fmla="*/ 4279391 h 5230367"/>
                  <a:gd name="connsiteX6" fmla="*/ 475488 w 950976"/>
                  <a:gd name="connsiteY6" fmla="*/ 4754879 h 5230367"/>
                  <a:gd name="connsiteX7" fmla="*/ 0 w 950976"/>
                  <a:gd name="connsiteY7" fmla="*/ 4754879 h 5230367"/>
                  <a:gd name="connsiteX8" fmla="*/ 475488 w 950976"/>
                  <a:gd name="connsiteY8" fmla="*/ 3803903 h 5230367"/>
                  <a:gd name="connsiteX9" fmla="*/ 950976 w 950976"/>
                  <a:gd name="connsiteY9" fmla="*/ 3803903 h 5230367"/>
                  <a:gd name="connsiteX10" fmla="*/ 950976 w 950976"/>
                  <a:gd name="connsiteY10" fmla="*/ 4279391 h 5230367"/>
                  <a:gd name="connsiteX11" fmla="*/ 475488 w 950976"/>
                  <a:gd name="connsiteY11" fmla="*/ 4279391 h 5230367"/>
                  <a:gd name="connsiteX12" fmla="*/ 0 w 950976"/>
                  <a:gd name="connsiteY12" fmla="*/ 3328415 h 5230367"/>
                  <a:gd name="connsiteX13" fmla="*/ 475488 w 950976"/>
                  <a:gd name="connsiteY13" fmla="*/ 3328415 h 5230367"/>
                  <a:gd name="connsiteX14" fmla="*/ 475488 w 950976"/>
                  <a:gd name="connsiteY14" fmla="*/ 3803903 h 5230367"/>
                  <a:gd name="connsiteX15" fmla="*/ 0 w 950976"/>
                  <a:gd name="connsiteY15" fmla="*/ 3803903 h 5230367"/>
                  <a:gd name="connsiteX16" fmla="*/ 475488 w 950976"/>
                  <a:gd name="connsiteY16" fmla="*/ 2852927 h 5230367"/>
                  <a:gd name="connsiteX17" fmla="*/ 950976 w 950976"/>
                  <a:gd name="connsiteY17" fmla="*/ 2852927 h 5230367"/>
                  <a:gd name="connsiteX18" fmla="*/ 950976 w 950976"/>
                  <a:gd name="connsiteY18" fmla="*/ 3328415 h 5230367"/>
                  <a:gd name="connsiteX19" fmla="*/ 475488 w 950976"/>
                  <a:gd name="connsiteY19" fmla="*/ 3328415 h 5230367"/>
                  <a:gd name="connsiteX20" fmla="*/ 0 w 950976"/>
                  <a:gd name="connsiteY20" fmla="*/ 2377439 h 5230367"/>
                  <a:gd name="connsiteX21" fmla="*/ 475488 w 950976"/>
                  <a:gd name="connsiteY21" fmla="*/ 2377439 h 5230367"/>
                  <a:gd name="connsiteX22" fmla="*/ 475488 w 950976"/>
                  <a:gd name="connsiteY22" fmla="*/ 2852927 h 5230367"/>
                  <a:gd name="connsiteX23" fmla="*/ 0 w 950976"/>
                  <a:gd name="connsiteY23" fmla="*/ 2852927 h 5230367"/>
                  <a:gd name="connsiteX24" fmla="*/ 475488 w 950976"/>
                  <a:gd name="connsiteY24" fmla="*/ 1901951 h 5230367"/>
                  <a:gd name="connsiteX25" fmla="*/ 950976 w 950976"/>
                  <a:gd name="connsiteY25" fmla="*/ 1901951 h 5230367"/>
                  <a:gd name="connsiteX26" fmla="*/ 950976 w 950976"/>
                  <a:gd name="connsiteY26" fmla="*/ 2377439 h 5230367"/>
                  <a:gd name="connsiteX27" fmla="*/ 475488 w 950976"/>
                  <a:gd name="connsiteY27" fmla="*/ 2377439 h 5230367"/>
                  <a:gd name="connsiteX28" fmla="*/ 0 w 950976"/>
                  <a:gd name="connsiteY28" fmla="*/ 1426463 h 5230367"/>
                  <a:gd name="connsiteX29" fmla="*/ 475488 w 950976"/>
                  <a:gd name="connsiteY29" fmla="*/ 1426463 h 5230367"/>
                  <a:gd name="connsiteX30" fmla="*/ 475488 w 950976"/>
                  <a:gd name="connsiteY30" fmla="*/ 1901951 h 5230367"/>
                  <a:gd name="connsiteX31" fmla="*/ 0 w 950976"/>
                  <a:gd name="connsiteY31" fmla="*/ 1901951 h 5230367"/>
                  <a:gd name="connsiteX32" fmla="*/ 475488 w 950976"/>
                  <a:gd name="connsiteY32" fmla="*/ 950976 h 5230367"/>
                  <a:gd name="connsiteX33" fmla="*/ 950976 w 950976"/>
                  <a:gd name="connsiteY33" fmla="*/ 950976 h 5230367"/>
                  <a:gd name="connsiteX34" fmla="*/ 950976 w 950976"/>
                  <a:gd name="connsiteY34" fmla="*/ 1426463 h 5230367"/>
                  <a:gd name="connsiteX35" fmla="*/ 475488 w 950976"/>
                  <a:gd name="connsiteY35" fmla="*/ 1426463 h 5230367"/>
                  <a:gd name="connsiteX36" fmla="*/ 0 w 950976"/>
                  <a:gd name="connsiteY36" fmla="*/ 475488 h 5230367"/>
                  <a:gd name="connsiteX37" fmla="*/ 475488 w 950976"/>
                  <a:gd name="connsiteY37" fmla="*/ 475488 h 5230367"/>
                  <a:gd name="connsiteX38" fmla="*/ 475488 w 950976"/>
                  <a:gd name="connsiteY38" fmla="*/ 950976 h 5230367"/>
                  <a:gd name="connsiteX39" fmla="*/ 0 w 950976"/>
                  <a:gd name="connsiteY39" fmla="*/ 950976 h 5230367"/>
                  <a:gd name="connsiteX40" fmla="*/ 475488 w 950976"/>
                  <a:gd name="connsiteY40" fmla="*/ 0 h 5230367"/>
                  <a:gd name="connsiteX41" fmla="*/ 950976 w 950976"/>
                  <a:gd name="connsiteY41" fmla="*/ 0 h 5230367"/>
                  <a:gd name="connsiteX42" fmla="*/ 950976 w 950976"/>
                  <a:gd name="connsiteY42" fmla="*/ 475488 h 5230367"/>
                  <a:gd name="connsiteX43" fmla="*/ 475488 w 950976"/>
                  <a:gd name="connsiteY43" fmla="*/ 475488 h 52303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950976" h="5230367">
                    <a:moveTo>
                      <a:pt x="475488" y="4754879"/>
                    </a:moveTo>
                    <a:lnTo>
                      <a:pt x="950976" y="4754879"/>
                    </a:lnTo>
                    <a:lnTo>
                      <a:pt x="950976" y="5230367"/>
                    </a:lnTo>
                    <a:lnTo>
                      <a:pt x="475488" y="5230367"/>
                    </a:lnTo>
                    <a:close/>
                    <a:moveTo>
                      <a:pt x="0" y="4279391"/>
                    </a:moveTo>
                    <a:lnTo>
                      <a:pt x="475488" y="4279391"/>
                    </a:lnTo>
                    <a:lnTo>
                      <a:pt x="475488" y="4754879"/>
                    </a:lnTo>
                    <a:lnTo>
                      <a:pt x="0" y="4754879"/>
                    </a:lnTo>
                    <a:close/>
                    <a:moveTo>
                      <a:pt x="475488" y="3803903"/>
                    </a:moveTo>
                    <a:lnTo>
                      <a:pt x="950976" y="3803903"/>
                    </a:lnTo>
                    <a:lnTo>
                      <a:pt x="950976" y="4279391"/>
                    </a:lnTo>
                    <a:lnTo>
                      <a:pt x="475488" y="4279391"/>
                    </a:lnTo>
                    <a:close/>
                    <a:moveTo>
                      <a:pt x="0" y="3328415"/>
                    </a:moveTo>
                    <a:lnTo>
                      <a:pt x="475488" y="3328415"/>
                    </a:lnTo>
                    <a:lnTo>
                      <a:pt x="475488" y="3803903"/>
                    </a:lnTo>
                    <a:lnTo>
                      <a:pt x="0" y="3803903"/>
                    </a:lnTo>
                    <a:close/>
                    <a:moveTo>
                      <a:pt x="475488" y="2852927"/>
                    </a:moveTo>
                    <a:lnTo>
                      <a:pt x="950976" y="2852927"/>
                    </a:lnTo>
                    <a:lnTo>
                      <a:pt x="950976" y="3328415"/>
                    </a:lnTo>
                    <a:lnTo>
                      <a:pt x="475488" y="3328415"/>
                    </a:lnTo>
                    <a:close/>
                    <a:moveTo>
                      <a:pt x="0" y="2377439"/>
                    </a:moveTo>
                    <a:lnTo>
                      <a:pt x="475488" y="2377439"/>
                    </a:lnTo>
                    <a:lnTo>
                      <a:pt x="475488" y="2852927"/>
                    </a:lnTo>
                    <a:lnTo>
                      <a:pt x="0" y="2852927"/>
                    </a:lnTo>
                    <a:close/>
                    <a:moveTo>
                      <a:pt x="475488" y="1901951"/>
                    </a:moveTo>
                    <a:lnTo>
                      <a:pt x="950976" y="1901951"/>
                    </a:lnTo>
                    <a:lnTo>
                      <a:pt x="950976" y="2377439"/>
                    </a:lnTo>
                    <a:lnTo>
                      <a:pt x="475488" y="2377439"/>
                    </a:lnTo>
                    <a:close/>
                    <a:moveTo>
                      <a:pt x="0" y="1426463"/>
                    </a:moveTo>
                    <a:lnTo>
                      <a:pt x="475488" y="1426463"/>
                    </a:lnTo>
                    <a:lnTo>
                      <a:pt x="475488" y="1901951"/>
                    </a:lnTo>
                    <a:lnTo>
                      <a:pt x="0" y="1901951"/>
                    </a:lnTo>
                    <a:close/>
                    <a:moveTo>
                      <a:pt x="475488" y="950976"/>
                    </a:moveTo>
                    <a:lnTo>
                      <a:pt x="950976" y="950976"/>
                    </a:lnTo>
                    <a:lnTo>
                      <a:pt x="950976" y="1426463"/>
                    </a:lnTo>
                    <a:lnTo>
                      <a:pt x="475488" y="1426463"/>
                    </a:lnTo>
                    <a:close/>
                    <a:moveTo>
                      <a:pt x="0" y="475488"/>
                    </a:moveTo>
                    <a:lnTo>
                      <a:pt x="475488" y="475488"/>
                    </a:lnTo>
                    <a:lnTo>
                      <a:pt x="475488" y="950976"/>
                    </a:lnTo>
                    <a:lnTo>
                      <a:pt x="0" y="950976"/>
                    </a:lnTo>
                    <a:close/>
                    <a:moveTo>
                      <a:pt x="475488" y="0"/>
                    </a:moveTo>
                    <a:lnTo>
                      <a:pt x="950976" y="0"/>
                    </a:lnTo>
                    <a:lnTo>
                      <a:pt x="950976" y="475488"/>
                    </a:lnTo>
                    <a:lnTo>
                      <a:pt x="475488" y="475488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VI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13039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1_race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6B2F2EF-5396-3B59-0D61-0373700AEC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1504" t="23573" r="11504" b="17150"/>
          <a:stretch/>
        </p:blipFill>
        <p:spPr>
          <a:xfrm>
            <a:off x="1" y="0"/>
            <a:ext cx="12191999" cy="5275386"/>
          </a:xfrm>
          <a:custGeom>
            <a:avLst/>
            <a:gdLst>
              <a:gd name="connsiteX0" fmla="*/ 0 w 12191999"/>
              <a:gd name="connsiteY0" fmla="*/ 0 h 5275386"/>
              <a:gd name="connsiteX1" fmla="*/ 12191999 w 12191999"/>
              <a:gd name="connsiteY1" fmla="*/ 0 h 5275386"/>
              <a:gd name="connsiteX2" fmla="*/ 12191999 w 12191999"/>
              <a:gd name="connsiteY2" fmla="*/ 5275386 h 5275386"/>
              <a:gd name="connsiteX3" fmla="*/ 0 w 12191999"/>
              <a:gd name="connsiteY3" fmla="*/ 5275386 h 5275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5275386">
                <a:moveTo>
                  <a:pt x="0" y="0"/>
                </a:moveTo>
                <a:lnTo>
                  <a:pt x="12191999" y="0"/>
                </a:lnTo>
                <a:lnTo>
                  <a:pt x="12191999" y="5275386"/>
                </a:lnTo>
                <a:lnTo>
                  <a:pt x="0" y="5275386"/>
                </a:lnTo>
                <a:close/>
              </a:path>
            </a:pathLst>
          </a:cu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2E997F0-C1F3-24EF-ECAA-B497F6508C95}"/>
              </a:ext>
            </a:extLst>
          </p:cNvPr>
          <p:cNvSpPr/>
          <p:nvPr userDrawn="1"/>
        </p:nvSpPr>
        <p:spPr bwMode="auto">
          <a:xfrm>
            <a:off x="1" y="0"/>
            <a:ext cx="12191998" cy="5275385"/>
          </a:xfrm>
          <a:prstGeom prst="rect">
            <a:avLst/>
          </a:prstGeom>
          <a:solidFill>
            <a:schemeClr val="accent3">
              <a:alpha val="6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VI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427B994-C30A-A621-54D5-CAD858E54DAC}"/>
              </a:ext>
            </a:extLst>
          </p:cNvPr>
          <p:cNvGrpSpPr/>
          <p:nvPr userDrawn="1"/>
        </p:nvGrpSpPr>
        <p:grpSpPr>
          <a:xfrm>
            <a:off x="11586518" y="8745"/>
            <a:ext cx="530469" cy="4687845"/>
            <a:chOff x="830900" y="904307"/>
            <a:chExt cx="966115" cy="5681437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1F32E38-2003-C9CB-EDE9-48270306B42D}"/>
                </a:ext>
              </a:extLst>
            </p:cNvPr>
            <p:cNvSpPr/>
            <p:nvPr/>
          </p:nvSpPr>
          <p:spPr bwMode="auto">
            <a:xfrm>
              <a:off x="830900" y="904307"/>
              <a:ext cx="242525" cy="56814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VI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F294B80-B533-583A-A809-CBA4FC82D2A3}"/>
                </a:ext>
              </a:extLst>
            </p:cNvPr>
            <p:cNvSpPr/>
            <p:nvPr/>
          </p:nvSpPr>
          <p:spPr bwMode="auto">
            <a:xfrm>
              <a:off x="1192695" y="904307"/>
              <a:ext cx="242525" cy="568143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VI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D286531-E127-1A48-4548-056095A3EA86}"/>
                </a:ext>
              </a:extLst>
            </p:cNvPr>
            <p:cNvSpPr/>
            <p:nvPr/>
          </p:nvSpPr>
          <p:spPr bwMode="auto">
            <a:xfrm>
              <a:off x="1554490" y="904307"/>
              <a:ext cx="242525" cy="56814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VI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A749D3B-E67E-2297-3F24-CC5522DC1497}"/>
              </a:ext>
            </a:extLst>
          </p:cNvPr>
          <p:cNvGrpSpPr/>
          <p:nvPr userDrawn="1"/>
        </p:nvGrpSpPr>
        <p:grpSpPr>
          <a:xfrm>
            <a:off x="-1" y="4698189"/>
            <a:ext cx="12191999" cy="555781"/>
            <a:chOff x="0" y="4194322"/>
            <a:chExt cx="9205985" cy="419661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67B3DA9-2CF2-6E56-9D8F-E44B9A4F7D08}"/>
                </a:ext>
              </a:extLst>
            </p:cNvPr>
            <p:cNvGrpSpPr/>
            <p:nvPr/>
          </p:nvGrpSpPr>
          <p:grpSpPr>
            <a:xfrm rot="5400000">
              <a:off x="3243017" y="952512"/>
              <a:ext cx="418454" cy="6904488"/>
              <a:chOff x="7708" y="-3748"/>
              <a:chExt cx="418454" cy="6904488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149931C5-3F83-9D18-5971-C4790A2EC8AB}"/>
                  </a:ext>
                </a:extLst>
              </p:cNvPr>
              <p:cNvGrpSpPr/>
              <p:nvPr/>
            </p:nvGrpSpPr>
            <p:grpSpPr>
              <a:xfrm>
                <a:off x="7708" y="-3748"/>
                <a:ext cx="418454" cy="2301496"/>
                <a:chOff x="1499616" y="987552"/>
                <a:chExt cx="950976" cy="5230368"/>
              </a:xfrm>
            </p:grpSpPr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2B791DAB-B5C7-8AE6-4AE6-D61E4189265C}"/>
                    </a:ext>
                  </a:extLst>
                </p:cNvPr>
                <p:cNvSpPr/>
                <p:nvPr/>
              </p:nvSpPr>
              <p:spPr bwMode="auto">
                <a:xfrm>
                  <a:off x="1499616" y="987552"/>
                  <a:ext cx="950976" cy="5230368"/>
                </a:xfrm>
                <a:custGeom>
                  <a:avLst/>
                  <a:gdLst>
                    <a:gd name="connsiteX0" fmla="*/ 0 w 950976"/>
                    <a:gd name="connsiteY0" fmla="*/ 4754880 h 5230368"/>
                    <a:gd name="connsiteX1" fmla="*/ 475488 w 950976"/>
                    <a:gd name="connsiteY1" fmla="*/ 4754880 h 5230368"/>
                    <a:gd name="connsiteX2" fmla="*/ 475488 w 950976"/>
                    <a:gd name="connsiteY2" fmla="*/ 5230368 h 5230368"/>
                    <a:gd name="connsiteX3" fmla="*/ 0 w 950976"/>
                    <a:gd name="connsiteY3" fmla="*/ 5230368 h 5230368"/>
                    <a:gd name="connsiteX4" fmla="*/ 475488 w 950976"/>
                    <a:gd name="connsiteY4" fmla="*/ 4279392 h 5230368"/>
                    <a:gd name="connsiteX5" fmla="*/ 950976 w 950976"/>
                    <a:gd name="connsiteY5" fmla="*/ 4279392 h 5230368"/>
                    <a:gd name="connsiteX6" fmla="*/ 950976 w 950976"/>
                    <a:gd name="connsiteY6" fmla="*/ 4754880 h 5230368"/>
                    <a:gd name="connsiteX7" fmla="*/ 475488 w 950976"/>
                    <a:gd name="connsiteY7" fmla="*/ 4754880 h 5230368"/>
                    <a:gd name="connsiteX8" fmla="*/ 0 w 950976"/>
                    <a:gd name="connsiteY8" fmla="*/ 3803904 h 5230368"/>
                    <a:gd name="connsiteX9" fmla="*/ 475488 w 950976"/>
                    <a:gd name="connsiteY9" fmla="*/ 3803904 h 5230368"/>
                    <a:gd name="connsiteX10" fmla="*/ 475488 w 950976"/>
                    <a:gd name="connsiteY10" fmla="*/ 4279392 h 5230368"/>
                    <a:gd name="connsiteX11" fmla="*/ 0 w 950976"/>
                    <a:gd name="connsiteY11" fmla="*/ 4279392 h 5230368"/>
                    <a:gd name="connsiteX12" fmla="*/ 475488 w 950976"/>
                    <a:gd name="connsiteY12" fmla="*/ 3328416 h 5230368"/>
                    <a:gd name="connsiteX13" fmla="*/ 950976 w 950976"/>
                    <a:gd name="connsiteY13" fmla="*/ 3328416 h 5230368"/>
                    <a:gd name="connsiteX14" fmla="*/ 950976 w 950976"/>
                    <a:gd name="connsiteY14" fmla="*/ 3803904 h 5230368"/>
                    <a:gd name="connsiteX15" fmla="*/ 475488 w 950976"/>
                    <a:gd name="connsiteY15" fmla="*/ 3803904 h 5230368"/>
                    <a:gd name="connsiteX16" fmla="*/ 0 w 950976"/>
                    <a:gd name="connsiteY16" fmla="*/ 2852928 h 5230368"/>
                    <a:gd name="connsiteX17" fmla="*/ 475488 w 950976"/>
                    <a:gd name="connsiteY17" fmla="*/ 2852928 h 5230368"/>
                    <a:gd name="connsiteX18" fmla="*/ 475488 w 950976"/>
                    <a:gd name="connsiteY18" fmla="*/ 3328416 h 5230368"/>
                    <a:gd name="connsiteX19" fmla="*/ 0 w 950976"/>
                    <a:gd name="connsiteY19" fmla="*/ 3328416 h 5230368"/>
                    <a:gd name="connsiteX20" fmla="*/ 475488 w 950976"/>
                    <a:gd name="connsiteY20" fmla="*/ 2377440 h 5230368"/>
                    <a:gd name="connsiteX21" fmla="*/ 950976 w 950976"/>
                    <a:gd name="connsiteY21" fmla="*/ 2377440 h 5230368"/>
                    <a:gd name="connsiteX22" fmla="*/ 950976 w 950976"/>
                    <a:gd name="connsiteY22" fmla="*/ 2852928 h 5230368"/>
                    <a:gd name="connsiteX23" fmla="*/ 475488 w 950976"/>
                    <a:gd name="connsiteY23" fmla="*/ 2852928 h 5230368"/>
                    <a:gd name="connsiteX24" fmla="*/ 0 w 950976"/>
                    <a:gd name="connsiteY24" fmla="*/ 1901952 h 5230368"/>
                    <a:gd name="connsiteX25" fmla="*/ 475488 w 950976"/>
                    <a:gd name="connsiteY25" fmla="*/ 1901952 h 5230368"/>
                    <a:gd name="connsiteX26" fmla="*/ 475488 w 950976"/>
                    <a:gd name="connsiteY26" fmla="*/ 2377440 h 5230368"/>
                    <a:gd name="connsiteX27" fmla="*/ 0 w 950976"/>
                    <a:gd name="connsiteY27" fmla="*/ 2377440 h 5230368"/>
                    <a:gd name="connsiteX28" fmla="*/ 475488 w 950976"/>
                    <a:gd name="connsiteY28" fmla="*/ 1426464 h 5230368"/>
                    <a:gd name="connsiteX29" fmla="*/ 950976 w 950976"/>
                    <a:gd name="connsiteY29" fmla="*/ 1426464 h 5230368"/>
                    <a:gd name="connsiteX30" fmla="*/ 950976 w 950976"/>
                    <a:gd name="connsiteY30" fmla="*/ 1901952 h 5230368"/>
                    <a:gd name="connsiteX31" fmla="*/ 475488 w 950976"/>
                    <a:gd name="connsiteY31" fmla="*/ 1901952 h 5230368"/>
                    <a:gd name="connsiteX32" fmla="*/ 0 w 950976"/>
                    <a:gd name="connsiteY32" fmla="*/ 950976 h 5230368"/>
                    <a:gd name="connsiteX33" fmla="*/ 475488 w 950976"/>
                    <a:gd name="connsiteY33" fmla="*/ 950976 h 5230368"/>
                    <a:gd name="connsiteX34" fmla="*/ 475488 w 950976"/>
                    <a:gd name="connsiteY34" fmla="*/ 1426464 h 5230368"/>
                    <a:gd name="connsiteX35" fmla="*/ 0 w 950976"/>
                    <a:gd name="connsiteY35" fmla="*/ 1426464 h 5230368"/>
                    <a:gd name="connsiteX36" fmla="*/ 475488 w 950976"/>
                    <a:gd name="connsiteY36" fmla="*/ 475488 h 5230368"/>
                    <a:gd name="connsiteX37" fmla="*/ 950976 w 950976"/>
                    <a:gd name="connsiteY37" fmla="*/ 475488 h 5230368"/>
                    <a:gd name="connsiteX38" fmla="*/ 950976 w 950976"/>
                    <a:gd name="connsiteY38" fmla="*/ 950976 h 5230368"/>
                    <a:gd name="connsiteX39" fmla="*/ 475488 w 950976"/>
                    <a:gd name="connsiteY39" fmla="*/ 950976 h 5230368"/>
                    <a:gd name="connsiteX40" fmla="*/ 0 w 950976"/>
                    <a:gd name="connsiteY40" fmla="*/ 0 h 5230368"/>
                    <a:gd name="connsiteX41" fmla="*/ 475488 w 950976"/>
                    <a:gd name="connsiteY41" fmla="*/ 0 h 5230368"/>
                    <a:gd name="connsiteX42" fmla="*/ 475488 w 950976"/>
                    <a:gd name="connsiteY42" fmla="*/ 475488 h 5230368"/>
                    <a:gd name="connsiteX43" fmla="*/ 0 w 950976"/>
                    <a:gd name="connsiteY43" fmla="*/ 475488 h 523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8">
                      <a:moveTo>
                        <a:pt x="0" y="4754880"/>
                      </a:moveTo>
                      <a:lnTo>
                        <a:pt x="475488" y="4754880"/>
                      </a:lnTo>
                      <a:lnTo>
                        <a:pt x="475488" y="5230368"/>
                      </a:lnTo>
                      <a:lnTo>
                        <a:pt x="0" y="5230368"/>
                      </a:lnTo>
                      <a:close/>
                      <a:moveTo>
                        <a:pt x="475488" y="4279392"/>
                      </a:moveTo>
                      <a:lnTo>
                        <a:pt x="950976" y="4279392"/>
                      </a:lnTo>
                      <a:lnTo>
                        <a:pt x="950976" y="4754880"/>
                      </a:lnTo>
                      <a:lnTo>
                        <a:pt x="475488" y="4754880"/>
                      </a:lnTo>
                      <a:close/>
                      <a:moveTo>
                        <a:pt x="0" y="3803904"/>
                      </a:moveTo>
                      <a:lnTo>
                        <a:pt x="475488" y="3803904"/>
                      </a:lnTo>
                      <a:lnTo>
                        <a:pt x="475488" y="4279392"/>
                      </a:lnTo>
                      <a:lnTo>
                        <a:pt x="0" y="4279392"/>
                      </a:lnTo>
                      <a:close/>
                      <a:moveTo>
                        <a:pt x="475488" y="3328416"/>
                      </a:moveTo>
                      <a:lnTo>
                        <a:pt x="950976" y="3328416"/>
                      </a:lnTo>
                      <a:lnTo>
                        <a:pt x="950976" y="3803904"/>
                      </a:lnTo>
                      <a:lnTo>
                        <a:pt x="475488" y="3803904"/>
                      </a:lnTo>
                      <a:close/>
                      <a:moveTo>
                        <a:pt x="0" y="2852928"/>
                      </a:moveTo>
                      <a:lnTo>
                        <a:pt x="475488" y="2852928"/>
                      </a:lnTo>
                      <a:lnTo>
                        <a:pt x="475488" y="3328416"/>
                      </a:lnTo>
                      <a:lnTo>
                        <a:pt x="0" y="3328416"/>
                      </a:lnTo>
                      <a:close/>
                      <a:moveTo>
                        <a:pt x="475488" y="2377440"/>
                      </a:moveTo>
                      <a:lnTo>
                        <a:pt x="950976" y="2377440"/>
                      </a:lnTo>
                      <a:lnTo>
                        <a:pt x="950976" y="2852928"/>
                      </a:lnTo>
                      <a:lnTo>
                        <a:pt x="475488" y="2852928"/>
                      </a:lnTo>
                      <a:close/>
                      <a:moveTo>
                        <a:pt x="0" y="1901952"/>
                      </a:moveTo>
                      <a:lnTo>
                        <a:pt x="475488" y="1901952"/>
                      </a:lnTo>
                      <a:lnTo>
                        <a:pt x="475488" y="2377440"/>
                      </a:lnTo>
                      <a:lnTo>
                        <a:pt x="0" y="2377440"/>
                      </a:lnTo>
                      <a:close/>
                      <a:moveTo>
                        <a:pt x="475488" y="1426464"/>
                      </a:moveTo>
                      <a:lnTo>
                        <a:pt x="950976" y="1426464"/>
                      </a:lnTo>
                      <a:lnTo>
                        <a:pt x="950976" y="1901952"/>
                      </a:lnTo>
                      <a:lnTo>
                        <a:pt x="475488" y="1901952"/>
                      </a:lnTo>
                      <a:close/>
                      <a:moveTo>
                        <a:pt x="0" y="950976"/>
                      </a:moveTo>
                      <a:lnTo>
                        <a:pt x="475488" y="950976"/>
                      </a:lnTo>
                      <a:lnTo>
                        <a:pt x="475488" y="1426464"/>
                      </a:lnTo>
                      <a:lnTo>
                        <a:pt x="0" y="1426464"/>
                      </a:lnTo>
                      <a:close/>
                      <a:moveTo>
                        <a:pt x="475488" y="475488"/>
                      </a:moveTo>
                      <a:lnTo>
                        <a:pt x="950976" y="475488"/>
                      </a:lnTo>
                      <a:lnTo>
                        <a:pt x="950976" y="950976"/>
                      </a:lnTo>
                      <a:lnTo>
                        <a:pt x="475488" y="950976"/>
                      </a:lnTo>
                      <a:close/>
                      <a:moveTo>
                        <a:pt x="0" y="0"/>
                      </a:moveTo>
                      <a:lnTo>
                        <a:pt x="475488" y="0"/>
                      </a:lnTo>
                      <a:lnTo>
                        <a:pt x="475488" y="475488"/>
                      </a:lnTo>
                      <a:lnTo>
                        <a:pt x="0" y="4754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23B4BE54-19D9-81C0-6676-A8F55224F7B8}"/>
                    </a:ext>
                  </a:extLst>
                </p:cNvPr>
                <p:cNvSpPr/>
                <p:nvPr/>
              </p:nvSpPr>
              <p:spPr bwMode="auto">
                <a:xfrm>
                  <a:off x="1499616" y="987553"/>
                  <a:ext cx="950976" cy="5230367"/>
                </a:xfrm>
                <a:custGeom>
                  <a:avLst/>
                  <a:gdLst>
                    <a:gd name="connsiteX0" fmla="*/ 475488 w 950976"/>
                    <a:gd name="connsiteY0" fmla="*/ 4754879 h 5230367"/>
                    <a:gd name="connsiteX1" fmla="*/ 950976 w 950976"/>
                    <a:gd name="connsiteY1" fmla="*/ 4754879 h 5230367"/>
                    <a:gd name="connsiteX2" fmla="*/ 950976 w 950976"/>
                    <a:gd name="connsiteY2" fmla="*/ 5230367 h 5230367"/>
                    <a:gd name="connsiteX3" fmla="*/ 475488 w 950976"/>
                    <a:gd name="connsiteY3" fmla="*/ 5230367 h 5230367"/>
                    <a:gd name="connsiteX4" fmla="*/ 0 w 950976"/>
                    <a:gd name="connsiteY4" fmla="*/ 4279391 h 5230367"/>
                    <a:gd name="connsiteX5" fmla="*/ 475488 w 950976"/>
                    <a:gd name="connsiteY5" fmla="*/ 4279391 h 5230367"/>
                    <a:gd name="connsiteX6" fmla="*/ 475488 w 950976"/>
                    <a:gd name="connsiteY6" fmla="*/ 4754879 h 5230367"/>
                    <a:gd name="connsiteX7" fmla="*/ 0 w 950976"/>
                    <a:gd name="connsiteY7" fmla="*/ 4754879 h 5230367"/>
                    <a:gd name="connsiteX8" fmla="*/ 475488 w 950976"/>
                    <a:gd name="connsiteY8" fmla="*/ 3803903 h 5230367"/>
                    <a:gd name="connsiteX9" fmla="*/ 950976 w 950976"/>
                    <a:gd name="connsiteY9" fmla="*/ 3803903 h 5230367"/>
                    <a:gd name="connsiteX10" fmla="*/ 950976 w 950976"/>
                    <a:gd name="connsiteY10" fmla="*/ 4279391 h 5230367"/>
                    <a:gd name="connsiteX11" fmla="*/ 475488 w 950976"/>
                    <a:gd name="connsiteY11" fmla="*/ 4279391 h 5230367"/>
                    <a:gd name="connsiteX12" fmla="*/ 0 w 950976"/>
                    <a:gd name="connsiteY12" fmla="*/ 3328415 h 5230367"/>
                    <a:gd name="connsiteX13" fmla="*/ 475488 w 950976"/>
                    <a:gd name="connsiteY13" fmla="*/ 3328415 h 5230367"/>
                    <a:gd name="connsiteX14" fmla="*/ 475488 w 950976"/>
                    <a:gd name="connsiteY14" fmla="*/ 3803903 h 5230367"/>
                    <a:gd name="connsiteX15" fmla="*/ 0 w 950976"/>
                    <a:gd name="connsiteY15" fmla="*/ 3803903 h 5230367"/>
                    <a:gd name="connsiteX16" fmla="*/ 475488 w 950976"/>
                    <a:gd name="connsiteY16" fmla="*/ 2852927 h 5230367"/>
                    <a:gd name="connsiteX17" fmla="*/ 950976 w 950976"/>
                    <a:gd name="connsiteY17" fmla="*/ 2852927 h 5230367"/>
                    <a:gd name="connsiteX18" fmla="*/ 950976 w 950976"/>
                    <a:gd name="connsiteY18" fmla="*/ 3328415 h 5230367"/>
                    <a:gd name="connsiteX19" fmla="*/ 475488 w 950976"/>
                    <a:gd name="connsiteY19" fmla="*/ 3328415 h 5230367"/>
                    <a:gd name="connsiteX20" fmla="*/ 0 w 950976"/>
                    <a:gd name="connsiteY20" fmla="*/ 2377439 h 5230367"/>
                    <a:gd name="connsiteX21" fmla="*/ 475488 w 950976"/>
                    <a:gd name="connsiteY21" fmla="*/ 2377439 h 5230367"/>
                    <a:gd name="connsiteX22" fmla="*/ 475488 w 950976"/>
                    <a:gd name="connsiteY22" fmla="*/ 2852927 h 5230367"/>
                    <a:gd name="connsiteX23" fmla="*/ 0 w 950976"/>
                    <a:gd name="connsiteY23" fmla="*/ 2852927 h 5230367"/>
                    <a:gd name="connsiteX24" fmla="*/ 475488 w 950976"/>
                    <a:gd name="connsiteY24" fmla="*/ 1901951 h 5230367"/>
                    <a:gd name="connsiteX25" fmla="*/ 950976 w 950976"/>
                    <a:gd name="connsiteY25" fmla="*/ 1901951 h 5230367"/>
                    <a:gd name="connsiteX26" fmla="*/ 950976 w 950976"/>
                    <a:gd name="connsiteY26" fmla="*/ 2377439 h 5230367"/>
                    <a:gd name="connsiteX27" fmla="*/ 475488 w 950976"/>
                    <a:gd name="connsiteY27" fmla="*/ 2377439 h 5230367"/>
                    <a:gd name="connsiteX28" fmla="*/ 0 w 950976"/>
                    <a:gd name="connsiteY28" fmla="*/ 1426463 h 5230367"/>
                    <a:gd name="connsiteX29" fmla="*/ 475488 w 950976"/>
                    <a:gd name="connsiteY29" fmla="*/ 1426463 h 5230367"/>
                    <a:gd name="connsiteX30" fmla="*/ 475488 w 950976"/>
                    <a:gd name="connsiteY30" fmla="*/ 1901951 h 5230367"/>
                    <a:gd name="connsiteX31" fmla="*/ 0 w 950976"/>
                    <a:gd name="connsiteY31" fmla="*/ 1901951 h 5230367"/>
                    <a:gd name="connsiteX32" fmla="*/ 475488 w 950976"/>
                    <a:gd name="connsiteY32" fmla="*/ 950976 h 5230367"/>
                    <a:gd name="connsiteX33" fmla="*/ 950976 w 950976"/>
                    <a:gd name="connsiteY33" fmla="*/ 950976 h 5230367"/>
                    <a:gd name="connsiteX34" fmla="*/ 950976 w 950976"/>
                    <a:gd name="connsiteY34" fmla="*/ 1426463 h 5230367"/>
                    <a:gd name="connsiteX35" fmla="*/ 475488 w 950976"/>
                    <a:gd name="connsiteY35" fmla="*/ 1426463 h 5230367"/>
                    <a:gd name="connsiteX36" fmla="*/ 0 w 950976"/>
                    <a:gd name="connsiteY36" fmla="*/ 475488 h 5230367"/>
                    <a:gd name="connsiteX37" fmla="*/ 475488 w 950976"/>
                    <a:gd name="connsiteY37" fmla="*/ 475488 h 5230367"/>
                    <a:gd name="connsiteX38" fmla="*/ 475488 w 950976"/>
                    <a:gd name="connsiteY38" fmla="*/ 950976 h 5230367"/>
                    <a:gd name="connsiteX39" fmla="*/ 0 w 950976"/>
                    <a:gd name="connsiteY39" fmla="*/ 950976 h 5230367"/>
                    <a:gd name="connsiteX40" fmla="*/ 475488 w 950976"/>
                    <a:gd name="connsiteY40" fmla="*/ 0 h 5230367"/>
                    <a:gd name="connsiteX41" fmla="*/ 950976 w 950976"/>
                    <a:gd name="connsiteY41" fmla="*/ 0 h 5230367"/>
                    <a:gd name="connsiteX42" fmla="*/ 950976 w 950976"/>
                    <a:gd name="connsiteY42" fmla="*/ 475488 h 5230367"/>
                    <a:gd name="connsiteX43" fmla="*/ 475488 w 950976"/>
                    <a:gd name="connsiteY43" fmla="*/ 475488 h 52303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7">
                      <a:moveTo>
                        <a:pt x="475488" y="4754879"/>
                      </a:moveTo>
                      <a:lnTo>
                        <a:pt x="950976" y="4754879"/>
                      </a:lnTo>
                      <a:lnTo>
                        <a:pt x="950976" y="5230367"/>
                      </a:lnTo>
                      <a:lnTo>
                        <a:pt x="475488" y="5230367"/>
                      </a:lnTo>
                      <a:close/>
                      <a:moveTo>
                        <a:pt x="0" y="4279391"/>
                      </a:moveTo>
                      <a:lnTo>
                        <a:pt x="475488" y="4279391"/>
                      </a:lnTo>
                      <a:lnTo>
                        <a:pt x="475488" y="4754879"/>
                      </a:lnTo>
                      <a:lnTo>
                        <a:pt x="0" y="4754879"/>
                      </a:lnTo>
                      <a:close/>
                      <a:moveTo>
                        <a:pt x="475488" y="3803903"/>
                      </a:moveTo>
                      <a:lnTo>
                        <a:pt x="950976" y="3803903"/>
                      </a:lnTo>
                      <a:lnTo>
                        <a:pt x="950976" y="4279391"/>
                      </a:lnTo>
                      <a:lnTo>
                        <a:pt x="475488" y="4279391"/>
                      </a:lnTo>
                      <a:close/>
                      <a:moveTo>
                        <a:pt x="0" y="3328415"/>
                      </a:moveTo>
                      <a:lnTo>
                        <a:pt x="475488" y="3328415"/>
                      </a:lnTo>
                      <a:lnTo>
                        <a:pt x="475488" y="3803903"/>
                      </a:lnTo>
                      <a:lnTo>
                        <a:pt x="0" y="3803903"/>
                      </a:lnTo>
                      <a:close/>
                      <a:moveTo>
                        <a:pt x="475488" y="2852927"/>
                      </a:moveTo>
                      <a:lnTo>
                        <a:pt x="950976" y="2852927"/>
                      </a:lnTo>
                      <a:lnTo>
                        <a:pt x="950976" y="3328415"/>
                      </a:lnTo>
                      <a:lnTo>
                        <a:pt x="475488" y="3328415"/>
                      </a:lnTo>
                      <a:close/>
                      <a:moveTo>
                        <a:pt x="0" y="2377439"/>
                      </a:moveTo>
                      <a:lnTo>
                        <a:pt x="475488" y="2377439"/>
                      </a:lnTo>
                      <a:lnTo>
                        <a:pt x="475488" y="2852927"/>
                      </a:lnTo>
                      <a:lnTo>
                        <a:pt x="0" y="2852927"/>
                      </a:lnTo>
                      <a:close/>
                      <a:moveTo>
                        <a:pt x="475488" y="1901951"/>
                      </a:moveTo>
                      <a:lnTo>
                        <a:pt x="950976" y="1901951"/>
                      </a:lnTo>
                      <a:lnTo>
                        <a:pt x="950976" y="2377439"/>
                      </a:lnTo>
                      <a:lnTo>
                        <a:pt x="475488" y="2377439"/>
                      </a:lnTo>
                      <a:close/>
                      <a:moveTo>
                        <a:pt x="0" y="1426463"/>
                      </a:moveTo>
                      <a:lnTo>
                        <a:pt x="475488" y="1426463"/>
                      </a:lnTo>
                      <a:lnTo>
                        <a:pt x="475488" y="1901951"/>
                      </a:lnTo>
                      <a:lnTo>
                        <a:pt x="0" y="1901951"/>
                      </a:lnTo>
                      <a:close/>
                      <a:moveTo>
                        <a:pt x="475488" y="950976"/>
                      </a:moveTo>
                      <a:lnTo>
                        <a:pt x="950976" y="950976"/>
                      </a:lnTo>
                      <a:lnTo>
                        <a:pt x="950976" y="1426463"/>
                      </a:lnTo>
                      <a:lnTo>
                        <a:pt x="475488" y="1426463"/>
                      </a:lnTo>
                      <a:close/>
                      <a:moveTo>
                        <a:pt x="0" y="475488"/>
                      </a:moveTo>
                      <a:lnTo>
                        <a:pt x="475488" y="475488"/>
                      </a:lnTo>
                      <a:lnTo>
                        <a:pt x="475488" y="950976"/>
                      </a:lnTo>
                      <a:lnTo>
                        <a:pt x="0" y="950976"/>
                      </a:lnTo>
                      <a:close/>
                      <a:moveTo>
                        <a:pt x="475488" y="0"/>
                      </a:moveTo>
                      <a:lnTo>
                        <a:pt x="950976" y="0"/>
                      </a:lnTo>
                      <a:lnTo>
                        <a:pt x="950976" y="475488"/>
                      </a:lnTo>
                      <a:lnTo>
                        <a:pt x="475488" y="47548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</p:grp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7E7C0524-ACF5-F63E-4FC8-DBB84FB1055A}"/>
                  </a:ext>
                </a:extLst>
              </p:cNvPr>
              <p:cNvGrpSpPr/>
              <p:nvPr/>
            </p:nvGrpSpPr>
            <p:grpSpPr>
              <a:xfrm flipH="1">
                <a:off x="7708" y="2297748"/>
                <a:ext cx="418454" cy="2301496"/>
                <a:chOff x="1499616" y="987552"/>
                <a:chExt cx="950976" cy="5230368"/>
              </a:xfrm>
            </p:grpSpPr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E5DC6048-05AE-656C-99FB-FD3899BDFABB}"/>
                    </a:ext>
                  </a:extLst>
                </p:cNvPr>
                <p:cNvSpPr/>
                <p:nvPr/>
              </p:nvSpPr>
              <p:spPr bwMode="auto">
                <a:xfrm>
                  <a:off x="1499616" y="987552"/>
                  <a:ext cx="950976" cy="5230368"/>
                </a:xfrm>
                <a:custGeom>
                  <a:avLst/>
                  <a:gdLst>
                    <a:gd name="connsiteX0" fmla="*/ 0 w 950976"/>
                    <a:gd name="connsiteY0" fmla="*/ 4754880 h 5230368"/>
                    <a:gd name="connsiteX1" fmla="*/ 475488 w 950976"/>
                    <a:gd name="connsiteY1" fmla="*/ 4754880 h 5230368"/>
                    <a:gd name="connsiteX2" fmla="*/ 475488 w 950976"/>
                    <a:gd name="connsiteY2" fmla="*/ 5230368 h 5230368"/>
                    <a:gd name="connsiteX3" fmla="*/ 0 w 950976"/>
                    <a:gd name="connsiteY3" fmla="*/ 5230368 h 5230368"/>
                    <a:gd name="connsiteX4" fmla="*/ 475488 w 950976"/>
                    <a:gd name="connsiteY4" fmla="*/ 4279392 h 5230368"/>
                    <a:gd name="connsiteX5" fmla="*/ 950976 w 950976"/>
                    <a:gd name="connsiteY5" fmla="*/ 4279392 h 5230368"/>
                    <a:gd name="connsiteX6" fmla="*/ 950976 w 950976"/>
                    <a:gd name="connsiteY6" fmla="*/ 4754880 h 5230368"/>
                    <a:gd name="connsiteX7" fmla="*/ 475488 w 950976"/>
                    <a:gd name="connsiteY7" fmla="*/ 4754880 h 5230368"/>
                    <a:gd name="connsiteX8" fmla="*/ 0 w 950976"/>
                    <a:gd name="connsiteY8" fmla="*/ 3803904 h 5230368"/>
                    <a:gd name="connsiteX9" fmla="*/ 475488 w 950976"/>
                    <a:gd name="connsiteY9" fmla="*/ 3803904 h 5230368"/>
                    <a:gd name="connsiteX10" fmla="*/ 475488 w 950976"/>
                    <a:gd name="connsiteY10" fmla="*/ 4279392 h 5230368"/>
                    <a:gd name="connsiteX11" fmla="*/ 0 w 950976"/>
                    <a:gd name="connsiteY11" fmla="*/ 4279392 h 5230368"/>
                    <a:gd name="connsiteX12" fmla="*/ 475488 w 950976"/>
                    <a:gd name="connsiteY12" fmla="*/ 3328416 h 5230368"/>
                    <a:gd name="connsiteX13" fmla="*/ 950976 w 950976"/>
                    <a:gd name="connsiteY13" fmla="*/ 3328416 h 5230368"/>
                    <a:gd name="connsiteX14" fmla="*/ 950976 w 950976"/>
                    <a:gd name="connsiteY14" fmla="*/ 3803904 h 5230368"/>
                    <a:gd name="connsiteX15" fmla="*/ 475488 w 950976"/>
                    <a:gd name="connsiteY15" fmla="*/ 3803904 h 5230368"/>
                    <a:gd name="connsiteX16" fmla="*/ 0 w 950976"/>
                    <a:gd name="connsiteY16" fmla="*/ 2852928 h 5230368"/>
                    <a:gd name="connsiteX17" fmla="*/ 475488 w 950976"/>
                    <a:gd name="connsiteY17" fmla="*/ 2852928 h 5230368"/>
                    <a:gd name="connsiteX18" fmla="*/ 475488 w 950976"/>
                    <a:gd name="connsiteY18" fmla="*/ 3328416 h 5230368"/>
                    <a:gd name="connsiteX19" fmla="*/ 0 w 950976"/>
                    <a:gd name="connsiteY19" fmla="*/ 3328416 h 5230368"/>
                    <a:gd name="connsiteX20" fmla="*/ 475488 w 950976"/>
                    <a:gd name="connsiteY20" fmla="*/ 2377440 h 5230368"/>
                    <a:gd name="connsiteX21" fmla="*/ 950976 w 950976"/>
                    <a:gd name="connsiteY21" fmla="*/ 2377440 h 5230368"/>
                    <a:gd name="connsiteX22" fmla="*/ 950976 w 950976"/>
                    <a:gd name="connsiteY22" fmla="*/ 2852928 h 5230368"/>
                    <a:gd name="connsiteX23" fmla="*/ 475488 w 950976"/>
                    <a:gd name="connsiteY23" fmla="*/ 2852928 h 5230368"/>
                    <a:gd name="connsiteX24" fmla="*/ 0 w 950976"/>
                    <a:gd name="connsiteY24" fmla="*/ 1901952 h 5230368"/>
                    <a:gd name="connsiteX25" fmla="*/ 475488 w 950976"/>
                    <a:gd name="connsiteY25" fmla="*/ 1901952 h 5230368"/>
                    <a:gd name="connsiteX26" fmla="*/ 475488 w 950976"/>
                    <a:gd name="connsiteY26" fmla="*/ 2377440 h 5230368"/>
                    <a:gd name="connsiteX27" fmla="*/ 0 w 950976"/>
                    <a:gd name="connsiteY27" fmla="*/ 2377440 h 5230368"/>
                    <a:gd name="connsiteX28" fmla="*/ 475488 w 950976"/>
                    <a:gd name="connsiteY28" fmla="*/ 1426464 h 5230368"/>
                    <a:gd name="connsiteX29" fmla="*/ 950976 w 950976"/>
                    <a:gd name="connsiteY29" fmla="*/ 1426464 h 5230368"/>
                    <a:gd name="connsiteX30" fmla="*/ 950976 w 950976"/>
                    <a:gd name="connsiteY30" fmla="*/ 1901952 h 5230368"/>
                    <a:gd name="connsiteX31" fmla="*/ 475488 w 950976"/>
                    <a:gd name="connsiteY31" fmla="*/ 1901952 h 5230368"/>
                    <a:gd name="connsiteX32" fmla="*/ 0 w 950976"/>
                    <a:gd name="connsiteY32" fmla="*/ 950976 h 5230368"/>
                    <a:gd name="connsiteX33" fmla="*/ 475488 w 950976"/>
                    <a:gd name="connsiteY33" fmla="*/ 950976 h 5230368"/>
                    <a:gd name="connsiteX34" fmla="*/ 475488 w 950976"/>
                    <a:gd name="connsiteY34" fmla="*/ 1426464 h 5230368"/>
                    <a:gd name="connsiteX35" fmla="*/ 0 w 950976"/>
                    <a:gd name="connsiteY35" fmla="*/ 1426464 h 5230368"/>
                    <a:gd name="connsiteX36" fmla="*/ 475488 w 950976"/>
                    <a:gd name="connsiteY36" fmla="*/ 475488 h 5230368"/>
                    <a:gd name="connsiteX37" fmla="*/ 950976 w 950976"/>
                    <a:gd name="connsiteY37" fmla="*/ 475488 h 5230368"/>
                    <a:gd name="connsiteX38" fmla="*/ 950976 w 950976"/>
                    <a:gd name="connsiteY38" fmla="*/ 950976 h 5230368"/>
                    <a:gd name="connsiteX39" fmla="*/ 475488 w 950976"/>
                    <a:gd name="connsiteY39" fmla="*/ 950976 h 5230368"/>
                    <a:gd name="connsiteX40" fmla="*/ 0 w 950976"/>
                    <a:gd name="connsiteY40" fmla="*/ 0 h 5230368"/>
                    <a:gd name="connsiteX41" fmla="*/ 475488 w 950976"/>
                    <a:gd name="connsiteY41" fmla="*/ 0 h 5230368"/>
                    <a:gd name="connsiteX42" fmla="*/ 475488 w 950976"/>
                    <a:gd name="connsiteY42" fmla="*/ 475488 h 5230368"/>
                    <a:gd name="connsiteX43" fmla="*/ 0 w 950976"/>
                    <a:gd name="connsiteY43" fmla="*/ 475488 h 523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8">
                      <a:moveTo>
                        <a:pt x="0" y="4754880"/>
                      </a:moveTo>
                      <a:lnTo>
                        <a:pt x="475488" y="4754880"/>
                      </a:lnTo>
                      <a:lnTo>
                        <a:pt x="475488" y="5230368"/>
                      </a:lnTo>
                      <a:lnTo>
                        <a:pt x="0" y="5230368"/>
                      </a:lnTo>
                      <a:close/>
                      <a:moveTo>
                        <a:pt x="475488" y="4279392"/>
                      </a:moveTo>
                      <a:lnTo>
                        <a:pt x="950976" y="4279392"/>
                      </a:lnTo>
                      <a:lnTo>
                        <a:pt x="950976" y="4754880"/>
                      </a:lnTo>
                      <a:lnTo>
                        <a:pt x="475488" y="4754880"/>
                      </a:lnTo>
                      <a:close/>
                      <a:moveTo>
                        <a:pt x="0" y="3803904"/>
                      </a:moveTo>
                      <a:lnTo>
                        <a:pt x="475488" y="3803904"/>
                      </a:lnTo>
                      <a:lnTo>
                        <a:pt x="475488" y="4279392"/>
                      </a:lnTo>
                      <a:lnTo>
                        <a:pt x="0" y="4279392"/>
                      </a:lnTo>
                      <a:close/>
                      <a:moveTo>
                        <a:pt x="475488" y="3328416"/>
                      </a:moveTo>
                      <a:lnTo>
                        <a:pt x="950976" y="3328416"/>
                      </a:lnTo>
                      <a:lnTo>
                        <a:pt x="950976" y="3803904"/>
                      </a:lnTo>
                      <a:lnTo>
                        <a:pt x="475488" y="3803904"/>
                      </a:lnTo>
                      <a:close/>
                      <a:moveTo>
                        <a:pt x="0" y="2852928"/>
                      </a:moveTo>
                      <a:lnTo>
                        <a:pt x="475488" y="2852928"/>
                      </a:lnTo>
                      <a:lnTo>
                        <a:pt x="475488" y="3328416"/>
                      </a:lnTo>
                      <a:lnTo>
                        <a:pt x="0" y="3328416"/>
                      </a:lnTo>
                      <a:close/>
                      <a:moveTo>
                        <a:pt x="475488" y="2377440"/>
                      </a:moveTo>
                      <a:lnTo>
                        <a:pt x="950976" y="2377440"/>
                      </a:lnTo>
                      <a:lnTo>
                        <a:pt x="950976" y="2852928"/>
                      </a:lnTo>
                      <a:lnTo>
                        <a:pt x="475488" y="2852928"/>
                      </a:lnTo>
                      <a:close/>
                      <a:moveTo>
                        <a:pt x="0" y="1901952"/>
                      </a:moveTo>
                      <a:lnTo>
                        <a:pt x="475488" y="1901952"/>
                      </a:lnTo>
                      <a:lnTo>
                        <a:pt x="475488" y="2377440"/>
                      </a:lnTo>
                      <a:lnTo>
                        <a:pt x="0" y="2377440"/>
                      </a:lnTo>
                      <a:close/>
                      <a:moveTo>
                        <a:pt x="475488" y="1426464"/>
                      </a:moveTo>
                      <a:lnTo>
                        <a:pt x="950976" y="1426464"/>
                      </a:lnTo>
                      <a:lnTo>
                        <a:pt x="950976" y="1901952"/>
                      </a:lnTo>
                      <a:lnTo>
                        <a:pt x="475488" y="1901952"/>
                      </a:lnTo>
                      <a:close/>
                      <a:moveTo>
                        <a:pt x="0" y="950976"/>
                      </a:moveTo>
                      <a:lnTo>
                        <a:pt x="475488" y="950976"/>
                      </a:lnTo>
                      <a:lnTo>
                        <a:pt x="475488" y="1426464"/>
                      </a:lnTo>
                      <a:lnTo>
                        <a:pt x="0" y="1426464"/>
                      </a:lnTo>
                      <a:close/>
                      <a:moveTo>
                        <a:pt x="475488" y="475488"/>
                      </a:moveTo>
                      <a:lnTo>
                        <a:pt x="950976" y="475488"/>
                      </a:lnTo>
                      <a:lnTo>
                        <a:pt x="950976" y="950976"/>
                      </a:lnTo>
                      <a:lnTo>
                        <a:pt x="475488" y="950976"/>
                      </a:lnTo>
                      <a:close/>
                      <a:moveTo>
                        <a:pt x="0" y="0"/>
                      </a:moveTo>
                      <a:lnTo>
                        <a:pt x="475488" y="0"/>
                      </a:lnTo>
                      <a:lnTo>
                        <a:pt x="475488" y="475488"/>
                      </a:lnTo>
                      <a:lnTo>
                        <a:pt x="0" y="4754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5EAE2C01-E702-895A-97A3-0954D40161E0}"/>
                    </a:ext>
                  </a:extLst>
                </p:cNvPr>
                <p:cNvSpPr/>
                <p:nvPr/>
              </p:nvSpPr>
              <p:spPr bwMode="auto">
                <a:xfrm>
                  <a:off x="1499616" y="987553"/>
                  <a:ext cx="950976" cy="5230367"/>
                </a:xfrm>
                <a:custGeom>
                  <a:avLst/>
                  <a:gdLst>
                    <a:gd name="connsiteX0" fmla="*/ 475488 w 950976"/>
                    <a:gd name="connsiteY0" fmla="*/ 4754879 h 5230367"/>
                    <a:gd name="connsiteX1" fmla="*/ 950976 w 950976"/>
                    <a:gd name="connsiteY1" fmla="*/ 4754879 h 5230367"/>
                    <a:gd name="connsiteX2" fmla="*/ 950976 w 950976"/>
                    <a:gd name="connsiteY2" fmla="*/ 5230367 h 5230367"/>
                    <a:gd name="connsiteX3" fmla="*/ 475488 w 950976"/>
                    <a:gd name="connsiteY3" fmla="*/ 5230367 h 5230367"/>
                    <a:gd name="connsiteX4" fmla="*/ 0 w 950976"/>
                    <a:gd name="connsiteY4" fmla="*/ 4279391 h 5230367"/>
                    <a:gd name="connsiteX5" fmla="*/ 475488 w 950976"/>
                    <a:gd name="connsiteY5" fmla="*/ 4279391 h 5230367"/>
                    <a:gd name="connsiteX6" fmla="*/ 475488 w 950976"/>
                    <a:gd name="connsiteY6" fmla="*/ 4754879 h 5230367"/>
                    <a:gd name="connsiteX7" fmla="*/ 0 w 950976"/>
                    <a:gd name="connsiteY7" fmla="*/ 4754879 h 5230367"/>
                    <a:gd name="connsiteX8" fmla="*/ 475488 w 950976"/>
                    <a:gd name="connsiteY8" fmla="*/ 3803903 h 5230367"/>
                    <a:gd name="connsiteX9" fmla="*/ 950976 w 950976"/>
                    <a:gd name="connsiteY9" fmla="*/ 3803903 h 5230367"/>
                    <a:gd name="connsiteX10" fmla="*/ 950976 w 950976"/>
                    <a:gd name="connsiteY10" fmla="*/ 4279391 h 5230367"/>
                    <a:gd name="connsiteX11" fmla="*/ 475488 w 950976"/>
                    <a:gd name="connsiteY11" fmla="*/ 4279391 h 5230367"/>
                    <a:gd name="connsiteX12" fmla="*/ 0 w 950976"/>
                    <a:gd name="connsiteY12" fmla="*/ 3328415 h 5230367"/>
                    <a:gd name="connsiteX13" fmla="*/ 475488 w 950976"/>
                    <a:gd name="connsiteY13" fmla="*/ 3328415 h 5230367"/>
                    <a:gd name="connsiteX14" fmla="*/ 475488 w 950976"/>
                    <a:gd name="connsiteY14" fmla="*/ 3803903 h 5230367"/>
                    <a:gd name="connsiteX15" fmla="*/ 0 w 950976"/>
                    <a:gd name="connsiteY15" fmla="*/ 3803903 h 5230367"/>
                    <a:gd name="connsiteX16" fmla="*/ 475488 w 950976"/>
                    <a:gd name="connsiteY16" fmla="*/ 2852927 h 5230367"/>
                    <a:gd name="connsiteX17" fmla="*/ 950976 w 950976"/>
                    <a:gd name="connsiteY17" fmla="*/ 2852927 h 5230367"/>
                    <a:gd name="connsiteX18" fmla="*/ 950976 w 950976"/>
                    <a:gd name="connsiteY18" fmla="*/ 3328415 h 5230367"/>
                    <a:gd name="connsiteX19" fmla="*/ 475488 w 950976"/>
                    <a:gd name="connsiteY19" fmla="*/ 3328415 h 5230367"/>
                    <a:gd name="connsiteX20" fmla="*/ 0 w 950976"/>
                    <a:gd name="connsiteY20" fmla="*/ 2377439 h 5230367"/>
                    <a:gd name="connsiteX21" fmla="*/ 475488 w 950976"/>
                    <a:gd name="connsiteY21" fmla="*/ 2377439 h 5230367"/>
                    <a:gd name="connsiteX22" fmla="*/ 475488 w 950976"/>
                    <a:gd name="connsiteY22" fmla="*/ 2852927 h 5230367"/>
                    <a:gd name="connsiteX23" fmla="*/ 0 w 950976"/>
                    <a:gd name="connsiteY23" fmla="*/ 2852927 h 5230367"/>
                    <a:gd name="connsiteX24" fmla="*/ 475488 w 950976"/>
                    <a:gd name="connsiteY24" fmla="*/ 1901951 h 5230367"/>
                    <a:gd name="connsiteX25" fmla="*/ 950976 w 950976"/>
                    <a:gd name="connsiteY25" fmla="*/ 1901951 h 5230367"/>
                    <a:gd name="connsiteX26" fmla="*/ 950976 w 950976"/>
                    <a:gd name="connsiteY26" fmla="*/ 2377439 h 5230367"/>
                    <a:gd name="connsiteX27" fmla="*/ 475488 w 950976"/>
                    <a:gd name="connsiteY27" fmla="*/ 2377439 h 5230367"/>
                    <a:gd name="connsiteX28" fmla="*/ 0 w 950976"/>
                    <a:gd name="connsiteY28" fmla="*/ 1426463 h 5230367"/>
                    <a:gd name="connsiteX29" fmla="*/ 475488 w 950976"/>
                    <a:gd name="connsiteY29" fmla="*/ 1426463 h 5230367"/>
                    <a:gd name="connsiteX30" fmla="*/ 475488 w 950976"/>
                    <a:gd name="connsiteY30" fmla="*/ 1901951 h 5230367"/>
                    <a:gd name="connsiteX31" fmla="*/ 0 w 950976"/>
                    <a:gd name="connsiteY31" fmla="*/ 1901951 h 5230367"/>
                    <a:gd name="connsiteX32" fmla="*/ 475488 w 950976"/>
                    <a:gd name="connsiteY32" fmla="*/ 950976 h 5230367"/>
                    <a:gd name="connsiteX33" fmla="*/ 950976 w 950976"/>
                    <a:gd name="connsiteY33" fmla="*/ 950976 h 5230367"/>
                    <a:gd name="connsiteX34" fmla="*/ 950976 w 950976"/>
                    <a:gd name="connsiteY34" fmla="*/ 1426463 h 5230367"/>
                    <a:gd name="connsiteX35" fmla="*/ 475488 w 950976"/>
                    <a:gd name="connsiteY35" fmla="*/ 1426463 h 5230367"/>
                    <a:gd name="connsiteX36" fmla="*/ 0 w 950976"/>
                    <a:gd name="connsiteY36" fmla="*/ 475488 h 5230367"/>
                    <a:gd name="connsiteX37" fmla="*/ 475488 w 950976"/>
                    <a:gd name="connsiteY37" fmla="*/ 475488 h 5230367"/>
                    <a:gd name="connsiteX38" fmla="*/ 475488 w 950976"/>
                    <a:gd name="connsiteY38" fmla="*/ 950976 h 5230367"/>
                    <a:gd name="connsiteX39" fmla="*/ 0 w 950976"/>
                    <a:gd name="connsiteY39" fmla="*/ 950976 h 5230367"/>
                    <a:gd name="connsiteX40" fmla="*/ 475488 w 950976"/>
                    <a:gd name="connsiteY40" fmla="*/ 0 h 5230367"/>
                    <a:gd name="connsiteX41" fmla="*/ 950976 w 950976"/>
                    <a:gd name="connsiteY41" fmla="*/ 0 h 5230367"/>
                    <a:gd name="connsiteX42" fmla="*/ 950976 w 950976"/>
                    <a:gd name="connsiteY42" fmla="*/ 475488 h 5230367"/>
                    <a:gd name="connsiteX43" fmla="*/ 475488 w 950976"/>
                    <a:gd name="connsiteY43" fmla="*/ 475488 h 52303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7">
                      <a:moveTo>
                        <a:pt x="475488" y="4754879"/>
                      </a:moveTo>
                      <a:lnTo>
                        <a:pt x="950976" y="4754879"/>
                      </a:lnTo>
                      <a:lnTo>
                        <a:pt x="950976" y="5230367"/>
                      </a:lnTo>
                      <a:lnTo>
                        <a:pt x="475488" y="5230367"/>
                      </a:lnTo>
                      <a:close/>
                      <a:moveTo>
                        <a:pt x="0" y="4279391"/>
                      </a:moveTo>
                      <a:lnTo>
                        <a:pt x="475488" y="4279391"/>
                      </a:lnTo>
                      <a:lnTo>
                        <a:pt x="475488" y="4754879"/>
                      </a:lnTo>
                      <a:lnTo>
                        <a:pt x="0" y="4754879"/>
                      </a:lnTo>
                      <a:close/>
                      <a:moveTo>
                        <a:pt x="475488" y="3803903"/>
                      </a:moveTo>
                      <a:lnTo>
                        <a:pt x="950976" y="3803903"/>
                      </a:lnTo>
                      <a:lnTo>
                        <a:pt x="950976" y="4279391"/>
                      </a:lnTo>
                      <a:lnTo>
                        <a:pt x="475488" y="4279391"/>
                      </a:lnTo>
                      <a:close/>
                      <a:moveTo>
                        <a:pt x="0" y="3328415"/>
                      </a:moveTo>
                      <a:lnTo>
                        <a:pt x="475488" y="3328415"/>
                      </a:lnTo>
                      <a:lnTo>
                        <a:pt x="475488" y="3803903"/>
                      </a:lnTo>
                      <a:lnTo>
                        <a:pt x="0" y="3803903"/>
                      </a:lnTo>
                      <a:close/>
                      <a:moveTo>
                        <a:pt x="475488" y="2852927"/>
                      </a:moveTo>
                      <a:lnTo>
                        <a:pt x="950976" y="2852927"/>
                      </a:lnTo>
                      <a:lnTo>
                        <a:pt x="950976" y="3328415"/>
                      </a:lnTo>
                      <a:lnTo>
                        <a:pt x="475488" y="3328415"/>
                      </a:lnTo>
                      <a:close/>
                      <a:moveTo>
                        <a:pt x="0" y="2377439"/>
                      </a:moveTo>
                      <a:lnTo>
                        <a:pt x="475488" y="2377439"/>
                      </a:lnTo>
                      <a:lnTo>
                        <a:pt x="475488" y="2852927"/>
                      </a:lnTo>
                      <a:lnTo>
                        <a:pt x="0" y="2852927"/>
                      </a:lnTo>
                      <a:close/>
                      <a:moveTo>
                        <a:pt x="475488" y="1901951"/>
                      </a:moveTo>
                      <a:lnTo>
                        <a:pt x="950976" y="1901951"/>
                      </a:lnTo>
                      <a:lnTo>
                        <a:pt x="950976" y="2377439"/>
                      </a:lnTo>
                      <a:lnTo>
                        <a:pt x="475488" y="2377439"/>
                      </a:lnTo>
                      <a:close/>
                      <a:moveTo>
                        <a:pt x="0" y="1426463"/>
                      </a:moveTo>
                      <a:lnTo>
                        <a:pt x="475488" y="1426463"/>
                      </a:lnTo>
                      <a:lnTo>
                        <a:pt x="475488" y="1901951"/>
                      </a:lnTo>
                      <a:lnTo>
                        <a:pt x="0" y="1901951"/>
                      </a:lnTo>
                      <a:close/>
                      <a:moveTo>
                        <a:pt x="475488" y="950976"/>
                      </a:moveTo>
                      <a:lnTo>
                        <a:pt x="950976" y="950976"/>
                      </a:lnTo>
                      <a:lnTo>
                        <a:pt x="950976" y="1426463"/>
                      </a:lnTo>
                      <a:lnTo>
                        <a:pt x="475488" y="1426463"/>
                      </a:lnTo>
                      <a:close/>
                      <a:moveTo>
                        <a:pt x="0" y="475488"/>
                      </a:moveTo>
                      <a:lnTo>
                        <a:pt x="475488" y="475488"/>
                      </a:lnTo>
                      <a:lnTo>
                        <a:pt x="475488" y="950976"/>
                      </a:lnTo>
                      <a:lnTo>
                        <a:pt x="0" y="950976"/>
                      </a:lnTo>
                      <a:close/>
                      <a:moveTo>
                        <a:pt x="475488" y="0"/>
                      </a:moveTo>
                      <a:lnTo>
                        <a:pt x="950976" y="0"/>
                      </a:lnTo>
                      <a:lnTo>
                        <a:pt x="950976" y="475488"/>
                      </a:lnTo>
                      <a:lnTo>
                        <a:pt x="475488" y="47548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</p:grp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031EEFA7-0522-CD52-9596-CB772C4B28DD}"/>
                  </a:ext>
                </a:extLst>
              </p:cNvPr>
              <p:cNvGrpSpPr/>
              <p:nvPr/>
            </p:nvGrpSpPr>
            <p:grpSpPr>
              <a:xfrm>
                <a:off x="7708" y="4599244"/>
                <a:ext cx="418454" cy="2301496"/>
                <a:chOff x="1499616" y="987552"/>
                <a:chExt cx="950976" cy="5230368"/>
              </a:xfrm>
            </p:grpSpPr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6719C8E8-B57C-BF4B-308B-B25C54B9464E}"/>
                    </a:ext>
                  </a:extLst>
                </p:cNvPr>
                <p:cNvSpPr/>
                <p:nvPr/>
              </p:nvSpPr>
              <p:spPr bwMode="auto">
                <a:xfrm>
                  <a:off x="1499616" y="987552"/>
                  <a:ext cx="950976" cy="5230368"/>
                </a:xfrm>
                <a:custGeom>
                  <a:avLst/>
                  <a:gdLst>
                    <a:gd name="connsiteX0" fmla="*/ 0 w 950976"/>
                    <a:gd name="connsiteY0" fmla="*/ 4754880 h 5230368"/>
                    <a:gd name="connsiteX1" fmla="*/ 475488 w 950976"/>
                    <a:gd name="connsiteY1" fmla="*/ 4754880 h 5230368"/>
                    <a:gd name="connsiteX2" fmla="*/ 475488 w 950976"/>
                    <a:gd name="connsiteY2" fmla="*/ 5230368 h 5230368"/>
                    <a:gd name="connsiteX3" fmla="*/ 0 w 950976"/>
                    <a:gd name="connsiteY3" fmla="*/ 5230368 h 5230368"/>
                    <a:gd name="connsiteX4" fmla="*/ 475488 w 950976"/>
                    <a:gd name="connsiteY4" fmla="*/ 4279392 h 5230368"/>
                    <a:gd name="connsiteX5" fmla="*/ 950976 w 950976"/>
                    <a:gd name="connsiteY5" fmla="*/ 4279392 h 5230368"/>
                    <a:gd name="connsiteX6" fmla="*/ 950976 w 950976"/>
                    <a:gd name="connsiteY6" fmla="*/ 4754880 h 5230368"/>
                    <a:gd name="connsiteX7" fmla="*/ 475488 w 950976"/>
                    <a:gd name="connsiteY7" fmla="*/ 4754880 h 5230368"/>
                    <a:gd name="connsiteX8" fmla="*/ 0 w 950976"/>
                    <a:gd name="connsiteY8" fmla="*/ 3803904 h 5230368"/>
                    <a:gd name="connsiteX9" fmla="*/ 475488 w 950976"/>
                    <a:gd name="connsiteY9" fmla="*/ 3803904 h 5230368"/>
                    <a:gd name="connsiteX10" fmla="*/ 475488 w 950976"/>
                    <a:gd name="connsiteY10" fmla="*/ 4279392 h 5230368"/>
                    <a:gd name="connsiteX11" fmla="*/ 0 w 950976"/>
                    <a:gd name="connsiteY11" fmla="*/ 4279392 h 5230368"/>
                    <a:gd name="connsiteX12" fmla="*/ 475488 w 950976"/>
                    <a:gd name="connsiteY12" fmla="*/ 3328416 h 5230368"/>
                    <a:gd name="connsiteX13" fmla="*/ 950976 w 950976"/>
                    <a:gd name="connsiteY13" fmla="*/ 3328416 h 5230368"/>
                    <a:gd name="connsiteX14" fmla="*/ 950976 w 950976"/>
                    <a:gd name="connsiteY14" fmla="*/ 3803904 h 5230368"/>
                    <a:gd name="connsiteX15" fmla="*/ 475488 w 950976"/>
                    <a:gd name="connsiteY15" fmla="*/ 3803904 h 5230368"/>
                    <a:gd name="connsiteX16" fmla="*/ 0 w 950976"/>
                    <a:gd name="connsiteY16" fmla="*/ 2852928 h 5230368"/>
                    <a:gd name="connsiteX17" fmla="*/ 475488 w 950976"/>
                    <a:gd name="connsiteY17" fmla="*/ 2852928 h 5230368"/>
                    <a:gd name="connsiteX18" fmla="*/ 475488 w 950976"/>
                    <a:gd name="connsiteY18" fmla="*/ 3328416 h 5230368"/>
                    <a:gd name="connsiteX19" fmla="*/ 0 w 950976"/>
                    <a:gd name="connsiteY19" fmla="*/ 3328416 h 5230368"/>
                    <a:gd name="connsiteX20" fmla="*/ 475488 w 950976"/>
                    <a:gd name="connsiteY20" fmla="*/ 2377440 h 5230368"/>
                    <a:gd name="connsiteX21" fmla="*/ 950976 w 950976"/>
                    <a:gd name="connsiteY21" fmla="*/ 2377440 h 5230368"/>
                    <a:gd name="connsiteX22" fmla="*/ 950976 w 950976"/>
                    <a:gd name="connsiteY22" fmla="*/ 2852928 h 5230368"/>
                    <a:gd name="connsiteX23" fmla="*/ 475488 w 950976"/>
                    <a:gd name="connsiteY23" fmla="*/ 2852928 h 5230368"/>
                    <a:gd name="connsiteX24" fmla="*/ 0 w 950976"/>
                    <a:gd name="connsiteY24" fmla="*/ 1901952 h 5230368"/>
                    <a:gd name="connsiteX25" fmla="*/ 475488 w 950976"/>
                    <a:gd name="connsiteY25" fmla="*/ 1901952 h 5230368"/>
                    <a:gd name="connsiteX26" fmla="*/ 475488 w 950976"/>
                    <a:gd name="connsiteY26" fmla="*/ 2377440 h 5230368"/>
                    <a:gd name="connsiteX27" fmla="*/ 0 w 950976"/>
                    <a:gd name="connsiteY27" fmla="*/ 2377440 h 5230368"/>
                    <a:gd name="connsiteX28" fmla="*/ 475488 w 950976"/>
                    <a:gd name="connsiteY28" fmla="*/ 1426464 h 5230368"/>
                    <a:gd name="connsiteX29" fmla="*/ 950976 w 950976"/>
                    <a:gd name="connsiteY29" fmla="*/ 1426464 h 5230368"/>
                    <a:gd name="connsiteX30" fmla="*/ 950976 w 950976"/>
                    <a:gd name="connsiteY30" fmla="*/ 1901952 h 5230368"/>
                    <a:gd name="connsiteX31" fmla="*/ 475488 w 950976"/>
                    <a:gd name="connsiteY31" fmla="*/ 1901952 h 5230368"/>
                    <a:gd name="connsiteX32" fmla="*/ 0 w 950976"/>
                    <a:gd name="connsiteY32" fmla="*/ 950976 h 5230368"/>
                    <a:gd name="connsiteX33" fmla="*/ 475488 w 950976"/>
                    <a:gd name="connsiteY33" fmla="*/ 950976 h 5230368"/>
                    <a:gd name="connsiteX34" fmla="*/ 475488 w 950976"/>
                    <a:gd name="connsiteY34" fmla="*/ 1426464 h 5230368"/>
                    <a:gd name="connsiteX35" fmla="*/ 0 w 950976"/>
                    <a:gd name="connsiteY35" fmla="*/ 1426464 h 5230368"/>
                    <a:gd name="connsiteX36" fmla="*/ 475488 w 950976"/>
                    <a:gd name="connsiteY36" fmla="*/ 475488 h 5230368"/>
                    <a:gd name="connsiteX37" fmla="*/ 950976 w 950976"/>
                    <a:gd name="connsiteY37" fmla="*/ 475488 h 5230368"/>
                    <a:gd name="connsiteX38" fmla="*/ 950976 w 950976"/>
                    <a:gd name="connsiteY38" fmla="*/ 950976 h 5230368"/>
                    <a:gd name="connsiteX39" fmla="*/ 475488 w 950976"/>
                    <a:gd name="connsiteY39" fmla="*/ 950976 h 5230368"/>
                    <a:gd name="connsiteX40" fmla="*/ 0 w 950976"/>
                    <a:gd name="connsiteY40" fmla="*/ 0 h 5230368"/>
                    <a:gd name="connsiteX41" fmla="*/ 475488 w 950976"/>
                    <a:gd name="connsiteY41" fmla="*/ 0 h 5230368"/>
                    <a:gd name="connsiteX42" fmla="*/ 475488 w 950976"/>
                    <a:gd name="connsiteY42" fmla="*/ 475488 h 5230368"/>
                    <a:gd name="connsiteX43" fmla="*/ 0 w 950976"/>
                    <a:gd name="connsiteY43" fmla="*/ 475488 h 523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8">
                      <a:moveTo>
                        <a:pt x="0" y="4754880"/>
                      </a:moveTo>
                      <a:lnTo>
                        <a:pt x="475488" y="4754880"/>
                      </a:lnTo>
                      <a:lnTo>
                        <a:pt x="475488" y="5230368"/>
                      </a:lnTo>
                      <a:lnTo>
                        <a:pt x="0" y="5230368"/>
                      </a:lnTo>
                      <a:close/>
                      <a:moveTo>
                        <a:pt x="475488" y="4279392"/>
                      </a:moveTo>
                      <a:lnTo>
                        <a:pt x="950976" y="4279392"/>
                      </a:lnTo>
                      <a:lnTo>
                        <a:pt x="950976" y="4754880"/>
                      </a:lnTo>
                      <a:lnTo>
                        <a:pt x="475488" y="4754880"/>
                      </a:lnTo>
                      <a:close/>
                      <a:moveTo>
                        <a:pt x="0" y="3803904"/>
                      </a:moveTo>
                      <a:lnTo>
                        <a:pt x="475488" y="3803904"/>
                      </a:lnTo>
                      <a:lnTo>
                        <a:pt x="475488" y="4279392"/>
                      </a:lnTo>
                      <a:lnTo>
                        <a:pt x="0" y="4279392"/>
                      </a:lnTo>
                      <a:close/>
                      <a:moveTo>
                        <a:pt x="475488" y="3328416"/>
                      </a:moveTo>
                      <a:lnTo>
                        <a:pt x="950976" y="3328416"/>
                      </a:lnTo>
                      <a:lnTo>
                        <a:pt x="950976" y="3803904"/>
                      </a:lnTo>
                      <a:lnTo>
                        <a:pt x="475488" y="3803904"/>
                      </a:lnTo>
                      <a:close/>
                      <a:moveTo>
                        <a:pt x="0" y="2852928"/>
                      </a:moveTo>
                      <a:lnTo>
                        <a:pt x="475488" y="2852928"/>
                      </a:lnTo>
                      <a:lnTo>
                        <a:pt x="475488" y="3328416"/>
                      </a:lnTo>
                      <a:lnTo>
                        <a:pt x="0" y="3328416"/>
                      </a:lnTo>
                      <a:close/>
                      <a:moveTo>
                        <a:pt x="475488" y="2377440"/>
                      </a:moveTo>
                      <a:lnTo>
                        <a:pt x="950976" y="2377440"/>
                      </a:lnTo>
                      <a:lnTo>
                        <a:pt x="950976" y="2852928"/>
                      </a:lnTo>
                      <a:lnTo>
                        <a:pt x="475488" y="2852928"/>
                      </a:lnTo>
                      <a:close/>
                      <a:moveTo>
                        <a:pt x="0" y="1901952"/>
                      </a:moveTo>
                      <a:lnTo>
                        <a:pt x="475488" y="1901952"/>
                      </a:lnTo>
                      <a:lnTo>
                        <a:pt x="475488" y="2377440"/>
                      </a:lnTo>
                      <a:lnTo>
                        <a:pt x="0" y="2377440"/>
                      </a:lnTo>
                      <a:close/>
                      <a:moveTo>
                        <a:pt x="475488" y="1426464"/>
                      </a:moveTo>
                      <a:lnTo>
                        <a:pt x="950976" y="1426464"/>
                      </a:lnTo>
                      <a:lnTo>
                        <a:pt x="950976" y="1901952"/>
                      </a:lnTo>
                      <a:lnTo>
                        <a:pt x="475488" y="1901952"/>
                      </a:lnTo>
                      <a:close/>
                      <a:moveTo>
                        <a:pt x="0" y="950976"/>
                      </a:moveTo>
                      <a:lnTo>
                        <a:pt x="475488" y="950976"/>
                      </a:lnTo>
                      <a:lnTo>
                        <a:pt x="475488" y="1426464"/>
                      </a:lnTo>
                      <a:lnTo>
                        <a:pt x="0" y="1426464"/>
                      </a:lnTo>
                      <a:close/>
                      <a:moveTo>
                        <a:pt x="475488" y="475488"/>
                      </a:moveTo>
                      <a:lnTo>
                        <a:pt x="950976" y="475488"/>
                      </a:lnTo>
                      <a:lnTo>
                        <a:pt x="950976" y="950976"/>
                      </a:lnTo>
                      <a:lnTo>
                        <a:pt x="475488" y="950976"/>
                      </a:lnTo>
                      <a:close/>
                      <a:moveTo>
                        <a:pt x="0" y="0"/>
                      </a:moveTo>
                      <a:lnTo>
                        <a:pt x="475488" y="0"/>
                      </a:lnTo>
                      <a:lnTo>
                        <a:pt x="475488" y="475488"/>
                      </a:lnTo>
                      <a:lnTo>
                        <a:pt x="0" y="4754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91F2878B-9B91-A12C-0604-39F8D1741C51}"/>
                    </a:ext>
                  </a:extLst>
                </p:cNvPr>
                <p:cNvSpPr/>
                <p:nvPr/>
              </p:nvSpPr>
              <p:spPr bwMode="auto">
                <a:xfrm>
                  <a:off x="1499616" y="987553"/>
                  <a:ext cx="950976" cy="5230367"/>
                </a:xfrm>
                <a:custGeom>
                  <a:avLst/>
                  <a:gdLst>
                    <a:gd name="connsiteX0" fmla="*/ 475488 w 950976"/>
                    <a:gd name="connsiteY0" fmla="*/ 4754879 h 5230367"/>
                    <a:gd name="connsiteX1" fmla="*/ 950976 w 950976"/>
                    <a:gd name="connsiteY1" fmla="*/ 4754879 h 5230367"/>
                    <a:gd name="connsiteX2" fmla="*/ 950976 w 950976"/>
                    <a:gd name="connsiteY2" fmla="*/ 5230367 h 5230367"/>
                    <a:gd name="connsiteX3" fmla="*/ 475488 w 950976"/>
                    <a:gd name="connsiteY3" fmla="*/ 5230367 h 5230367"/>
                    <a:gd name="connsiteX4" fmla="*/ 0 w 950976"/>
                    <a:gd name="connsiteY4" fmla="*/ 4279391 h 5230367"/>
                    <a:gd name="connsiteX5" fmla="*/ 475488 w 950976"/>
                    <a:gd name="connsiteY5" fmla="*/ 4279391 h 5230367"/>
                    <a:gd name="connsiteX6" fmla="*/ 475488 w 950976"/>
                    <a:gd name="connsiteY6" fmla="*/ 4754879 h 5230367"/>
                    <a:gd name="connsiteX7" fmla="*/ 0 w 950976"/>
                    <a:gd name="connsiteY7" fmla="*/ 4754879 h 5230367"/>
                    <a:gd name="connsiteX8" fmla="*/ 475488 w 950976"/>
                    <a:gd name="connsiteY8" fmla="*/ 3803903 h 5230367"/>
                    <a:gd name="connsiteX9" fmla="*/ 950976 w 950976"/>
                    <a:gd name="connsiteY9" fmla="*/ 3803903 h 5230367"/>
                    <a:gd name="connsiteX10" fmla="*/ 950976 w 950976"/>
                    <a:gd name="connsiteY10" fmla="*/ 4279391 h 5230367"/>
                    <a:gd name="connsiteX11" fmla="*/ 475488 w 950976"/>
                    <a:gd name="connsiteY11" fmla="*/ 4279391 h 5230367"/>
                    <a:gd name="connsiteX12" fmla="*/ 0 w 950976"/>
                    <a:gd name="connsiteY12" fmla="*/ 3328415 h 5230367"/>
                    <a:gd name="connsiteX13" fmla="*/ 475488 w 950976"/>
                    <a:gd name="connsiteY13" fmla="*/ 3328415 h 5230367"/>
                    <a:gd name="connsiteX14" fmla="*/ 475488 w 950976"/>
                    <a:gd name="connsiteY14" fmla="*/ 3803903 h 5230367"/>
                    <a:gd name="connsiteX15" fmla="*/ 0 w 950976"/>
                    <a:gd name="connsiteY15" fmla="*/ 3803903 h 5230367"/>
                    <a:gd name="connsiteX16" fmla="*/ 475488 w 950976"/>
                    <a:gd name="connsiteY16" fmla="*/ 2852927 h 5230367"/>
                    <a:gd name="connsiteX17" fmla="*/ 950976 w 950976"/>
                    <a:gd name="connsiteY17" fmla="*/ 2852927 h 5230367"/>
                    <a:gd name="connsiteX18" fmla="*/ 950976 w 950976"/>
                    <a:gd name="connsiteY18" fmla="*/ 3328415 h 5230367"/>
                    <a:gd name="connsiteX19" fmla="*/ 475488 w 950976"/>
                    <a:gd name="connsiteY19" fmla="*/ 3328415 h 5230367"/>
                    <a:gd name="connsiteX20" fmla="*/ 0 w 950976"/>
                    <a:gd name="connsiteY20" fmla="*/ 2377439 h 5230367"/>
                    <a:gd name="connsiteX21" fmla="*/ 475488 w 950976"/>
                    <a:gd name="connsiteY21" fmla="*/ 2377439 h 5230367"/>
                    <a:gd name="connsiteX22" fmla="*/ 475488 w 950976"/>
                    <a:gd name="connsiteY22" fmla="*/ 2852927 h 5230367"/>
                    <a:gd name="connsiteX23" fmla="*/ 0 w 950976"/>
                    <a:gd name="connsiteY23" fmla="*/ 2852927 h 5230367"/>
                    <a:gd name="connsiteX24" fmla="*/ 475488 w 950976"/>
                    <a:gd name="connsiteY24" fmla="*/ 1901951 h 5230367"/>
                    <a:gd name="connsiteX25" fmla="*/ 950976 w 950976"/>
                    <a:gd name="connsiteY25" fmla="*/ 1901951 h 5230367"/>
                    <a:gd name="connsiteX26" fmla="*/ 950976 w 950976"/>
                    <a:gd name="connsiteY26" fmla="*/ 2377439 h 5230367"/>
                    <a:gd name="connsiteX27" fmla="*/ 475488 w 950976"/>
                    <a:gd name="connsiteY27" fmla="*/ 2377439 h 5230367"/>
                    <a:gd name="connsiteX28" fmla="*/ 0 w 950976"/>
                    <a:gd name="connsiteY28" fmla="*/ 1426463 h 5230367"/>
                    <a:gd name="connsiteX29" fmla="*/ 475488 w 950976"/>
                    <a:gd name="connsiteY29" fmla="*/ 1426463 h 5230367"/>
                    <a:gd name="connsiteX30" fmla="*/ 475488 w 950976"/>
                    <a:gd name="connsiteY30" fmla="*/ 1901951 h 5230367"/>
                    <a:gd name="connsiteX31" fmla="*/ 0 w 950976"/>
                    <a:gd name="connsiteY31" fmla="*/ 1901951 h 5230367"/>
                    <a:gd name="connsiteX32" fmla="*/ 475488 w 950976"/>
                    <a:gd name="connsiteY32" fmla="*/ 950976 h 5230367"/>
                    <a:gd name="connsiteX33" fmla="*/ 950976 w 950976"/>
                    <a:gd name="connsiteY33" fmla="*/ 950976 h 5230367"/>
                    <a:gd name="connsiteX34" fmla="*/ 950976 w 950976"/>
                    <a:gd name="connsiteY34" fmla="*/ 1426463 h 5230367"/>
                    <a:gd name="connsiteX35" fmla="*/ 475488 w 950976"/>
                    <a:gd name="connsiteY35" fmla="*/ 1426463 h 5230367"/>
                    <a:gd name="connsiteX36" fmla="*/ 0 w 950976"/>
                    <a:gd name="connsiteY36" fmla="*/ 475488 h 5230367"/>
                    <a:gd name="connsiteX37" fmla="*/ 475488 w 950976"/>
                    <a:gd name="connsiteY37" fmla="*/ 475488 h 5230367"/>
                    <a:gd name="connsiteX38" fmla="*/ 475488 w 950976"/>
                    <a:gd name="connsiteY38" fmla="*/ 950976 h 5230367"/>
                    <a:gd name="connsiteX39" fmla="*/ 0 w 950976"/>
                    <a:gd name="connsiteY39" fmla="*/ 950976 h 5230367"/>
                    <a:gd name="connsiteX40" fmla="*/ 475488 w 950976"/>
                    <a:gd name="connsiteY40" fmla="*/ 0 h 5230367"/>
                    <a:gd name="connsiteX41" fmla="*/ 950976 w 950976"/>
                    <a:gd name="connsiteY41" fmla="*/ 0 h 5230367"/>
                    <a:gd name="connsiteX42" fmla="*/ 950976 w 950976"/>
                    <a:gd name="connsiteY42" fmla="*/ 475488 h 5230367"/>
                    <a:gd name="connsiteX43" fmla="*/ 475488 w 950976"/>
                    <a:gd name="connsiteY43" fmla="*/ 475488 h 52303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7">
                      <a:moveTo>
                        <a:pt x="475488" y="4754879"/>
                      </a:moveTo>
                      <a:lnTo>
                        <a:pt x="950976" y="4754879"/>
                      </a:lnTo>
                      <a:lnTo>
                        <a:pt x="950976" y="5230367"/>
                      </a:lnTo>
                      <a:lnTo>
                        <a:pt x="475488" y="5230367"/>
                      </a:lnTo>
                      <a:close/>
                      <a:moveTo>
                        <a:pt x="0" y="4279391"/>
                      </a:moveTo>
                      <a:lnTo>
                        <a:pt x="475488" y="4279391"/>
                      </a:lnTo>
                      <a:lnTo>
                        <a:pt x="475488" y="4754879"/>
                      </a:lnTo>
                      <a:lnTo>
                        <a:pt x="0" y="4754879"/>
                      </a:lnTo>
                      <a:close/>
                      <a:moveTo>
                        <a:pt x="475488" y="3803903"/>
                      </a:moveTo>
                      <a:lnTo>
                        <a:pt x="950976" y="3803903"/>
                      </a:lnTo>
                      <a:lnTo>
                        <a:pt x="950976" y="4279391"/>
                      </a:lnTo>
                      <a:lnTo>
                        <a:pt x="475488" y="4279391"/>
                      </a:lnTo>
                      <a:close/>
                      <a:moveTo>
                        <a:pt x="0" y="3328415"/>
                      </a:moveTo>
                      <a:lnTo>
                        <a:pt x="475488" y="3328415"/>
                      </a:lnTo>
                      <a:lnTo>
                        <a:pt x="475488" y="3803903"/>
                      </a:lnTo>
                      <a:lnTo>
                        <a:pt x="0" y="3803903"/>
                      </a:lnTo>
                      <a:close/>
                      <a:moveTo>
                        <a:pt x="475488" y="2852927"/>
                      </a:moveTo>
                      <a:lnTo>
                        <a:pt x="950976" y="2852927"/>
                      </a:lnTo>
                      <a:lnTo>
                        <a:pt x="950976" y="3328415"/>
                      </a:lnTo>
                      <a:lnTo>
                        <a:pt x="475488" y="3328415"/>
                      </a:lnTo>
                      <a:close/>
                      <a:moveTo>
                        <a:pt x="0" y="2377439"/>
                      </a:moveTo>
                      <a:lnTo>
                        <a:pt x="475488" y="2377439"/>
                      </a:lnTo>
                      <a:lnTo>
                        <a:pt x="475488" y="2852927"/>
                      </a:lnTo>
                      <a:lnTo>
                        <a:pt x="0" y="2852927"/>
                      </a:lnTo>
                      <a:close/>
                      <a:moveTo>
                        <a:pt x="475488" y="1901951"/>
                      </a:moveTo>
                      <a:lnTo>
                        <a:pt x="950976" y="1901951"/>
                      </a:lnTo>
                      <a:lnTo>
                        <a:pt x="950976" y="2377439"/>
                      </a:lnTo>
                      <a:lnTo>
                        <a:pt x="475488" y="2377439"/>
                      </a:lnTo>
                      <a:close/>
                      <a:moveTo>
                        <a:pt x="0" y="1426463"/>
                      </a:moveTo>
                      <a:lnTo>
                        <a:pt x="475488" y="1426463"/>
                      </a:lnTo>
                      <a:lnTo>
                        <a:pt x="475488" y="1901951"/>
                      </a:lnTo>
                      <a:lnTo>
                        <a:pt x="0" y="1901951"/>
                      </a:lnTo>
                      <a:close/>
                      <a:moveTo>
                        <a:pt x="475488" y="950976"/>
                      </a:moveTo>
                      <a:lnTo>
                        <a:pt x="950976" y="950976"/>
                      </a:lnTo>
                      <a:lnTo>
                        <a:pt x="950976" y="1426463"/>
                      </a:lnTo>
                      <a:lnTo>
                        <a:pt x="475488" y="1426463"/>
                      </a:lnTo>
                      <a:close/>
                      <a:moveTo>
                        <a:pt x="0" y="475488"/>
                      </a:moveTo>
                      <a:lnTo>
                        <a:pt x="475488" y="475488"/>
                      </a:lnTo>
                      <a:lnTo>
                        <a:pt x="475488" y="950976"/>
                      </a:lnTo>
                      <a:lnTo>
                        <a:pt x="0" y="950976"/>
                      </a:lnTo>
                      <a:close/>
                      <a:moveTo>
                        <a:pt x="475488" y="0"/>
                      </a:moveTo>
                      <a:lnTo>
                        <a:pt x="950976" y="0"/>
                      </a:lnTo>
                      <a:lnTo>
                        <a:pt x="950976" y="475488"/>
                      </a:lnTo>
                      <a:lnTo>
                        <a:pt x="475488" y="47548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</p:grp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1E51CD4-8071-B532-290F-48ACE5811EF1}"/>
                </a:ext>
              </a:extLst>
            </p:cNvPr>
            <p:cNvGrpSpPr/>
            <p:nvPr/>
          </p:nvGrpSpPr>
          <p:grpSpPr>
            <a:xfrm rot="5400000" flipH="1" flipV="1">
              <a:off x="7846010" y="3252801"/>
              <a:ext cx="418454" cy="2301496"/>
              <a:chOff x="1499616" y="987552"/>
              <a:chExt cx="950976" cy="5230368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8E30625A-2FB1-DB54-E061-CBF9E89E9114}"/>
                  </a:ext>
                </a:extLst>
              </p:cNvPr>
              <p:cNvSpPr/>
              <p:nvPr/>
            </p:nvSpPr>
            <p:spPr bwMode="auto">
              <a:xfrm>
                <a:off x="1499616" y="987552"/>
                <a:ext cx="950976" cy="5230368"/>
              </a:xfrm>
              <a:custGeom>
                <a:avLst/>
                <a:gdLst>
                  <a:gd name="connsiteX0" fmla="*/ 0 w 950976"/>
                  <a:gd name="connsiteY0" fmla="*/ 4754880 h 5230368"/>
                  <a:gd name="connsiteX1" fmla="*/ 475488 w 950976"/>
                  <a:gd name="connsiteY1" fmla="*/ 4754880 h 5230368"/>
                  <a:gd name="connsiteX2" fmla="*/ 475488 w 950976"/>
                  <a:gd name="connsiteY2" fmla="*/ 5230368 h 5230368"/>
                  <a:gd name="connsiteX3" fmla="*/ 0 w 950976"/>
                  <a:gd name="connsiteY3" fmla="*/ 5230368 h 5230368"/>
                  <a:gd name="connsiteX4" fmla="*/ 475488 w 950976"/>
                  <a:gd name="connsiteY4" fmla="*/ 4279392 h 5230368"/>
                  <a:gd name="connsiteX5" fmla="*/ 950976 w 950976"/>
                  <a:gd name="connsiteY5" fmla="*/ 4279392 h 5230368"/>
                  <a:gd name="connsiteX6" fmla="*/ 950976 w 950976"/>
                  <a:gd name="connsiteY6" fmla="*/ 4754880 h 5230368"/>
                  <a:gd name="connsiteX7" fmla="*/ 475488 w 950976"/>
                  <a:gd name="connsiteY7" fmla="*/ 4754880 h 5230368"/>
                  <a:gd name="connsiteX8" fmla="*/ 0 w 950976"/>
                  <a:gd name="connsiteY8" fmla="*/ 3803904 h 5230368"/>
                  <a:gd name="connsiteX9" fmla="*/ 475488 w 950976"/>
                  <a:gd name="connsiteY9" fmla="*/ 3803904 h 5230368"/>
                  <a:gd name="connsiteX10" fmla="*/ 475488 w 950976"/>
                  <a:gd name="connsiteY10" fmla="*/ 4279392 h 5230368"/>
                  <a:gd name="connsiteX11" fmla="*/ 0 w 950976"/>
                  <a:gd name="connsiteY11" fmla="*/ 4279392 h 5230368"/>
                  <a:gd name="connsiteX12" fmla="*/ 475488 w 950976"/>
                  <a:gd name="connsiteY12" fmla="*/ 3328416 h 5230368"/>
                  <a:gd name="connsiteX13" fmla="*/ 950976 w 950976"/>
                  <a:gd name="connsiteY13" fmla="*/ 3328416 h 5230368"/>
                  <a:gd name="connsiteX14" fmla="*/ 950976 w 950976"/>
                  <a:gd name="connsiteY14" fmla="*/ 3803904 h 5230368"/>
                  <a:gd name="connsiteX15" fmla="*/ 475488 w 950976"/>
                  <a:gd name="connsiteY15" fmla="*/ 3803904 h 5230368"/>
                  <a:gd name="connsiteX16" fmla="*/ 0 w 950976"/>
                  <a:gd name="connsiteY16" fmla="*/ 2852928 h 5230368"/>
                  <a:gd name="connsiteX17" fmla="*/ 475488 w 950976"/>
                  <a:gd name="connsiteY17" fmla="*/ 2852928 h 5230368"/>
                  <a:gd name="connsiteX18" fmla="*/ 475488 w 950976"/>
                  <a:gd name="connsiteY18" fmla="*/ 3328416 h 5230368"/>
                  <a:gd name="connsiteX19" fmla="*/ 0 w 950976"/>
                  <a:gd name="connsiteY19" fmla="*/ 3328416 h 5230368"/>
                  <a:gd name="connsiteX20" fmla="*/ 475488 w 950976"/>
                  <a:gd name="connsiteY20" fmla="*/ 2377440 h 5230368"/>
                  <a:gd name="connsiteX21" fmla="*/ 950976 w 950976"/>
                  <a:gd name="connsiteY21" fmla="*/ 2377440 h 5230368"/>
                  <a:gd name="connsiteX22" fmla="*/ 950976 w 950976"/>
                  <a:gd name="connsiteY22" fmla="*/ 2852928 h 5230368"/>
                  <a:gd name="connsiteX23" fmla="*/ 475488 w 950976"/>
                  <a:gd name="connsiteY23" fmla="*/ 2852928 h 5230368"/>
                  <a:gd name="connsiteX24" fmla="*/ 0 w 950976"/>
                  <a:gd name="connsiteY24" fmla="*/ 1901952 h 5230368"/>
                  <a:gd name="connsiteX25" fmla="*/ 475488 w 950976"/>
                  <a:gd name="connsiteY25" fmla="*/ 1901952 h 5230368"/>
                  <a:gd name="connsiteX26" fmla="*/ 475488 w 950976"/>
                  <a:gd name="connsiteY26" fmla="*/ 2377440 h 5230368"/>
                  <a:gd name="connsiteX27" fmla="*/ 0 w 950976"/>
                  <a:gd name="connsiteY27" fmla="*/ 2377440 h 5230368"/>
                  <a:gd name="connsiteX28" fmla="*/ 475488 w 950976"/>
                  <a:gd name="connsiteY28" fmla="*/ 1426464 h 5230368"/>
                  <a:gd name="connsiteX29" fmla="*/ 950976 w 950976"/>
                  <a:gd name="connsiteY29" fmla="*/ 1426464 h 5230368"/>
                  <a:gd name="connsiteX30" fmla="*/ 950976 w 950976"/>
                  <a:gd name="connsiteY30" fmla="*/ 1901952 h 5230368"/>
                  <a:gd name="connsiteX31" fmla="*/ 475488 w 950976"/>
                  <a:gd name="connsiteY31" fmla="*/ 1901952 h 5230368"/>
                  <a:gd name="connsiteX32" fmla="*/ 0 w 950976"/>
                  <a:gd name="connsiteY32" fmla="*/ 950976 h 5230368"/>
                  <a:gd name="connsiteX33" fmla="*/ 475488 w 950976"/>
                  <a:gd name="connsiteY33" fmla="*/ 950976 h 5230368"/>
                  <a:gd name="connsiteX34" fmla="*/ 475488 w 950976"/>
                  <a:gd name="connsiteY34" fmla="*/ 1426464 h 5230368"/>
                  <a:gd name="connsiteX35" fmla="*/ 0 w 950976"/>
                  <a:gd name="connsiteY35" fmla="*/ 1426464 h 5230368"/>
                  <a:gd name="connsiteX36" fmla="*/ 475488 w 950976"/>
                  <a:gd name="connsiteY36" fmla="*/ 475488 h 5230368"/>
                  <a:gd name="connsiteX37" fmla="*/ 950976 w 950976"/>
                  <a:gd name="connsiteY37" fmla="*/ 475488 h 5230368"/>
                  <a:gd name="connsiteX38" fmla="*/ 950976 w 950976"/>
                  <a:gd name="connsiteY38" fmla="*/ 950976 h 5230368"/>
                  <a:gd name="connsiteX39" fmla="*/ 475488 w 950976"/>
                  <a:gd name="connsiteY39" fmla="*/ 950976 h 5230368"/>
                  <a:gd name="connsiteX40" fmla="*/ 0 w 950976"/>
                  <a:gd name="connsiteY40" fmla="*/ 0 h 5230368"/>
                  <a:gd name="connsiteX41" fmla="*/ 475488 w 950976"/>
                  <a:gd name="connsiteY41" fmla="*/ 0 h 5230368"/>
                  <a:gd name="connsiteX42" fmla="*/ 475488 w 950976"/>
                  <a:gd name="connsiteY42" fmla="*/ 475488 h 5230368"/>
                  <a:gd name="connsiteX43" fmla="*/ 0 w 950976"/>
                  <a:gd name="connsiteY43" fmla="*/ 475488 h 5230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950976" h="5230368">
                    <a:moveTo>
                      <a:pt x="0" y="4754880"/>
                    </a:moveTo>
                    <a:lnTo>
                      <a:pt x="475488" y="4754880"/>
                    </a:lnTo>
                    <a:lnTo>
                      <a:pt x="475488" y="5230368"/>
                    </a:lnTo>
                    <a:lnTo>
                      <a:pt x="0" y="5230368"/>
                    </a:lnTo>
                    <a:close/>
                    <a:moveTo>
                      <a:pt x="475488" y="4279392"/>
                    </a:moveTo>
                    <a:lnTo>
                      <a:pt x="950976" y="4279392"/>
                    </a:lnTo>
                    <a:lnTo>
                      <a:pt x="950976" y="4754880"/>
                    </a:lnTo>
                    <a:lnTo>
                      <a:pt x="475488" y="4754880"/>
                    </a:lnTo>
                    <a:close/>
                    <a:moveTo>
                      <a:pt x="0" y="3803904"/>
                    </a:moveTo>
                    <a:lnTo>
                      <a:pt x="475488" y="3803904"/>
                    </a:lnTo>
                    <a:lnTo>
                      <a:pt x="475488" y="4279392"/>
                    </a:lnTo>
                    <a:lnTo>
                      <a:pt x="0" y="4279392"/>
                    </a:lnTo>
                    <a:close/>
                    <a:moveTo>
                      <a:pt x="475488" y="3328416"/>
                    </a:moveTo>
                    <a:lnTo>
                      <a:pt x="950976" y="3328416"/>
                    </a:lnTo>
                    <a:lnTo>
                      <a:pt x="950976" y="3803904"/>
                    </a:lnTo>
                    <a:lnTo>
                      <a:pt x="475488" y="3803904"/>
                    </a:lnTo>
                    <a:close/>
                    <a:moveTo>
                      <a:pt x="0" y="2852928"/>
                    </a:moveTo>
                    <a:lnTo>
                      <a:pt x="475488" y="2852928"/>
                    </a:lnTo>
                    <a:lnTo>
                      <a:pt x="475488" y="3328416"/>
                    </a:lnTo>
                    <a:lnTo>
                      <a:pt x="0" y="3328416"/>
                    </a:lnTo>
                    <a:close/>
                    <a:moveTo>
                      <a:pt x="475488" y="2377440"/>
                    </a:moveTo>
                    <a:lnTo>
                      <a:pt x="950976" y="2377440"/>
                    </a:lnTo>
                    <a:lnTo>
                      <a:pt x="950976" y="2852928"/>
                    </a:lnTo>
                    <a:lnTo>
                      <a:pt x="475488" y="2852928"/>
                    </a:lnTo>
                    <a:close/>
                    <a:moveTo>
                      <a:pt x="0" y="1901952"/>
                    </a:moveTo>
                    <a:lnTo>
                      <a:pt x="475488" y="1901952"/>
                    </a:lnTo>
                    <a:lnTo>
                      <a:pt x="475488" y="2377440"/>
                    </a:lnTo>
                    <a:lnTo>
                      <a:pt x="0" y="2377440"/>
                    </a:lnTo>
                    <a:close/>
                    <a:moveTo>
                      <a:pt x="475488" y="1426464"/>
                    </a:moveTo>
                    <a:lnTo>
                      <a:pt x="950976" y="1426464"/>
                    </a:lnTo>
                    <a:lnTo>
                      <a:pt x="950976" y="1901952"/>
                    </a:lnTo>
                    <a:lnTo>
                      <a:pt x="475488" y="1901952"/>
                    </a:lnTo>
                    <a:close/>
                    <a:moveTo>
                      <a:pt x="0" y="950976"/>
                    </a:moveTo>
                    <a:lnTo>
                      <a:pt x="475488" y="950976"/>
                    </a:lnTo>
                    <a:lnTo>
                      <a:pt x="475488" y="1426464"/>
                    </a:lnTo>
                    <a:lnTo>
                      <a:pt x="0" y="1426464"/>
                    </a:lnTo>
                    <a:close/>
                    <a:moveTo>
                      <a:pt x="475488" y="475488"/>
                    </a:moveTo>
                    <a:lnTo>
                      <a:pt x="950976" y="475488"/>
                    </a:lnTo>
                    <a:lnTo>
                      <a:pt x="950976" y="950976"/>
                    </a:lnTo>
                    <a:lnTo>
                      <a:pt x="475488" y="950976"/>
                    </a:lnTo>
                    <a:close/>
                    <a:moveTo>
                      <a:pt x="0" y="0"/>
                    </a:moveTo>
                    <a:lnTo>
                      <a:pt x="475488" y="0"/>
                    </a:lnTo>
                    <a:lnTo>
                      <a:pt x="475488" y="475488"/>
                    </a:lnTo>
                    <a:lnTo>
                      <a:pt x="0" y="475488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VI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7A0AC06F-78DD-94EB-1D04-D5299C0EAC07}"/>
                  </a:ext>
                </a:extLst>
              </p:cNvPr>
              <p:cNvSpPr/>
              <p:nvPr/>
            </p:nvSpPr>
            <p:spPr bwMode="auto">
              <a:xfrm>
                <a:off x="1499616" y="987553"/>
                <a:ext cx="950976" cy="5230367"/>
              </a:xfrm>
              <a:custGeom>
                <a:avLst/>
                <a:gdLst>
                  <a:gd name="connsiteX0" fmla="*/ 475488 w 950976"/>
                  <a:gd name="connsiteY0" fmla="*/ 4754879 h 5230367"/>
                  <a:gd name="connsiteX1" fmla="*/ 950976 w 950976"/>
                  <a:gd name="connsiteY1" fmla="*/ 4754879 h 5230367"/>
                  <a:gd name="connsiteX2" fmla="*/ 950976 w 950976"/>
                  <a:gd name="connsiteY2" fmla="*/ 5230367 h 5230367"/>
                  <a:gd name="connsiteX3" fmla="*/ 475488 w 950976"/>
                  <a:gd name="connsiteY3" fmla="*/ 5230367 h 5230367"/>
                  <a:gd name="connsiteX4" fmla="*/ 0 w 950976"/>
                  <a:gd name="connsiteY4" fmla="*/ 4279391 h 5230367"/>
                  <a:gd name="connsiteX5" fmla="*/ 475488 w 950976"/>
                  <a:gd name="connsiteY5" fmla="*/ 4279391 h 5230367"/>
                  <a:gd name="connsiteX6" fmla="*/ 475488 w 950976"/>
                  <a:gd name="connsiteY6" fmla="*/ 4754879 h 5230367"/>
                  <a:gd name="connsiteX7" fmla="*/ 0 w 950976"/>
                  <a:gd name="connsiteY7" fmla="*/ 4754879 h 5230367"/>
                  <a:gd name="connsiteX8" fmla="*/ 475488 w 950976"/>
                  <a:gd name="connsiteY8" fmla="*/ 3803903 h 5230367"/>
                  <a:gd name="connsiteX9" fmla="*/ 950976 w 950976"/>
                  <a:gd name="connsiteY9" fmla="*/ 3803903 h 5230367"/>
                  <a:gd name="connsiteX10" fmla="*/ 950976 w 950976"/>
                  <a:gd name="connsiteY10" fmla="*/ 4279391 h 5230367"/>
                  <a:gd name="connsiteX11" fmla="*/ 475488 w 950976"/>
                  <a:gd name="connsiteY11" fmla="*/ 4279391 h 5230367"/>
                  <a:gd name="connsiteX12" fmla="*/ 0 w 950976"/>
                  <a:gd name="connsiteY12" fmla="*/ 3328415 h 5230367"/>
                  <a:gd name="connsiteX13" fmla="*/ 475488 w 950976"/>
                  <a:gd name="connsiteY13" fmla="*/ 3328415 h 5230367"/>
                  <a:gd name="connsiteX14" fmla="*/ 475488 w 950976"/>
                  <a:gd name="connsiteY14" fmla="*/ 3803903 h 5230367"/>
                  <a:gd name="connsiteX15" fmla="*/ 0 w 950976"/>
                  <a:gd name="connsiteY15" fmla="*/ 3803903 h 5230367"/>
                  <a:gd name="connsiteX16" fmla="*/ 475488 w 950976"/>
                  <a:gd name="connsiteY16" fmla="*/ 2852927 h 5230367"/>
                  <a:gd name="connsiteX17" fmla="*/ 950976 w 950976"/>
                  <a:gd name="connsiteY17" fmla="*/ 2852927 h 5230367"/>
                  <a:gd name="connsiteX18" fmla="*/ 950976 w 950976"/>
                  <a:gd name="connsiteY18" fmla="*/ 3328415 h 5230367"/>
                  <a:gd name="connsiteX19" fmla="*/ 475488 w 950976"/>
                  <a:gd name="connsiteY19" fmla="*/ 3328415 h 5230367"/>
                  <a:gd name="connsiteX20" fmla="*/ 0 w 950976"/>
                  <a:gd name="connsiteY20" fmla="*/ 2377439 h 5230367"/>
                  <a:gd name="connsiteX21" fmla="*/ 475488 w 950976"/>
                  <a:gd name="connsiteY21" fmla="*/ 2377439 h 5230367"/>
                  <a:gd name="connsiteX22" fmla="*/ 475488 w 950976"/>
                  <a:gd name="connsiteY22" fmla="*/ 2852927 h 5230367"/>
                  <a:gd name="connsiteX23" fmla="*/ 0 w 950976"/>
                  <a:gd name="connsiteY23" fmla="*/ 2852927 h 5230367"/>
                  <a:gd name="connsiteX24" fmla="*/ 475488 w 950976"/>
                  <a:gd name="connsiteY24" fmla="*/ 1901951 h 5230367"/>
                  <a:gd name="connsiteX25" fmla="*/ 950976 w 950976"/>
                  <a:gd name="connsiteY25" fmla="*/ 1901951 h 5230367"/>
                  <a:gd name="connsiteX26" fmla="*/ 950976 w 950976"/>
                  <a:gd name="connsiteY26" fmla="*/ 2377439 h 5230367"/>
                  <a:gd name="connsiteX27" fmla="*/ 475488 w 950976"/>
                  <a:gd name="connsiteY27" fmla="*/ 2377439 h 5230367"/>
                  <a:gd name="connsiteX28" fmla="*/ 0 w 950976"/>
                  <a:gd name="connsiteY28" fmla="*/ 1426463 h 5230367"/>
                  <a:gd name="connsiteX29" fmla="*/ 475488 w 950976"/>
                  <a:gd name="connsiteY29" fmla="*/ 1426463 h 5230367"/>
                  <a:gd name="connsiteX30" fmla="*/ 475488 w 950976"/>
                  <a:gd name="connsiteY30" fmla="*/ 1901951 h 5230367"/>
                  <a:gd name="connsiteX31" fmla="*/ 0 w 950976"/>
                  <a:gd name="connsiteY31" fmla="*/ 1901951 h 5230367"/>
                  <a:gd name="connsiteX32" fmla="*/ 475488 w 950976"/>
                  <a:gd name="connsiteY32" fmla="*/ 950976 h 5230367"/>
                  <a:gd name="connsiteX33" fmla="*/ 950976 w 950976"/>
                  <a:gd name="connsiteY33" fmla="*/ 950976 h 5230367"/>
                  <a:gd name="connsiteX34" fmla="*/ 950976 w 950976"/>
                  <a:gd name="connsiteY34" fmla="*/ 1426463 h 5230367"/>
                  <a:gd name="connsiteX35" fmla="*/ 475488 w 950976"/>
                  <a:gd name="connsiteY35" fmla="*/ 1426463 h 5230367"/>
                  <a:gd name="connsiteX36" fmla="*/ 0 w 950976"/>
                  <a:gd name="connsiteY36" fmla="*/ 475488 h 5230367"/>
                  <a:gd name="connsiteX37" fmla="*/ 475488 w 950976"/>
                  <a:gd name="connsiteY37" fmla="*/ 475488 h 5230367"/>
                  <a:gd name="connsiteX38" fmla="*/ 475488 w 950976"/>
                  <a:gd name="connsiteY38" fmla="*/ 950976 h 5230367"/>
                  <a:gd name="connsiteX39" fmla="*/ 0 w 950976"/>
                  <a:gd name="connsiteY39" fmla="*/ 950976 h 5230367"/>
                  <a:gd name="connsiteX40" fmla="*/ 475488 w 950976"/>
                  <a:gd name="connsiteY40" fmla="*/ 0 h 5230367"/>
                  <a:gd name="connsiteX41" fmla="*/ 950976 w 950976"/>
                  <a:gd name="connsiteY41" fmla="*/ 0 h 5230367"/>
                  <a:gd name="connsiteX42" fmla="*/ 950976 w 950976"/>
                  <a:gd name="connsiteY42" fmla="*/ 475488 h 5230367"/>
                  <a:gd name="connsiteX43" fmla="*/ 475488 w 950976"/>
                  <a:gd name="connsiteY43" fmla="*/ 475488 h 52303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950976" h="5230367">
                    <a:moveTo>
                      <a:pt x="475488" y="4754879"/>
                    </a:moveTo>
                    <a:lnTo>
                      <a:pt x="950976" y="4754879"/>
                    </a:lnTo>
                    <a:lnTo>
                      <a:pt x="950976" y="5230367"/>
                    </a:lnTo>
                    <a:lnTo>
                      <a:pt x="475488" y="5230367"/>
                    </a:lnTo>
                    <a:close/>
                    <a:moveTo>
                      <a:pt x="0" y="4279391"/>
                    </a:moveTo>
                    <a:lnTo>
                      <a:pt x="475488" y="4279391"/>
                    </a:lnTo>
                    <a:lnTo>
                      <a:pt x="475488" y="4754879"/>
                    </a:lnTo>
                    <a:lnTo>
                      <a:pt x="0" y="4754879"/>
                    </a:lnTo>
                    <a:close/>
                    <a:moveTo>
                      <a:pt x="475488" y="3803903"/>
                    </a:moveTo>
                    <a:lnTo>
                      <a:pt x="950976" y="3803903"/>
                    </a:lnTo>
                    <a:lnTo>
                      <a:pt x="950976" y="4279391"/>
                    </a:lnTo>
                    <a:lnTo>
                      <a:pt x="475488" y="4279391"/>
                    </a:lnTo>
                    <a:close/>
                    <a:moveTo>
                      <a:pt x="0" y="3328415"/>
                    </a:moveTo>
                    <a:lnTo>
                      <a:pt x="475488" y="3328415"/>
                    </a:lnTo>
                    <a:lnTo>
                      <a:pt x="475488" y="3803903"/>
                    </a:lnTo>
                    <a:lnTo>
                      <a:pt x="0" y="3803903"/>
                    </a:lnTo>
                    <a:close/>
                    <a:moveTo>
                      <a:pt x="475488" y="2852927"/>
                    </a:moveTo>
                    <a:lnTo>
                      <a:pt x="950976" y="2852927"/>
                    </a:lnTo>
                    <a:lnTo>
                      <a:pt x="950976" y="3328415"/>
                    </a:lnTo>
                    <a:lnTo>
                      <a:pt x="475488" y="3328415"/>
                    </a:lnTo>
                    <a:close/>
                    <a:moveTo>
                      <a:pt x="0" y="2377439"/>
                    </a:moveTo>
                    <a:lnTo>
                      <a:pt x="475488" y="2377439"/>
                    </a:lnTo>
                    <a:lnTo>
                      <a:pt x="475488" y="2852927"/>
                    </a:lnTo>
                    <a:lnTo>
                      <a:pt x="0" y="2852927"/>
                    </a:lnTo>
                    <a:close/>
                    <a:moveTo>
                      <a:pt x="475488" y="1901951"/>
                    </a:moveTo>
                    <a:lnTo>
                      <a:pt x="950976" y="1901951"/>
                    </a:lnTo>
                    <a:lnTo>
                      <a:pt x="950976" y="2377439"/>
                    </a:lnTo>
                    <a:lnTo>
                      <a:pt x="475488" y="2377439"/>
                    </a:lnTo>
                    <a:close/>
                    <a:moveTo>
                      <a:pt x="0" y="1426463"/>
                    </a:moveTo>
                    <a:lnTo>
                      <a:pt x="475488" y="1426463"/>
                    </a:lnTo>
                    <a:lnTo>
                      <a:pt x="475488" y="1901951"/>
                    </a:lnTo>
                    <a:lnTo>
                      <a:pt x="0" y="1901951"/>
                    </a:lnTo>
                    <a:close/>
                    <a:moveTo>
                      <a:pt x="475488" y="950976"/>
                    </a:moveTo>
                    <a:lnTo>
                      <a:pt x="950976" y="950976"/>
                    </a:lnTo>
                    <a:lnTo>
                      <a:pt x="950976" y="1426463"/>
                    </a:lnTo>
                    <a:lnTo>
                      <a:pt x="475488" y="1426463"/>
                    </a:lnTo>
                    <a:close/>
                    <a:moveTo>
                      <a:pt x="0" y="475488"/>
                    </a:moveTo>
                    <a:lnTo>
                      <a:pt x="475488" y="475488"/>
                    </a:lnTo>
                    <a:lnTo>
                      <a:pt x="475488" y="950976"/>
                    </a:lnTo>
                    <a:lnTo>
                      <a:pt x="0" y="950976"/>
                    </a:lnTo>
                    <a:close/>
                    <a:moveTo>
                      <a:pt x="475488" y="0"/>
                    </a:moveTo>
                    <a:lnTo>
                      <a:pt x="950976" y="0"/>
                    </a:lnTo>
                    <a:lnTo>
                      <a:pt x="950976" y="475488"/>
                    </a:lnTo>
                    <a:lnTo>
                      <a:pt x="475488" y="475488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VI"/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90B4035-154E-B6DA-B4A0-8A7E56F7CEC4}"/>
              </a:ext>
            </a:extLst>
          </p:cNvPr>
          <p:cNvSpPr txBox="1"/>
          <p:nvPr userDrawn="1"/>
        </p:nvSpPr>
        <p:spPr>
          <a:xfrm>
            <a:off x="1231740" y="6353497"/>
            <a:ext cx="97285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+mn-lt"/>
              </a:rPr>
              <a:t>Attribution: </a:t>
            </a:r>
            <a:r>
              <a:rPr lang="en-US" sz="2400" dirty="0">
                <a:solidFill>
                  <a:schemeClr val="tx1"/>
                </a:solidFill>
                <a:latin typeface="+mn-lt"/>
              </a:rPr>
              <a:t>The presentation template is designed by </a:t>
            </a:r>
            <a:r>
              <a:rPr lang="en-US" sz="2400" b="1" dirty="0" err="1">
                <a:solidFill>
                  <a:schemeClr val="tx1"/>
                </a:solidFill>
                <a:latin typeface="+mn-lt"/>
              </a:rPr>
              <a:t>SketchBubble.com</a:t>
            </a:r>
            <a:endParaRPr lang="en-US" sz="2400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36614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1_rac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2345F358-BE83-0762-ECD9-725BFEBB6FEB}"/>
              </a:ext>
            </a:extLst>
          </p:cNvPr>
          <p:cNvSpPr/>
          <p:nvPr userDrawn="1"/>
        </p:nvSpPr>
        <p:spPr bwMode="auto">
          <a:xfrm>
            <a:off x="500882" y="0"/>
            <a:ext cx="11691118" cy="814399"/>
          </a:xfrm>
          <a:prstGeom prst="rect">
            <a:avLst/>
          </a:prstGeom>
          <a:gradFill>
            <a:gsLst>
              <a:gs pos="0">
                <a:schemeClr val="accent1"/>
              </a:gs>
              <a:gs pos="55000">
                <a:schemeClr val="accent1">
                  <a:lumMod val="50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0" scaled="1"/>
          </a:gra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VI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660F7E3-8EF0-271F-23B3-E74CACA62DFC}"/>
              </a:ext>
            </a:extLst>
          </p:cNvPr>
          <p:cNvGrpSpPr/>
          <p:nvPr userDrawn="1"/>
        </p:nvGrpSpPr>
        <p:grpSpPr>
          <a:xfrm>
            <a:off x="2" y="6594271"/>
            <a:ext cx="12191996" cy="263729"/>
            <a:chOff x="2" y="6594271"/>
            <a:chExt cx="12191996" cy="263729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692C54D-0419-E315-BBFA-6ECA0C8CB779}"/>
                </a:ext>
              </a:extLst>
            </p:cNvPr>
            <p:cNvGrpSpPr/>
            <p:nvPr/>
          </p:nvGrpSpPr>
          <p:grpSpPr>
            <a:xfrm>
              <a:off x="2" y="6594271"/>
              <a:ext cx="5785335" cy="263729"/>
              <a:chOff x="2" y="6302218"/>
              <a:chExt cx="12191998" cy="555782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7F58F546-D228-D22D-5DB7-FF7835925E02}"/>
                  </a:ext>
                </a:extLst>
              </p:cNvPr>
              <p:cNvGrpSpPr/>
              <p:nvPr/>
            </p:nvGrpSpPr>
            <p:grpSpPr>
              <a:xfrm rot="5400000">
                <a:off x="7342908" y="5056909"/>
                <a:ext cx="554183" cy="3047999"/>
                <a:chOff x="1499616" y="987552"/>
                <a:chExt cx="950976" cy="5230368"/>
              </a:xfrm>
            </p:grpSpPr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224CD012-1DEA-8AB4-51CC-EE45CC668650}"/>
                    </a:ext>
                  </a:extLst>
                </p:cNvPr>
                <p:cNvSpPr/>
                <p:nvPr/>
              </p:nvSpPr>
              <p:spPr bwMode="auto">
                <a:xfrm>
                  <a:off x="1499616" y="987552"/>
                  <a:ext cx="950976" cy="5230368"/>
                </a:xfrm>
                <a:custGeom>
                  <a:avLst/>
                  <a:gdLst>
                    <a:gd name="connsiteX0" fmla="*/ 0 w 950976"/>
                    <a:gd name="connsiteY0" fmla="*/ 4754880 h 5230368"/>
                    <a:gd name="connsiteX1" fmla="*/ 475488 w 950976"/>
                    <a:gd name="connsiteY1" fmla="*/ 4754880 h 5230368"/>
                    <a:gd name="connsiteX2" fmla="*/ 475488 w 950976"/>
                    <a:gd name="connsiteY2" fmla="*/ 5230368 h 5230368"/>
                    <a:gd name="connsiteX3" fmla="*/ 0 w 950976"/>
                    <a:gd name="connsiteY3" fmla="*/ 5230368 h 5230368"/>
                    <a:gd name="connsiteX4" fmla="*/ 475488 w 950976"/>
                    <a:gd name="connsiteY4" fmla="*/ 4279392 h 5230368"/>
                    <a:gd name="connsiteX5" fmla="*/ 950976 w 950976"/>
                    <a:gd name="connsiteY5" fmla="*/ 4279392 h 5230368"/>
                    <a:gd name="connsiteX6" fmla="*/ 950976 w 950976"/>
                    <a:gd name="connsiteY6" fmla="*/ 4754880 h 5230368"/>
                    <a:gd name="connsiteX7" fmla="*/ 475488 w 950976"/>
                    <a:gd name="connsiteY7" fmla="*/ 4754880 h 5230368"/>
                    <a:gd name="connsiteX8" fmla="*/ 0 w 950976"/>
                    <a:gd name="connsiteY8" fmla="*/ 3803904 h 5230368"/>
                    <a:gd name="connsiteX9" fmla="*/ 475488 w 950976"/>
                    <a:gd name="connsiteY9" fmla="*/ 3803904 h 5230368"/>
                    <a:gd name="connsiteX10" fmla="*/ 475488 w 950976"/>
                    <a:gd name="connsiteY10" fmla="*/ 4279392 h 5230368"/>
                    <a:gd name="connsiteX11" fmla="*/ 0 w 950976"/>
                    <a:gd name="connsiteY11" fmla="*/ 4279392 h 5230368"/>
                    <a:gd name="connsiteX12" fmla="*/ 475488 w 950976"/>
                    <a:gd name="connsiteY12" fmla="*/ 3328416 h 5230368"/>
                    <a:gd name="connsiteX13" fmla="*/ 950976 w 950976"/>
                    <a:gd name="connsiteY13" fmla="*/ 3328416 h 5230368"/>
                    <a:gd name="connsiteX14" fmla="*/ 950976 w 950976"/>
                    <a:gd name="connsiteY14" fmla="*/ 3803904 h 5230368"/>
                    <a:gd name="connsiteX15" fmla="*/ 475488 w 950976"/>
                    <a:gd name="connsiteY15" fmla="*/ 3803904 h 5230368"/>
                    <a:gd name="connsiteX16" fmla="*/ 0 w 950976"/>
                    <a:gd name="connsiteY16" fmla="*/ 2852928 h 5230368"/>
                    <a:gd name="connsiteX17" fmla="*/ 475488 w 950976"/>
                    <a:gd name="connsiteY17" fmla="*/ 2852928 h 5230368"/>
                    <a:gd name="connsiteX18" fmla="*/ 475488 w 950976"/>
                    <a:gd name="connsiteY18" fmla="*/ 3328416 h 5230368"/>
                    <a:gd name="connsiteX19" fmla="*/ 0 w 950976"/>
                    <a:gd name="connsiteY19" fmla="*/ 3328416 h 5230368"/>
                    <a:gd name="connsiteX20" fmla="*/ 475488 w 950976"/>
                    <a:gd name="connsiteY20" fmla="*/ 2377440 h 5230368"/>
                    <a:gd name="connsiteX21" fmla="*/ 950976 w 950976"/>
                    <a:gd name="connsiteY21" fmla="*/ 2377440 h 5230368"/>
                    <a:gd name="connsiteX22" fmla="*/ 950976 w 950976"/>
                    <a:gd name="connsiteY22" fmla="*/ 2852928 h 5230368"/>
                    <a:gd name="connsiteX23" fmla="*/ 475488 w 950976"/>
                    <a:gd name="connsiteY23" fmla="*/ 2852928 h 5230368"/>
                    <a:gd name="connsiteX24" fmla="*/ 0 w 950976"/>
                    <a:gd name="connsiteY24" fmla="*/ 1901952 h 5230368"/>
                    <a:gd name="connsiteX25" fmla="*/ 475488 w 950976"/>
                    <a:gd name="connsiteY25" fmla="*/ 1901952 h 5230368"/>
                    <a:gd name="connsiteX26" fmla="*/ 475488 w 950976"/>
                    <a:gd name="connsiteY26" fmla="*/ 2377440 h 5230368"/>
                    <a:gd name="connsiteX27" fmla="*/ 0 w 950976"/>
                    <a:gd name="connsiteY27" fmla="*/ 2377440 h 5230368"/>
                    <a:gd name="connsiteX28" fmla="*/ 475488 w 950976"/>
                    <a:gd name="connsiteY28" fmla="*/ 1426464 h 5230368"/>
                    <a:gd name="connsiteX29" fmla="*/ 950976 w 950976"/>
                    <a:gd name="connsiteY29" fmla="*/ 1426464 h 5230368"/>
                    <a:gd name="connsiteX30" fmla="*/ 950976 w 950976"/>
                    <a:gd name="connsiteY30" fmla="*/ 1901952 h 5230368"/>
                    <a:gd name="connsiteX31" fmla="*/ 475488 w 950976"/>
                    <a:gd name="connsiteY31" fmla="*/ 1901952 h 5230368"/>
                    <a:gd name="connsiteX32" fmla="*/ 0 w 950976"/>
                    <a:gd name="connsiteY32" fmla="*/ 950976 h 5230368"/>
                    <a:gd name="connsiteX33" fmla="*/ 475488 w 950976"/>
                    <a:gd name="connsiteY33" fmla="*/ 950976 h 5230368"/>
                    <a:gd name="connsiteX34" fmla="*/ 475488 w 950976"/>
                    <a:gd name="connsiteY34" fmla="*/ 1426464 h 5230368"/>
                    <a:gd name="connsiteX35" fmla="*/ 0 w 950976"/>
                    <a:gd name="connsiteY35" fmla="*/ 1426464 h 5230368"/>
                    <a:gd name="connsiteX36" fmla="*/ 475488 w 950976"/>
                    <a:gd name="connsiteY36" fmla="*/ 475488 h 5230368"/>
                    <a:gd name="connsiteX37" fmla="*/ 950976 w 950976"/>
                    <a:gd name="connsiteY37" fmla="*/ 475488 h 5230368"/>
                    <a:gd name="connsiteX38" fmla="*/ 950976 w 950976"/>
                    <a:gd name="connsiteY38" fmla="*/ 950976 h 5230368"/>
                    <a:gd name="connsiteX39" fmla="*/ 475488 w 950976"/>
                    <a:gd name="connsiteY39" fmla="*/ 950976 h 5230368"/>
                    <a:gd name="connsiteX40" fmla="*/ 0 w 950976"/>
                    <a:gd name="connsiteY40" fmla="*/ 0 h 5230368"/>
                    <a:gd name="connsiteX41" fmla="*/ 475488 w 950976"/>
                    <a:gd name="connsiteY41" fmla="*/ 0 h 5230368"/>
                    <a:gd name="connsiteX42" fmla="*/ 475488 w 950976"/>
                    <a:gd name="connsiteY42" fmla="*/ 475488 h 5230368"/>
                    <a:gd name="connsiteX43" fmla="*/ 0 w 950976"/>
                    <a:gd name="connsiteY43" fmla="*/ 475488 h 523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8">
                      <a:moveTo>
                        <a:pt x="0" y="4754880"/>
                      </a:moveTo>
                      <a:lnTo>
                        <a:pt x="475488" y="4754880"/>
                      </a:lnTo>
                      <a:lnTo>
                        <a:pt x="475488" y="5230368"/>
                      </a:lnTo>
                      <a:lnTo>
                        <a:pt x="0" y="5230368"/>
                      </a:lnTo>
                      <a:close/>
                      <a:moveTo>
                        <a:pt x="475488" y="4279392"/>
                      </a:moveTo>
                      <a:lnTo>
                        <a:pt x="950976" y="4279392"/>
                      </a:lnTo>
                      <a:lnTo>
                        <a:pt x="950976" y="4754880"/>
                      </a:lnTo>
                      <a:lnTo>
                        <a:pt x="475488" y="4754880"/>
                      </a:lnTo>
                      <a:close/>
                      <a:moveTo>
                        <a:pt x="0" y="3803904"/>
                      </a:moveTo>
                      <a:lnTo>
                        <a:pt x="475488" y="3803904"/>
                      </a:lnTo>
                      <a:lnTo>
                        <a:pt x="475488" y="4279392"/>
                      </a:lnTo>
                      <a:lnTo>
                        <a:pt x="0" y="4279392"/>
                      </a:lnTo>
                      <a:close/>
                      <a:moveTo>
                        <a:pt x="475488" y="3328416"/>
                      </a:moveTo>
                      <a:lnTo>
                        <a:pt x="950976" y="3328416"/>
                      </a:lnTo>
                      <a:lnTo>
                        <a:pt x="950976" y="3803904"/>
                      </a:lnTo>
                      <a:lnTo>
                        <a:pt x="475488" y="3803904"/>
                      </a:lnTo>
                      <a:close/>
                      <a:moveTo>
                        <a:pt x="0" y="2852928"/>
                      </a:moveTo>
                      <a:lnTo>
                        <a:pt x="475488" y="2852928"/>
                      </a:lnTo>
                      <a:lnTo>
                        <a:pt x="475488" y="3328416"/>
                      </a:lnTo>
                      <a:lnTo>
                        <a:pt x="0" y="3328416"/>
                      </a:lnTo>
                      <a:close/>
                      <a:moveTo>
                        <a:pt x="475488" y="2377440"/>
                      </a:moveTo>
                      <a:lnTo>
                        <a:pt x="950976" y="2377440"/>
                      </a:lnTo>
                      <a:lnTo>
                        <a:pt x="950976" y="2852928"/>
                      </a:lnTo>
                      <a:lnTo>
                        <a:pt x="475488" y="2852928"/>
                      </a:lnTo>
                      <a:close/>
                      <a:moveTo>
                        <a:pt x="0" y="1901952"/>
                      </a:moveTo>
                      <a:lnTo>
                        <a:pt x="475488" y="1901952"/>
                      </a:lnTo>
                      <a:lnTo>
                        <a:pt x="475488" y="2377440"/>
                      </a:lnTo>
                      <a:lnTo>
                        <a:pt x="0" y="2377440"/>
                      </a:lnTo>
                      <a:close/>
                      <a:moveTo>
                        <a:pt x="475488" y="1426464"/>
                      </a:moveTo>
                      <a:lnTo>
                        <a:pt x="950976" y="1426464"/>
                      </a:lnTo>
                      <a:lnTo>
                        <a:pt x="950976" y="1901952"/>
                      </a:lnTo>
                      <a:lnTo>
                        <a:pt x="475488" y="1901952"/>
                      </a:lnTo>
                      <a:close/>
                      <a:moveTo>
                        <a:pt x="0" y="950976"/>
                      </a:moveTo>
                      <a:lnTo>
                        <a:pt x="475488" y="950976"/>
                      </a:lnTo>
                      <a:lnTo>
                        <a:pt x="475488" y="1426464"/>
                      </a:lnTo>
                      <a:lnTo>
                        <a:pt x="0" y="1426464"/>
                      </a:lnTo>
                      <a:close/>
                      <a:moveTo>
                        <a:pt x="475488" y="475488"/>
                      </a:moveTo>
                      <a:lnTo>
                        <a:pt x="950976" y="475488"/>
                      </a:lnTo>
                      <a:lnTo>
                        <a:pt x="950976" y="950976"/>
                      </a:lnTo>
                      <a:lnTo>
                        <a:pt x="475488" y="950976"/>
                      </a:lnTo>
                      <a:close/>
                      <a:moveTo>
                        <a:pt x="0" y="0"/>
                      </a:moveTo>
                      <a:lnTo>
                        <a:pt x="475488" y="0"/>
                      </a:lnTo>
                      <a:lnTo>
                        <a:pt x="475488" y="475488"/>
                      </a:lnTo>
                      <a:lnTo>
                        <a:pt x="0" y="4754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32C4C0BB-C325-4CAD-3AB7-3A4237B86ED6}"/>
                    </a:ext>
                  </a:extLst>
                </p:cNvPr>
                <p:cNvSpPr/>
                <p:nvPr/>
              </p:nvSpPr>
              <p:spPr bwMode="auto">
                <a:xfrm>
                  <a:off x="1499616" y="987553"/>
                  <a:ext cx="950976" cy="5230367"/>
                </a:xfrm>
                <a:custGeom>
                  <a:avLst/>
                  <a:gdLst>
                    <a:gd name="connsiteX0" fmla="*/ 475488 w 950976"/>
                    <a:gd name="connsiteY0" fmla="*/ 4754879 h 5230367"/>
                    <a:gd name="connsiteX1" fmla="*/ 950976 w 950976"/>
                    <a:gd name="connsiteY1" fmla="*/ 4754879 h 5230367"/>
                    <a:gd name="connsiteX2" fmla="*/ 950976 w 950976"/>
                    <a:gd name="connsiteY2" fmla="*/ 5230367 h 5230367"/>
                    <a:gd name="connsiteX3" fmla="*/ 475488 w 950976"/>
                    <a:gd name="connsiteY3" fmla="*/ 5230367 h 5230367"/>
                    <a:gd name="connsiteX4" fmla="*/ 0 w 950976"/>
                    <a:gd name="connsiteY4" fmla="*/ 4279391 h 5230367"/>
                    <a:gd name="connsiteX5" fmla="*/ 475488 w 950976"/>
                    <a:gd name="connsiteY5" fmla="*/ 4279391 h 5230367"/>
                    <a:gd name="connsiteX6" fmla="*/ 475488 w 950976"/>
                    <a:gd name="connsiteY6" fmla="*/ 4754879 h 5230367"/>
                    <a:gd name="connsiteX7" fmla="*/ 0 w 950976"/>
                    <a:gd name="connsiteY7" fmla="*/ 4754879 h 5230367"/>
                    <a:gd name="connsiteX8" fmla="*/ 475488 w 950976"/>
                    <a:gd name="connsiteY8" fmla="*/ 3803903 h 5230367"/>
                    <a:gd name="connsiteX9" fmla="*/ 950976 w 950976"/>
                    <a:gd name="connsiteY9" fmla="*/ 3803903 h 5230367"/>
                    <a:gd name="connsiteX10" fmla="*/ 950976 w 950976"/>
                    <a:gd name="connsiteY10" fmla="*/ 4279391 h 5230367"/>
                    <a:gd name="connsiteX11" fmla="*/ 475488 w 950976"/>
                    <a:gd name="connsiteY11" fmla="*/ 4279391 h 5230367"/>
                    <a:gd name="connsiteX12" fmla="*/ 0 w 950976"/>
                    <a:gd name="connsiteY12" fmla="*/ 3328415 h 5230367"/>
                    <a:gd name="connsiteX13" fmla="*/ 475488 w 950976"/>
                    <a:gd name="connsiteY13" fmla="*/ 3328415 h 5230367"/>
                    <a:gd name="connsiteX14" fmla="*/ 475488 w 950976"/>
                    <a:gd name="connsiteY14" fmla="*/ 3803903 h 5230367"/>
                    <a:gd name="connsiteX15" fmla="*/ 0 w 950976"/>
                    <a:gd name="connsiteY15" fmla="*/ 3803903 h 5230367"/>
                    <a:gd name="connsiteX16" fmla="*/ 475488 w 950976"/>
                    <a:gd name="connsiteY16" fmla="*/ 2852927 h 5230367"/>
                    <a:gd name="connsiteX17" fmla="*/ 950976 w 950976"/>
                    <a:gd name="connsiteY17" fmla="*/ 2852927 h 5230367"/>
                    <a:gd name="connsiteX18" fmla="*/ 950976 w 950976"/>
                    <a:gd name="connsiteY18" fmla="*/ 3328415 h 5230367"/>
                    <a:gd name="connsiteX19" fmla="*/ 475488 w 950976"/>
                    <a:gd name="connsiteY19" fmla="*/ 3328415 h 5230367"/>
                    <a:gd name="connsiteX20" fmla="*/ 0 w 950976"/>
                    <a:gd name="connsiteY20" fmla="*/ 2377439 h 5230367"/>
                    <a:gd name="connsiteX21" fmla="*/ 475488 w 950976"/>
                    <a:gd name="connsiteY21" fmla="*/ 2377439 h 5230367"/>
                    <a:gd name="connsiteX22" fmla="*/ 475488 w 950976"/>
                    <a:gd name="connsiteY22" fmla="*/ 2852927 h 5230367"/>
                    <a:gd name="connsiteX23" fmla="*/ 0 w 950976"/>
                    <a:gd name="connsiteY23" fmla="*/ 2852927 h 5230367"/>
                    <a:gd name="connsiteX24" fmla="*/ 475488 w 950976"/>
                    <a:gd name="connsiteY24" fmla="*/ 1901951 h 5230367"/>
                    <a:gd name="connsiteX25" fmla="*/ 950976 w 950976"/>
                    <a:gd name="connsiteY25" fmla="*/ 1901951 h 5230367"/>
                    <a:gd name="connsiteX26" fmla="*/ 950976 w 950976"/>
                    <a:gd name="connsiteY26" fmla="*/ 2377439 h 5230367"/>
                    <a:gd name="connsiteX27" fmla="*/ 475488 w 950976"/>
                    <a:gd name="connsiteY27" fmla="*/ 2377439 h 5230367"/>
                    <a:gd name="connsiteX28" fmla="*/ 0 w 950976"/>
                    <a:gd name="connsiteY28" fmla="*/ 1426463 h 5230367"/>
                    <a:gd name="connsiteX29" fmla="*/ 475488 w 950976"/>
                    <a:gd name="connsiteY29" fmla="*/ 1426463 h 5230367"/>
                    <a:gd name="connsiteX30" fmla="*/ 475488 w 950976"/>
                    <a:gd name="connsiteY30" fmla="*/ 1901951 h 5230367"/>
                    <a:gd name="connsiteX31" fmla="*/ 0 w 950976"/>
                    <a:gd name="connsiteY31" fmla="*/ 1901951 h 5230367"/>
                    <a:gd name="connsiteX32" fmla="*/ 475488 w 950976"/>
                    <a:gd name="connsiteY32" fmla="*/ 950976 h 5230367"/>
                    <a:gd name="connsiteX33" fmla="*/ 950976 w 950976"/>
                    <a:gd name="connsiteY33" fmla="*/ 950976 h 5230367"/>
                    <a:gd name="connsiteX34" fmla="*/ 950976 w 950976"/>
                    <a:gd name="connsiteY34" fmla="*/ 1426463 h 5230367"/>
                    <a:gd name="connsiteX35" fmla="*/ 475488 w 950976"/>
                    <a:gd name="connsiteY35" fmla="*/ 1426463 h 5230367"/>
                    <a:gd name="connsiteX36" fmla="*/ 0 w 950976"/>
                    <a:gd name="connsiteY36" fmla="*/ 475488 h 5230367"/>
                    <a:gd name="connsiteX37" fmla="*/ 475488 w 950976"/>
                    <a:gd name="connsiteY37" fmla="*/ 475488 h 5230367"/>
                    <a:gd name="connsiteX38" fmla="*/ 475488 w 950976"/>
                    <a:gd name="connsiteY38" fmla="*/ 950976 h 5230367"/>
                    <a:gd name="connsiteX39" fmla="*/ 0 w 950976"/>
                    <a:gd name="connsiteY39" fmla="*/ 950976 h 5230367"/>
                    <a:gd name="connsiteX40" fmla="*/ 475488 w 950976"/>
                    <a:gd name="connsiteY40" fmla="*/ 0 h 5230367"/>
                    <a:gd name="connsiteX41" fmla="*/ 950976 w 950976"/>
                    <a:gd name="connsiteY41" fmla="*/ 0 h 5230367"/>
                    <a:gd name="connsiteX42" fmla="*/ 950976 w 950976"/>
                    <a:gd name="connsiteY42" fmla="*/ 475488 h 5230367"/>
                    <a:gd name="connsiteX43" fmla="*/ 475488 w 950976"/>
                    <a:gd name="connsiteY43" fmla="*/ 475488 h 52303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7">
                      <a:moveTo>
                        <a:pt x="475488" y="4754879"/>
                      </a:moveTo>
                      <a:lnTo>
                        <a:pt x="950976" y="4754879"/>
                      </a:lnTo>
                      <a:lnTo>
                        <a:pt x="950976" y="5230367"/>
                      </a:lnTo>
                      <a:lnTo>
                        <a:pt x="475488" y="5230367"/>
                      </a:lnTo>
                      <a:close/>
                      <a:moveTo>
                        <a:pt x="0" y="4279391"/>
                      </a:moveTo>
                      <a:lnTo>
                        <a:pt x="475488" y="4279391"/>
                      </a:lnTo>
                      <a:lnTo>
                        <a:pt x="475488" y="4754879"/>
                      </a:lnTo>
                      <a:lnTo>
                        <a:pt x="0" y="4754879"/>
                      </a:lnTo>
                      <a:close/>
                      <a:moveTo>
                        <a:pt x="475488" y="3803903"/>
                      </a:moveTo>
                      <a:lnTo>
                        <a:pt x="950976" y="3803903"/>
                      </a:lnTo>
                      <a:lnTo>
                        <a:pt x="950976" y="4279391"/>
                      </a:lnTo>
                      <a:lnTo>
                        <a:pt x="475488" y="4279391"/>
                      </a:lnTo>
                      <a:close/>
                      <a:moveTo>
                        <a:pt x="0" y="3328415"/>
                      </a:moveTo>
                      <a:lnTo>
                        <a:pt x="475488" y="3328415"/>
                      </a:lnTo>
                      <a:lnTo>
                        <a:pt x="475488" y="3803903"/>
                      </a:lnTo>
                      <a:lnTo>
                        <a:pt x="0" y="3803903"/>
                      </a:lnTo>
                      <a:close/>
                      <a:moveTo>
                        <a:pt x="475488" y="2852927"/>
                      </a:moveTo>
                      <a:lnTo>
                        <a:pt x="950976" y="2852927"/>
                      </a:lnTo>
                      <a:lnTo>
                        <a:pt x="950976" y="3328415"/>
                      </a:lnTo>
                      <a:lnTo>
                        <a:pt x="475488" y="3328415"/>
                      </a:lnTo>
                      <a:close/>
                      <a:moveTo>
                        <a:pt x="0" y="2377439"/>
                      </a:moveTo>
                      <a:lnTo>
                        <a:pt x="475488" y="2377439"/>
                      </a:lnTo>
                      <a:lnTo>
                        <a:pt x="475488" y="2852927"/>
                      </a:lnTo>
                      <a:lnTo>
                        <a:pt x="0" y="2852927"/>
                      </a:lnTo>
                      <a:close/>
                      <a:moveTo>
                        <a:pt x="475488" y="1901951"/>
                      </a:moveTo>
                      <a:lnTo>
                        <a:pt x="950976" y="1901951"/>
                      </a:lnTo>
                      <a:lnTo>
                        <a:pt x="950976" y="2377439"/>
                      </a:lnTo>
                      <a:lnTo>
                        <a:pt x="475488" y="2377439"/>
                      </a:lnTo>
                      <a:close/>
                      <a:moveTo>
                        <a:pt x="0" y="1426463"/>
                      </a:moveTo>
                      <a:lnTo>
                        <a:pt x="475488" y="1426463"/>
                      </a:lnTo>
                      <a:lnTo>
                        <a:pt x="475488" y="1901951"/>
                      </a:lnTo>
                      <a:lnTo>
                        <a:pt x="0" y="1901951"/>
                      </a:lnTo>
                      <a:close/>
                      <a:moveTo>
                        <a:pt x="475488" y="950976"/>
                      </a:moveTo>
                      <a:lnTo>
                        <a:pt x="950976" y="950976"/>
                      </a:lnTo>
                      <a:lnTo>
                        <a:pt x="950976" y="1426463"/>
                      </a:lnTo>
                      <a:lnTo>
                        <a:pt x="475488" y="1426463"/>
                      </a:lnTo>
                      <a:close/>
                      <a:moveTo>
                        <a:pt x="0" y="475488"/>
                      </a:moveTo>
                      <a:lnTo>
                        <a:pt x="475488" y="475488"/>
                      </a:lnTo>
                      <a:lnTo>
                        <a:pt x="475488" y="950976"/>
                      </a:lnTo>
                      <a:lnTo>
                        <a:pt x="0" y="950976"/>
                      </a:lnTo>
                      <a:close/>
                      <a:moveTo>
                        <a:pt x="475488" y="0"/>
                      </a:moveTo>
                      <a:lnTo>
                        <a:pt x="950976" y="0"/>
                      </a:lnTo>
                      <a:lnTo>
                        <a:pt x="950976" y="475488"/>
                      </a:lnTo>
                      <a:lnTo>
                        <a:pt x="475488" y="47548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</p:grp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07ABC2B2-32E1-47BB-9E9E-2379DD267511}"/>
                  </a:ext>
                </a:extLst>
              </p:cNvPr>
              <p:cNvGrpSpPr/>
              <p:nvPr/>
            </p:nvGrpSpPr>
            <p:grpSpPr>
              <a:xfrm rot="5400000" flipH="1">
                <a:off x="4294909" y="5056909"/>
                <a:ext cx="554183" cy="3047999"/>
                <a:chOff x="1499616" y="987552"/>
                <a:chExt cx="950976" cy="5230368"/>
              </a:xfrm>
            </p:grpSpPr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8F6CA121-D0CA-9460-E705-5DDDCC38F3C3}"/>
                    </a:ext>
                  </a:extLst>
                </p:cNvPr>
                <p:cNvSpPr/>
                <p:nvPr/>
              </p:nvSpPr>
              <p:spPr bwMode="auto">
                <a:xfrm>
                  <a:off x="1499616" y="987552"/>
                  <a:ext cx="950976" cy="5230368"/>
                </a:xfrm>
                <a:custGeom>
                  <a:avLst/>
                  <a:gdLst>
                    <a:gd name="connsiteX0" fmla="*/ 0 w 950976"/>
                    <a:gd name="connsiteY0" fmla="*/ 4754880 h 5230368"/>
                    <a:gd name="connsiteX1" fmla="*/ 475488 w 950976"/>
                    <a:gd name="connsiteY1" fmla="*/ 4754880 h 5230368"/>
                    <a:gd name="connsiteX2" fmla="*/ 475488 w 950976"/>
                    <a:gd name="connsiteY2" fmla="*/ 5230368 h 5230368"/>
                    <a:gd name="connsiteX3" fmla="*/ 0 w 950976"/>
                    <a:gd name="connsiteY3" fmla="*/ 5230368 h 5230368"/>
                    <a:gd name="connsiteX4" fmla="*/ 475488 w 950976"/>
                    <a:gd name="connsiteY4" fmla="*/ 4279392 h 5230368"/>
                    <a:gd name="connsiteX5" fmla="*/ 950976 w 950976"/>
                    <a:gd name="connsiteY5" fmla="*/ 4279392 h 5230368"/>
                    <a:gd name="connsiteX6" fmla="*/ 950976 w 950976"/>
                    <a:gd name="connsiteY6" fmla="*/ 4754880 h 5230368"/>
                    <a:gd name="connsiteX7" fmla="*/ 475488 w 950976"/>
                    <a:gd name="connsiteY7" fmla="*/ 4754880 h 5230368"/>
                    <a:gd name="connsiteX8" fmla="*/ 0 w 950976"/>
                    <a:gd name="connsiteY8" fmla="*/ 3803904 h 5230368"/>
                    <a:gd name="connsiteX9" fmla="*/ 475488 w 950976"/>
                    <a:gd name="connsiteY9" fmla="*/ 3803904 h 5230368"/>
                    <a:gd name="connsiteX10" fmla="*/ 475488 w 950976"/>
                    <a:gd name="connsiteY10" fmla="*/ 4279392 h 5230368"/>
                    <a:gd name="connsiteX11" fmla="*/ 0 w 950976"/>
                    <a:gd name="connsiteY11" fmla="*/ 4279392 h 5230368"/>
                    <a:gd name="connsiteX12" fmla="*/ 475488 w 950976"/>
                    <a:gd name="connsiteY12" fmla="*/ 3328416 h 5230368"/>
                    <a:gd name="connsiteX13" fmla="*/ 950976 w 950976"/>
                    <a:gd name="connsiteY13" fmla="*/ 3328416 h 5230368"/>
                    <a:gd name="connsiteX14" fmla="*/ 950976 w 950976"/>
                    <a:gd name="connsiteY14" fmla="*/ 3803904 h 5230368"/>
                    <a:gd name="connsiteX15" fmla="*/ 475488 w 950976"/>
                    <a:gd name="connsiteY15" fmla="*/ 3803904 h 5230368"/>
                    <a:gd name="connsiteX16" fmla="*/ 0 w 950976"/>
                    <a:gd name="connsiteY16" fmla="*/ 2852928 h 5230368"/>
                    <a:gd name="connsiteX17" fmla="*/ 475488 w 950976"/>
                    <a:gd name="connsiteY17" fmla="*/ 2852928 h 5230368"/>
                    <a:gd name="connsiteX18" fmla="*/ 475488 w 950976"/>
                    <a:gd name="connsiteY18" fmla="*/ 3328416 h 5230368"/>
                    <a:gd name="connsiteX19" fmla="*/ 0 w 950976"/>
                    <a:gd name="connsiteY19" fmla="*/ 3328416 h 5230368"/>
                    <a:gd name="connsiteX20" fmla="*/ 475488 w 950976"/>
                    <a:gd name="connsiteY20" fmla="*/ 2377440 h 5230368"/>
                    <a:gd name="connsiteX21" fmla="*/ 950976 w 950976"/>
                    <a:gd name="connsiteY21" fmla="*/ 2377440 h 5230368"/>
                    <a:gd name="connsiteX22" fmla="*/ 950976 w 950976"/>
                    <a:gd name="connsiteY22" fmla="*/ 2852928 h 5230368"/>
                    <a:gd name="connsiteX23" fmla="*/ 475488 w 950976"/>
                    <a:gd name="connsiteY23" fmla="*/ 2852928 h 5230368"/>
                    <a:gd name="connsiteX24" fmla="*/ 0 w 950976"/>
                    <a:gd name="connsiteY24" fmla="*/ 1901952 h 5230368"/>
                    <a:gd name="connsiteX25" fmla="*/ 475488 w 950976"/>
                    <a:gd name="connsiteY25" fmla="*/ 1901952 h 5230368"/>
                    <a:gd name="connsiteX26" fmla="*/ 475488 w 950976"/>
                    <a:gd name="connsiteY26" fmla="*/ 2377440 h 5230368"/>
                    <a:gd name="connsiteX27" fmla="*/ 0 w 950976"/>
                    <a:gd name="connsiteY27" fmla="*/ 2377440 h 5230368"/>
                    <a:gd name="connsiteX28" fmla="*/ 475488 w 950976"/>
                    <a:gd name="connsiteY28" fmla="*/ 1426464 h 5230368"/>
                    <a:gd name="connsiteX29" fmla="*/ 950976 w 950976"/>
                    <a:gd name="connsiteY29" fmla="*/ 1426464 h 5230368"/>
                    <a:gd name="connsiteX30" fmla="*/ 950976 w 950976"/>
                    <a:gd name="connsiteY30" fmla="*/ 1901952 h 5230368"/>
                    <a:gd name="connsiteX31" fmla="*/ 475488 w 950976"/>
                    <a:gd name="connsiteY31" fmla="*/ 1901952 h 5230368"/>
                    <a:gd name="connsiteX32" fmla="*/ 0 w 950976"/>
                    <a:gd name="connsiteY32" fmla="*/ 950976 h 5230368"/>
                    <a:gd name="connsiteX33" fmla="*/ 475488 w 950976"/>
                    <a:gd name="connsiteY33" fmla="*/ 950976 h 5230368"/>
                    <a:gd name="connsiteX34" fmla="*/ 475488 w 950976"/>
                    <a:gd name="connsiteY34" fmla="*/ 1426464 h 5230368"/>
                    <a:gd name="connsiteX35" fmla="*/ 0 w 950976"/>
                    <a:gd name="connsiteY35" fmla="*/ 1426464 h 5230368"/>
                    <a:gd name="connsiteX36" fmla="*/ 475488 w 950976"/>
                    <a:gd name="connsiteY36" fmla="*/ 475488 h 5230368"/>
                    <a:gd name="connsiteX37" fmla="*/ 950976 w 950976"/>
                    <a:gd name="connsiteY37" fmla="*/ 475488 h 5230368"/>
                    <a:gd name="connsiteX38" fmla="*/ 950976 w 950976"/>
                    <a:gd name="connsiteY38" fmla="*/ 950976 h 5230368"/>
                    <a:gd name="connsiteX39" fmla="*/ 475488 w 950976"/>
                    <a:gd name="connsiteY39" fmla="*/ 950976 h 5230368"/>
                    <a:gd name="connsiteX40" fmla="*/ 0 w 950976"/>
                    <a:gd name="connsiteY40" fmla="*/ 0 h 5230368"/>
                    <a:gd name="connsiteX41" fmla="*/ 475488 w 950976"/>
                    <a:gd name="connsiteY41" fmla="*/ 0 h 5230368"/>
                    <a:gd name="connsiteX42" fmla="*/ 475488 w 950976"/>
                    <a:gd name="connsiteY42" fmla="*/ 475488 h 5230368"/>
                    <a:gd name="connsiteX43" fmla="*/ 0 w 950976"/>
                    <a:gd name="connsiteY43" fmla="*/ 475488 h 523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8">
                      <a:moveTo>
                        <a:pt x="0" y="4754880"/>
                      </a:moveTo>
                      <a:lnTo>
                        <a:pt x="475488" y="4754880"/>
                      </a:lnTo>
                      <a:lnTo>
                        <a:pt x="475488" y="5230368"/>
                      </a:lnTo>
                      <a:lnTo>
                        <a:pt x="0" y="5230368"/>
                      </a:lnTo>
                      <a:close/>
                      <a:moveTo>
                        <a:pt x="475488" y="4279392"/>
                      </a:moveTo>
                      <a:lnTo>
                        <a:pt x="950976" y="4279392"/>
                      </a:lnTo>
                      <a:lnTo>
                        <a:pt x="950976" y="4754880"/>
                      </a:lnTo>
                      <a:lnTo>
                        <a:pt x="475488" y="4754880"/>
                      </a:lnTo>
                      <a:close/>
                      <a:moveTo>
                        <a:pt x="0" y="3803904"/>
                      </a:moveTo>
                      <a:lnTo>
                        <a:pt x="475488" y="3803904"/>
                      </a:lnTo>
                      <a:lnTo>
                        <a:pt x="475488" y="4279392"/>
                      </a:lnTo>
                      <a:lnTo>
                        <a:pt x="0" y="4279392"/>
                      </a:lnTo>
                      <a:close/>
                      <a:moveTo>
                        <a:pt x="475488" y="3328416"/>
                      </a:moveTo>
                      <a:lnTo>
                        <a:pt x="950976" y="3328416"/>
                      </a:lnTo>
                      <a:lnTo>
                        <a:pt x="950976" y="3803904"/>
                      </a:lnTo>
                      <a:lnTo>
                        <a:pt x="475488" y="3803904"/>
                      </a:lnTo>
                      <a:close/>
                      <a:moveTo>
                        <a:pt x="0" y="2852928"/>
                      </a:moveTo>
                      <a:lnTo>
                        <a:pt x="475488" y="2852928"/>
                      </a:lnTo>
                      <a:lnTo>
                        <a:pt x="475488" y="3328416"/>
                      </a:lnTo>
                      <a:lnTo>
                        <a:pt x="0" y="3328416"/>
                      </a:lnTo>
                      <a:close/>
                      <a:moveTo>
                        <a:pt x="475488" y="2377440"/>
                      </a:moveTo>
                      <a:lnTo>
                        <a:pt x="950976" y="2377440"/>
                      </a:lnTo>
                      <a:lnTo>
                        <a:pt x="950976" y="2852928"/>
                      </a:lnTo>
                      <a:lnTo>
                        <a:pt x="475488" y="2852928"/>
                      </a:lnTo>
                      <a:close/>
                      <a:moveTo>
                        <a:pt x="0" y="1901952"/>
                      </a:moveTo>
                      <a:lnTo>
                        <a:pt x="475488" y="1901952"/>
                      </a:lnTo>
                      <a:lnTo>
                        <a:pt x="475488" y="2377440"/>
                      </a:lnTo>
                      <a:lnTo>
                        <a:pt x="0" y="2377440"/>
                      </a:lnTo>
                      <a:close/>
                      <a:moveTo>
                        <a:pt x="475488" y="1426464"/>
                      </a:moveTo>
                      <a:lnTo>
                        <a:pt x="950976" y="1426464"/>
                      </a:lnTo>
                      <a:lnTo>
                        <a:pt x="950976" y="1901952"/>
                      </a:lnTo>
                      <a:lnTo>
                        <a:pt x="475488" y="1901952"/>
                      </a:lnTo>
                      <a:close/>
                      <a:moveTo>
                        <a:pt x="0" y="950976"/>
                      </a:moveTo>
                      <a:lnTo>
                        <a:pt x="475488" y="950976"/>
                      </a:lnTo>
                      <a:lnTo>
                        <a:pt x="475488" y="1426464"/>
                      </a:lnTo>
                      <a:lnTo>
                        <a:pt x="0" y="1426464"/>
                      </a:lnTo>
                      <a:close/>
                      <a:moveTo>
                        <a:pt x="475488" y="475488"/>
                      </a:moveTo>
                      <a:lnTo>
                        <a:pt x="950976" y="475488"/>
                      </a:lnTo>
                      <a:lnTo>
                        <a:pt x="950976" y="950976"/>
                      </a:lnTo>
                      <a:lnTo>
                        <a:pt x="475488" y="950976"/>
                      </a:lnTo>
                      <a:close/>
                      <a:moveTo>
                        <a:pt x="0" y="0"/>
                      </a:moveTo>
                      <a:lnTo>
                        <a:pt x="475488" y="0"/>
                      </a:lnTo>
                      <a:lnTo>
                        <a:pt x="475488" y="475488"/>
                      </a:lnTo>
                      <a:lnTo>
                        <a:pt x="0" y="4754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7F1C91EF-13D4-B1CD-F071-89A0E456447D}"/>
                    </a:ext>
                  </a:extLst>
                </p:cNvPr>
                <p:cNvSpPr/>
                <p:nvPr/>
              </p:nvSpPr>
              <p:spPr bwMode="auto">
                <a:xfrm>
                  <a:off x="1499616" y="987553"/>
                  <a:ext cx="950976" cy="5230367"/>
                </a:xfrm>
                <a:custGeom>
                  <a:avLst/>
                  <a:gdLst>
                    <a:gd name="connsiteX0" fmla="*/ 475488 w 950976"/>
                    <a:gd name="connsiteY0" fmla="*/ 4754879 h 5230367"/>
                    <a:gd name="connsiteX1" fmla="*/ 950976 w 950976"/>
                    <a:gd name="connsiteY1" fmla="*/ 4754879 h 5230367"/>
                    <a:gd name="connsiteX2" fmla="*/ 950976 w 950976"/>
                    <a:gd name="connsiteY2" fmla="*/ 5230367 h 5230367"/>
                    <a:gd name="connsiteX3" fmla="*/ 475488 w 950976"/>
                    <a:gd name="connsiteY3" fmla="*/ 5230367 h 5230367"/>
                    <a:gd name="connsiteX4" fmla="*/ 0 w 950976"/>
                    <a:gd name="connsiteY4" fmla="*/ 4279391 h 5230367"/>
                    <a:gd name="connsiteX5" fmla="*/ 475488 w 950976"/>
                    <a:gd name="connsiteY5" fmla="*/ 4279391 h 5230367"/>
                    <a:gd name="connsiteX6" fmla="*/ 475488 w 950976"/>
                    <a:gd name="connsiteY6" fmla="*/ 4754879 h 5230367"/>
                    <a:gd name="connsiteX7" fmla="*/ 0 w 950976"/>
                    <a:gd name="connsiteY7" fmla="*/ 4754879 h 5230367"/>
                    <a:gd name="connsiteX8" fmla="*/ 475488 w 950976"/>
                    <a:gd name="connsiteY8" fmla="*/ 3803903 h 5230367"/>
                    <a:gd name="connsiteX9" fmla="*/ 950976 w 950976"/>
                    <a:gd name="connsiteY9" fmla="*/ 3803903 h 5230367"/>
                    <a:gd name="connsiteX10" fmla="*/ 950976 w 950976"/>
                    <a:gd name="connsiteY10" fmla="*/ 4279391 h 5230367"/>
                    <a:gd name="connsiteX11" fmla="*/ 475488 w 950976"/>
                    <a:gd name="connsiteY11" fmla="*/ 4279391 h 5230367"/>
                    <a:gd name="connsiteX12" fmla="*/ 0 w 950976"/>
                    <a:gd name="connsiteY12" fmla="*/ 3328415 h 5230367"/>
                    <a:gd name="connsiteX13" fmla="*/ 475488 w 950976"/>
                    <a:gd name="connsiteY13" fmla="*/ 3328415 h 5230367"/>
                    <a:gd name="connsiteX14" fmla="*/ 475488 w 950976"/>
                    <a:gd name="connsiteY14" fmla="*/ 3803903 h 5230367"/>
                    <a:gd name="connsiteX15" fmla="*/ 0 w 950976"/>
                    <a:gd name="connsiteY15" fmla="*/ 3803903 h 5230367"/>
                    <a:gd name="connsiteX16" fmla="*/ 475488 w 950976"/>
                    <a:gd name="connsiteY16" fmla="*/ 2852927 h 5230367"/>
                    <a:gd name="connsiteX17" fmla="*/ 950976 w 950976"/>
                    <a:gd name="connsiteY17" fmla="*/ 2852927 h 5230367"/>
                    <a:gd name="connsiteX18" fmla="*/ 950976 w 950976"/>
                    <a:gd name="connsiteY18" fmla="*/ 3328415 h 5230367"/>
                    <a:gd name="connsiteX19" fmla="*/ 475488 w 950976"/>
                    <a:gd name="connsiteY19" fmla="*/ 3328415 h 5230367"/>
                    <a:gd name="connsiteX20" fmla="*/ 0 w 950976"/>
                    <a:gd name="connsiteY20" fmla="*/ 2377439 h 5230367"/>
                    <a:gd name="connsiteX21" fmla="*/ 475488 w 950976"/>
                    <a:gd name="connsiteY21" fmla="*/ 2377439 h 5230367"/>
                    <a:gd name="connsiteX22" fmla="*/ 475488 w 950976"/>
                    <a:gd name="connsiteY22" fmla="*/ 2852927 h 5230367"/>
                    <a:gd name="connsiteX23" fmla="*/ 0 w 950976"/>
                    <a:gd name="connsiteY23" fmla="*/ 2852927 h 5230367"/>
                    <a:gd name="connsiteX24" fmla="*/ 475488 w 950976"/>
                    <a:gd name="connsiteY24" fmla="*/ 1901951 h 5230367"/>
                    <a:gd name="connsiteX25" fmla="*/ 950976 w 950976"/>
                    <a:gd name="connsiteY25" fmla="*/ 1901951 h 5230367"/>
                    <a:gd name="connsiteX26" fmla="*/ 950976 w 950976"/>
                    <a:gd name="connsiteY26" fmla="*/ 2377439 h 5230367"/>
                    <a:gd name="connsiteX27" fmla="*/ 475488 w 950976"/>
                    <a:gd name="connsiteY27" fmla="*/ 2377439 h 5230367"/>
                    <a:gd name="connsiteX28" fmla="*/ 0 w 950976"/>
                    <a:gd name="connsiteY28" fmla="*/ 1426463 h 5230367"/>
                    <a:gd name="connsiteX29" fmla="*/ 475488 w 950976"/>
                    <a:gd name="connsiteY29" fmla="*/ 1426463 h 5230367"/>
                    <a:gd name="connsiteX30" fmla="*/ 475488 w 950976"/>
                    <a:gd name="connsiteY30" fmla="*/ 1901951 h 5230367"/>
                    <a:gd name="connsiteX31" fmla="*/ 0 w 950976"/>
                    <a:gd name="connsiteY31" fmla="*/ 1901951 h 5230367"/>
                    <a:gd name="connsiteX32" fmla="*/ 475488 w 950976"/>
                    <a:gd name="connsiteY32" fmla="*/ 950976 h 5230367"/>
                    <a:gd name="connsiteX33" fmla="*/ 950976 w 950976"/>
                    <a:gd name="connsiteY33" fmla="*/ 950976 h 5230367"/>
                    <a:gd name="connsiteX34" fmla="*/ 950976 w 950976"/>
                    <a:gd name="connsiteY34" fmla="*/ 1426463 h 5230367"/>
                    <a:gd name="connsiteX35" fmla="*/ 475488 w 950976"/>
                    <a:gd name="connsiteY35" fmla="*/ 1426463 h 5230367"/>
                    <a:gd name="connsiteX36" fmla="*/ 0 w 950976"/>
                    <a:gd name="connsiteY36" fmla="*/ 475488 h 5230367"/>
                    <a:gd name="connsiteX37" fmla="*/ 475488 w 950976"/>
                    <a:gd name="connsiteY37" fmla="*/ 475488 h 5230367"/>
                    <a:gd name="connsiteX38" fmla="*/ 475488 w 950976"/>
                    <a:gd name="connsiteY38" fmla="*/ 950976 h 5230367"/>
                    <a:gd name="connsiteX39" fmla="*/ 0 w 950976"/>
                    <a:gd name="connsiteY39" fmla="*/ 950976 h 5230367"/>
                    <a:gd name="connsiteX40" fmla="*/ 475488 w 950976"/>
                    <a:gd name="connsiteY40" fmla="*/ 0 h 5230367"/>
                    <a:gd name="connsiteX41" fmla="*/ 950976 w 950976"/>
                    <a:gd name="connsiteY41" fmla="*/ 0 h 5230367"/>
                    <a:gd name="connsiteX42" fmla="*/ 950976 w 950976"/>
                    <a:gd name="connsiteY42" fmla="*/ 475488 h 5230367"/>
                    <a:gd name="connsiteX43" fmla="*/ 475488 w 950976"/>
                    <a:gd name="connsiteY43" fmla="*/ 475488 h 52303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7">
                      <a:moveTo>
                        <a:pt x="475488" y="4754879"/>
                      </a:moveTo>
                      <a:lnTo>
                        <a:pt x="950976" y="4754879"/>
                      </a:lnTo>
                      <a:lnTo>
                        <a:pt x="950976" y="5230367"/>
                      </a:lnTo>
                      <a:lnTo>
                        <a:pt x="475488" y="5230367"/>
                      </a:lnTo>
                      <a:close/>
                      <a:moveTo>
                        <a:pt x="0" y="4279391"/>
                      </a:moveTo>
                      <a:lnTo>
                        <a:pt x="475488" y="4279391"/>
                      </a:lnTo>
                      <a:lnTo>
                        <a:pt x="475488" y="4754879"/>
                      </a:lnTo>
                      <a:lnTo>
                        <a:pt x="0" y="4754879"/>
                      </a:lnTo>
                      <a:close/>
                      <a:moveTo>
                        <a:pt x="475488" y="3803903"/>
                      </a:moveTo>
                      <a:lnTo>
                        <a:pt x="950976" y="3803903"/>
                      </a:lnTo>
                      <a:lnTo>
                        <a:pt x="950976" y="4279391"/>
                      </a:lnTo>
                      <a:lnTo>
                        <a:pt x="475488" y="4279391"/>
                      </a:lnTo>
                      <a:close/>
                      <a:moveTo>
                        <a:pt x="0" y="3328415"/>
                      </a:moveTo>
                      <a:lnTo>
                        <a:pt x="475488" y="3328415"/>
                      </a:lnTo>
                      <a:lnTo>
                        <a:pt x="475488" y="3803903"/>
                      </a:lnTo>
                      <a:lnTo>
                        <a:pt x="0" y="3803903"/>
                      </a:lnTo>
                      <a:close/>
                      <a:moveTo>
                        <a:pt x="475488" y="2852927"/>
                      </a:moveTo>
                      <a:lnTo>
                        <a:pt x="950976" y="2852927"/>
                      </a:lnTo>
                      <a:lnTo>
                        <a:pt x="950976" y="3328415"/>
                      </a:lnTo>
                      <a:lnTo>
                        <a:pt x="475488" y="3328415"/>
                      </a:lnTo>
                      <a:close/>
                      <a:moveTo>
                        <a:pt x="0" y="2377439"/>
                      </a:moveTo>
                      <a:lnTo>
                        <a:pt x="475488" y="2377439"/>
                      </a:lnTo>
                      <a:lnTo>
                        <a:pt x="475488" y="2852927"/>
                      </a:lnTo>
                      <a:lnTo>
                        <a:pt x="0" y="2852927"/>
                      </a:lnTo>
                      <a:close/>
                      <a:moveTo>
                        <a:pt x="475488" y="1901951"/>
                      </a:moveTo>
                      <a:lnTo>
                        <a:pt x="950976" y="1901951"/>
                      </a:lnTo>
                      <a:lnTo>
                        <a:pt x="950976" y="2377439"/>
                      </a:lnTo>
                      <a:lnTo>
                        <a:pt x="475488" y="2377439"/>
                      </a:lnTo>
                      <a:close/>
                      <a:moveTo>
                        <a:pt x="0" y="1426463"/>
                      </a:moveTo>
                      <a:lnTo>
                        <a:pt x="475488" y="1426463"/>
                      </a:lnTo>
                      <a:lnTo>
                        <a:pt x="475488" y="1901951"/>
                      </a:lnTo>
                      <a:lnTo>
                        <a:pt x="0" y="1901951"/>
                      </a:lnTo>
                      <a:close/>
                      <a:moveTo>
                        <a:pt x="475488" y="950976"/>
                      </a:moveTo>
                      <a:lnTo>
                        <a:pt x="950976" y="950976"/>
                      </a:lnTo>
                      <a:lnTo>
                        <a:pt x="950976" y="1426463"/>
                      </a:lnTo>
                      <a:lnTo>
                        <a:pt x="475488" y="1426463"/>
                      </a:lnTo>
                      <a:close/>
                      <a:moveTo>
                        <a:pt x="0" y="475488"/>
                      </a:moveTo>
                      <a:lnTo>
                        <a:pt x="475488" y="475488"/>
                      </a:lnTo>
                      <a:lnTo>
                        <a:pt x="475488" y="950976"/>
                      </a:lnTo>
                      <a:lnTo>
                        <a:pt x="0" y="950976"/>
                      </a:lnTo>
                      <a:close/>
                      <a:moveTo>
                        <a:pt x="475488" y="0"/>
                      </a:moveTo>
                      <a:lnTo>
                        <a:pt x="950976" y="0"/>
                      </a:lnTo>
                      <a:lnTo>
                        <a:pt x="950976" y="475488"/>
                      </a:lnTo>
                      <a:lnTo>
                        <a:pt x="475488" y="47548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91136BC4-B188-A81F-E375-404B01250D02}"/>
                  </a:ext>
                </a:extLst>
              </p:cNvPr>
              <p:cNvGrpSpPr/>
              <p:nvPr/>
            </p:nvGrpSpPr>
            <p:grpSpPr>
              <a:xfrm rot="5400000">
                <a:off x="1246910" y="5056909"/>
                <a:ext cx="554183" cy="3047999"/>
                <a:chOff x="1499616" y="987552"/>
                <a:chExt cx="950976" cy="5230368"/>
              </a:xfrm>
            </p:grpSpPr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37D34803-499D-18BE-7B95-D6032F9F5456}"/>
                    </a:ext>
                  </a:extLst>
                </p:cNvPr>
                <p:cNvSpPr/>
                <p:nvPr/>
              </p:nvSpPr>
              <p:spPr bwMode="auto">
                <a:xfrm>
                  <a:off x="1499616" y="987552"/>
                  <a:ext cx="950976" cy="5230368"/>
                </a:xfrm>
                <a:custGeom>
                  <a:avLst/>
                  <a:gdLst>
                    <a:gd name="connsiteX0" fmla="*/ 0 w 950976"/>
                    <a:gd name="connsiteY0" fmla="*/ 4754880 h 5230368"/>
                    <a:gd name="connsiteX1" fmla="*/ 475488 w 950976"/>
                    <a:gd name="connsiteY1" fmla="*/ 4754880 h 5230368"/>
                    <a:gd name="connsiteX2" fmla="*/ 475488 w 950976"/>
                    <a:gd name="connsiteY2" fmla="*/ 5230368 h 5230368"/>
                    <a:gd name="connsiteX3" fmla="*/ 0 w 950976"/>
                    <a:gd name="connsiteY3" fmla="*/ 5230368 h 5230368"/>
                    <a:gd name="connsiteX4" fmla="*/ 475488 w 950976"/>
                    <a:gd name="connsiteY4" fmla="*/ 4279392 h 5230368"/>
                    <a:gd name="connsiteX5" fmla="*/ 950976 w 950976"/>
                    <a:gd name="connsiteY5" fmla="*/ 4279392 h 5230368"/>
                    <a:gd name="connsiteX6" fmla="*/ 950976 w 950976"/>
                    <a:gd name="connsiteY6" fmla="*/ 4754880 h 5230368"/>
                    <a:gd name="connsiteX7" fmla="*/ 475488 w 950976"/>
                    <a:gd name="connsiteY7" fmla="*/ 4754880 h 5230368"/>
                    <a:gd name="connsiteX8" fmla="*/ 0 w 950976"/>
                    <a:gd name="connsiteY8" fmla="*/ 3803904 h 5230368"/>
                    <a:gd name="connsiteX9" fmla="*/ 475488 w 950976"/>
                    <a:gd name="connsiteY9" fmla="*/ 3803904 h 5230368"/>
                    <a:gd name="connsiteX10" fmla="*/ 475488 w 950976"/>
                    <a:gd name="connsiteY10" fmla="*/ 4279392 h 5230368"/>
                    <a:gd name="connsiteX11" fmla="*/ 0 w 950976"/>
                    <a:gd name="connsiteY11" fmla="*/ 4279392 h 5230368"/>
                    <a:gd name="connsiteX12" fmla="*/ 475488 w 950976"/>
                    <a:gd name="connsiteY12" fmla="*/ 3328416 h 5230368"/>
                    <a:gd name="connsiteX13" fmla="*/ 950976 w 950976"/>
                    <a:gd name="connsiteY13" fmla="*/ 3328416 h 5230368"/>
                    <a:gd name="connsiteX14" fmla="*/ 950976 w 950976"/>
                    <a:gd name="connsiteY14" fmla="*/ 3803904 h 5230368"/>
                    <a:gd name="connsiteX15" fmla="*/ 475488 w 950976"/>
                    <a:gd name="connsiteY15" fmla="*/ 3803904 h 5230368"/>
                    <a:gd name="connsiteX16" fmla="*/ 0 w 950976"/>
                    <a:gd name="connsiteY16" fmla="*/ 2852928 h 5230368"/>
                    <a:gd name="connsiteX17" fmla="*/ 475488 w 950976"/>
                    <a:gd name="connsiteY17" fmla="*/ 2852928 h 5230368"/>
                    <a:gd name="connsiteX18" fmla="*/ 475488 w 950976"/>
                    <a:gd name="connsiteY18" fmla="*/ 3328416 h 5230368"/>
                    <a:gd name="connsiteX19" fmla="*/ 0 w 950976"/>
                    <a:gd name="connsiteY19" fmla="*/ 3328416 h 5230368"/>
                    <a:gd name="connsiteX20" fmla="*/ 475488 w 950976"/>
                    <a:gd name="connsiteY20" fmla="*/ 2377440 h 5230368"/>
                    <a:gd name="connsiteX21" fmla="*/ 950976 w 950976"/>
                    <a:gd name="connsiteY21" fmla="*/ 2377440 h 5230368"/>
                    <a:gd name="connsiteX22" fmla="*/ 950976 w 950976"/>
                    <a:gd name="connsiteY22" fmla="*/ 2852928 h 5230368"/>
                    <a:gd name="connsiteX23" fmla="*/ 475488 w 950976"/>
                    <a:gd name="connsiteY23" fmla="*/ 2852928 h 5230368"/>
                    <a:gd name="connsiteX24" fmla="*/ 0 w 950976"/>
                    <a:gd name="connsiteY24" fmla="*/ 1901952 h 5230368"/>
                    <a:gd name="connsiteX25" fmla="*/ 475488 w 950976"/>
                    <a:gd name="connsiteY25" fmla="*/ 1901952 h 5230368"/>
                    <a:gd name="connsiteX26" fmla="*/ 475488 w 950976"/>
                    <a:gd name="connsiteY26" fmla="*/ 2377440 h 5230368"/>
                    <a:gd name="connsiteX27" fmla="*/ 0 w 950976"/>
                    <a:gd name="connsiteY27" fmla="*/ 2377440 h 5230368"/>
                    <a:gd name="connsiteX28" fmla="*/ 475488 w 950976"/>
                    <a:gd name="connsiteY28" fmla="*/ 1426464 h 5230368"/>
                    <a:gd name="connsiteX29" fmla="*/ 950976 w 950976"/>
                    <a:gd name="connsiteY29" fmla="*/ 1426464 h 5230368"/>
                    <a:gd name="connsiteX30" fmla="*/ 950976 w 950976"/>
                    <a:gd name="connsiteY30" fmla="*/ 1901952 h 5230368"/>
                    <a:gd name="connsiteX31" fmla="*/ 475488 w 950976"/>
                    <a:gd name="connsiteY31" fmla="*/ 1901952 h 5230368"/>
                    <a:gd name="connsiteX32" fmla="*/ 0 w 950976"/>
                    <a:gd name="connsiteY32" fmla="*/ 950976 h 5230368"/>
                    <a:gd name="connsiteX33" fmla="*/ 475488 w 950976"/>
                    <a:gd name="connsiteY33" fmla="*/ 950976 h 5230368"/>
                    <a:gd name="connsiteX34" fmla="*/ 475488 w 950976"/>
                    <a:gd name="connsiteY34" fmla="*/ 1426464 h 5230368"/>
                    <a:gd name="connsiteX35" fmla="*/ 0 w 950976"/>
                    <a:gd name="connsiteY35" fmla="*/ 1426464 h 5230368"/>
                    <a:gd name="connsiteX36" fmla="*/ 475488 w 950976"/>
                    <a:gd name="connsiteY36" fmla="*/ 475488 h 5230368"/>
                    <a:gd name="connsiteX37" fmla="*/ 950976 w 950976"/>
                    <a:gd name="connsiteY37" fmla="*/ 475488 h 5230368"/>
                    <a:gd name="connsiteX38" fmla="*/ 950976 w 950976"/>
                    <a:gd name="connsiteY38" fmla="*/ 950976 h 5230368"/>
                    <a:gd name="connsiteX39" fmla="*/ 475488 w 950976"/>
                    <a:gd name="connsiteY39" fmla="*/ 950976 h 5230368"/>
                    <a:gd name="connsiteX40" fmla="*/ 0 w 950976"/>
                    <a:gd name="connsiteY40" fmla="*/ 0 h 5230368"/>
                    <a:gd name="connsiteX41" fmla="*/ 475488 w 950976"/>
                    <a:gd name="connsiteY41" fmla="*/ 0 h 5230368"/>
                    <a:gd name="connsiteX42" fmla="*/ 475488 w 950976"/>
                    <a:gd name="connsiteY42" fmla="*/ 475488 h 5230368"/>
                    <a:gd name="connsiteX43" fmla="*/ 0 w 950976"/>
                    <a:gd name="connsiteY43" fmla="*/ 475488 h 523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8">
                      <a:moveTo>
                        <a:pt x="0" y="4754880"/>
                      </a:moveTo>
                      <a:lnTo>
                        <a:pt x="475488" y="4754880"/>
                      </a:lnTo>
                      <a:lnTo>
                        <a:pt x="475488" y="5230368"/>
                      </a:lnTo>
                      <a:lnTo>
                        <a:pt x="0" y="5230368"/>
                      </a:lnTo>
                      <a:close/>
                      <a:moveTo>
                        <a:pt x="475488" y="4279392"/>
                      </a:moveTo>
                      <a:lnTo>
                        <a:pt x="950976" y="4279392"/>
                      </a:lnTo>
                      <a:lnTo>
                        <a:pt x="950976" y="4754880"/>
                      </a:lnTo>
                      <a:lnTo>
                        <a:pt x="475488" y="4754880"/>
                      </a:lnTo>
                      <a:close/>
                      <a:moveTo>
                        <a:pt x="0" y="3803904"/>
                      </a:moveTo>
                      <a:lnTo>
                        <a:pt x="475488" y="3803904"/>
                      </a:lnTo>
                      <a:lnTo>
                        <a:pt x="475488" y="4279392"/>
                      </a:lnTo>
                      <a:lnTo>
                        <a:pt x="0" y="4279392"/>
                      </a:lnTo>
                      <a:close/>
                      <a:moveTo>
                        <a:pt x="475488" y="3328416"/>
                      </a:moveTo>
                      <a:lnTo>
                        <a:pt x="950976" y="3328416"/>
                      </a:lnTo>
                      <a:lnTo>
                        <a:pt x="950976" y="3803904"/>
                      </a:lnTo>
                      <a:lnTo>
                        <a:pt x="475488" y="3803904"/>
                      </a:lnTo>
                      <a:close/>
                      <a:moveTo>
                        <a:pt x="0" y="2852928"/>
                      </a:moveTo>
                      <a:lnTo>
                        <a:pt x="475488" y="2852928"/>
                      </a:lnTo>
                      <a:lnTo>
                        <a:pt x="475488" y="3328416"/>
                      </a:lnTo>
                      <a:lnTo>
                        <a:pt x="0" y="3328416"/>
                      </a:lnTo>
                      <a:close/>
                      <a:moveTo>
                        <a:pt x="475488" y="2377440"/>
                      </a:moveTo>
                      <a:lnTo>
                        <a:pt x="950976" y="2377440"/>
                      </a:lnTo>
                      <a:lnTo>
                        <a:pt x="950976" y="2852928"/>
                      </a:lnTo>
                      <a:lnTo>
                        <a:pt x="475488" y="2852928"/>
                      </a:lnTo>
                      <a:close/>
                      <a:moveTo>
                        <a:pt x="0" y="1901952"/>
                      </a:moveTo>
                      <a:lnTo>
                        <a:pt x="475488" y="1901952"/>
                      </a:lnTo>
                      <a:lnTo>
                        <a:pt x="475488" y="2377440"/>
                      </a:lnTo>
                      <a:lnTo>
                        <a:pt x="0" y="2377440"/>
                      </a:lnTo>
                      <a:close/>
                      <a:moveTo>
                        <a:pt x="475488" y="1426464"/>
                      </a:moveTo>
                      <a:lnTo>
                        <a:pt x="950976" y="1426464"/>
                      </a:lnTo>
                      <a:lnTo>
                        <a:pt x="950976" y="1901952"/>
                      </a:lnTo>
                      <a:lnTo>
                        <a:pt x="475488" y="1901952"/>
                      </a:lnTo>
                      <a:close/>
                      <a:moveTo>
                        <a:pt x="0" y="950976"/>
                      </a:moveTo>
                      <a:lnTo>
                        <a:pt x="475488" y="950976"/>
                      </a:lnTo>
                      <a:lnTo>
                        <a:pt x="475488" y="1426464"/>
                      </a:lnTo>
                      <a:lnTo>
                        <a:pt x="0" y="1426464"/>
                      </a:lnTo>
                      <a:close/>
                      <a:moveTo>
                        <a:pt x="475488" y="475488"/>
                      </a:moveTo>
                      <a:lnTo>
                        <a:pt x="950976" y="475488"/>
                      </a:lnTo>
                      <a:lnTo>
                        <a:pt x="950976" y="950976"/>
                      </a:lnTo>
                      <a:lnTo>
                        <a:pt x="475488" y="950976"/>
                      </a:lnTo>
                      <a:close/>
                      <a:moveTo>
                        <a:pt x="0" y="0"/>
                      </a:moveTo>
                      <a:lnTo>
                        <a:pt x="475488" y="0"/>
                      </a:lnTo>
                      <a:lnTo>
                        <a:pt x="475488" y="475488"/>
                      </a:lnTo>
                      <a:lnTo>
                        <a:pt x="0" y="4754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8ED3C54E-00A9-C29E-090D-1344035D9864}"/>
                    </a:ext>
                  </a:extLst>
                </p:cNvPr>
                <p:cNvSpPr/>
                <p:nvPr/>
              </p:nvSpPr>
              <p:spPr bwMode="auto">
                <a:xfrm>
                  <a:off x="1499616" y="987553"/>
                  <a:ext cx="950976" cy="5230367"/>
                </a:xfrm>
                <a:custGeom>
                  <a:avLst/>
                  <a:gdLst>
                    <a:gd name="connsiteX0" fmla="*/ 475488 w 950976"/>
                    <a:gd name="connsiteY0" fmla="*/ 4754879 h 5230367"/>
                    <a:gd name="connsiteX1" fmla="*/ 950976 w 950976"/>
                    <a:gd name="connsiteY1" fmla="*/ 4754879 h 5230367"/>
                    <a:gd name="connsiteX2" fmla="*/ 950976 w 950976"/>
                    <a:gd name="connsiteY2" fmla="*/ 5230367 h 5230367"/>
                    <a:gd name="connsiteX3" fmla="*/ 475488 w 950976"/>
                    <a:gd name="connsiteY3" fmla="*/ 5230367 h 5230367"/>
                    <a:gd name="connsiteX4" fmla="*/ 0 w 950976"/>
                    <a:gd name="connsiteY4" fmla="*/ 4279391 h 5230367"/>
                    <a:gd name="connsiteX5" fmla="*/ 475488 w 950976"/>
                    <a:gd name="connsiteY5" fmla="*/ 4279391 h 5230367"/>
                    <a:gd name="connsiteX6" fmla="*/ 475488 w 950976"/>
                    <a:gd name="connsiteY6" fmla="*/ 4754879 h 5230367"/>
                    <a:gd name="connsiteX7" fmla="*/ 0 w 950976"/>
                    <a:gd name="connsiteY7" fmla="*/ 4754879 h 5230367"/>
                    <a:gd name="connsiteX8" fmla="*/ 475488 w 950976"/>
                    <a:gd name="connsiteY8" fmla="*/ 3803903 h 5230367"/>
                    <a:gd name="connsiteX9" fmla="*/ 950976 w 950976"/>
                    <a:gd name="connsiteY9" fmla="*/ 3803903 h 5230367"/>
                    <a:gd name="connsiteX10" fmla="*/ 950976 w 950976"/>
                    <a:gd name="connsiteY10" fmla="*/ 4279391 h 5230367"/>
                    <a:gd name="connsiteX11" fmla="*/ 475488 w 950976"/>
                    <a:gd name="connsiteY11" fmla="*/ 4279391 h 5230367"/>
                    <a:gd name="connsiteX12" fmla="*/ 0 w 950976"/>
                    <a:gd name="connsiteY12" fmla="*/ 3328415 h 5230367"/>
                    <a:gd name="connsiteX13" fmla="*/ 475488 w 950976"/>
                    <a:gd name="connsiteY13" fmla="*/ 3328415 h 5230367"/>
                    <a:gd name="connsiteX14" fmla="*/ 475488 w 950976"/>
                    <a:gd name="connsiteY14" fmla="*/ 3803903 h 5230367"/>
                    <a:gd name="connsiteX15" fmla="*/ 0 w 950976"/>
                    <a:gd name="connsiteY15" fmla="*/ 3803903 h 5230367"/>
                    <a:gd name="connsiteX16" fmla="*/ 475488 w 950976"/>
                    <a:gd name="connsiteY16" fmla="*/ 2852927 h 5230367"/>
                    <a:gd name="connsiteX17" fmla="*/ 950976 w 950976"/>
                    <a:gd name="connsiteY17" fmla="*/ 2852927 h 5230367"/>
                    <a:gd name="connsiteX18" fmla="*/ 950976 w 950976"/>
                    <a:gd name="connsiteY18" fmla="*/ 3328415 h 5230367"/>
                    <a:gd name="connsiteX19" fmla="*/ 475488 w 950976"/>
                    <a:gd name="connsiteY19" fmla="*/ 3328415 h 5230367"/>
                    <a:gd name="connsiteX20" fmla="*/ 0 w 950976"/>
                    <a:gd name="connsiteY20" fmla="*/ 2377439 h 5230367"/>
                    <a:gd name="connsiteX21" fmla="*/ 475488 w 950976"/>
                    <a:gd name="connsiteY21" fmla="*/ 2377439 h 5230367"/>
                    <a:gd name="connsiteX22" fmla="*/ 475488 w 950976"/>
                    <a:gd name="connsiteY22" fmla="*/ 2852927 h 5230367"/>
                    <a:gd name="connsiteX23" fmla="*/ 0 w 950976"/>
                    <a:gd name="connsiteY23" fmla="*/ 2852927 h 5230367"/>
                    <a:gd name="connsiteX24" fmla="*/ 475488 w 950976"/>
                    <a:gd name="connsiteY24" fmla="*/ 1901951 h 5230367"/>
                    <a:gd name="connsiteX25" fmla="*/ 950976 w 950976"/>
                    <a:gd name="connsiteY25" fmla="*/ 1901951 h 5230367"/>
                    <a:gd name="connsiteX26" fmla="*/ 950976 w 950976"/>
                    <a:gd name="connsiteY26" fmla="*/ 2377439 h 5230367"/>
                    <a:gd name="connsiteX27" fmla="*/ 475488 w 950976"/>
                    <a:gd name="connsiteY27" fmla="*/ 2377439 h 5230367"/>
                    <a:gd name="connsiteX28" fmla="*/ 0 w 950976"/>
                    <a:gd name="connsiteY28" fmla="*/ 1426463 h 5230367"/>
                    <a:gd name="connsiteX29" fmla="*/ 475488 w 950976"/>
                    <a:gd name="connsiteY29" fmla="*/ 1426463 h 5230367"/>
                    <a:gd name="connsiteX30" fmla="*/ 475488 w 950976"/>
                    <a:gd name="connsiteY30" fmla="*/ 1901951 h 5230367"/>
                    <a:gd name="connsiteX31" fmla="*/ 0 w 950976"/>
                    <a:gd name="connsiteY31" fmla="*/ 1901951 h 5230367"/>
                    <a:gd name="connsiteX32" fmla="*/ 475488 w 950976"/>
                    <a:gd name="connsiteY32" fmla="*/ 950976 h 5230367"/>
                    <a:gd name="connsiteX33" fmla="*/ 950976 w 950976"/>
                    <a:gd name="connsiteY33" fmla="*/ 950976 h 5230367"/>
                    <a:gd name="connsiteX34" fmla="*/ 950976 w 950976"/>
                    <a:gd name="connsiteY34" fmla="*/ 1426463 h 5230367"/>
                    <a:gd name="connsiteX35" fmla="*/ 475488 w 950976"/>
                    <a:gd name="connsiteY35" fmla="*/ 1426463 h 5230367"/>
                    <a:gd name="connsiteX36" fmla="*/ 0 w 950976"/>
                    <a:gd name="connsiteY36" fmla="*/ 475488 h 5230367"/>
                    <a:gd name="connsiteX37" fmla="*/ 475488 w 950976"/>
                    <a:gd name="connsiteY37" fmla="*/ 475488 h 5230367"/>
                    <a:gd name="connsiteX38" fmla="*/ 475488 w 950976"/>
                    <a:gd name="connsiteY38" fmla="*/ 950976 h 5230367"/>
                    <a:gd name="connsiteX39" fmla="*/ 0 w 950976"/>
                    <a:gd name="connsiteY39" fmla="*/ 950976 h 5230367"/>
                    <a:gd name="connsiteX40" fmla="*/ 475488 w 950976"/>
                    <a:gd name="connsiteY40" fmla="*/ 0 h 5230367"/>
                    <a:gd name="connsiteX41" fmla="*/ 950976 w 950976"/>
                    <a:gd name="connsiteY41" fmla="*/ 0 h 5230367"/>
                    <a:gd name="connsiteX42" fmla="*/ 950976 w 950976"/>
                    <a:gd name="connsiteY42" fmla="*/ 475488 h 5230367"/>
                    <a:gd name="connsiteX43" fmla="*/ 475488 w 950976"/>
                    <a:gd name="connsiteY43" fmla="*/ 475488 h 52303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7">
                      <a:moveTo>
                        <a:pt x="475488" y="4754879"/>
                      </a:moveTo>
                      <a:lnTo>
                        <a:pt x="950976" y="4754879"/>
                      </a:lnTo>
                      <a:lnTo>
                        <a:pt x="950976" y="5230367"/>
                      </a:lnTo>
                      <a:lnTo>
                        <a:pt x="475488" y="5230367"/>
                      </a:lnTo>
                      <a:close/>
                      <a:moveTo>
                        <a:pt x="0" y="4279391"/>
                      </a:moveTo>
                      <a:lnTo>
                        <a:pt x="475488" y="4279391"/>
                      </a:lnTo>
                      <a:lnTo>
                        <a:pt x="475488" y="4754879"/>
                      </a:lnTo>
                      <a:lnTo>
                        <a:pt x="0" y="4754879"/>
                      </a:lnTo>
                      <a:close/>
                      <a:moveTo>
                        <a:pt x="475488" y="3803903"/>
                      </a:moveTo>
                      <a:lnTo>
                        <a:pt x="950976" y="3803903"/>
                      </a:lnTo>
                      <a:lnTo>
                        <a:pt x="950976" y="4279391"/>
                      </a:lnTo>
                      <a:lnTo>
                        <a:pt x="475488" y="4279391"/>
                      </a:lnTo>
                      <a:close/>
                      <a:moveTo>
                        <a:pt x="0" y="3328415"/>
                      </a:moveTo>
                      <a:lnTo>
                        <a:pt x="475488" y="3328415"/>
                      </a:lnTo>
                      <a:lnTo>
                        <a:pt x="475488" y="3803903"/>
                      </a:lnTo>
                      <a:lnTo>
                        <a:pt x="0" y="3803903"/>
                      </a:lnTo>
                      <a:close/>
                      <a:moveTo>
                        <a:pt x="475488" y="2852927"/>
                      </a:moveTo>
                      <a:lnTo>
                        <a:pt x="950976" y="2852927"/>
                      </a:lnTo>
                      <a:lnTo>
                        <a:pt x="950976" y="3328415"/>
                      </a:lnTo>
                      <a:lnTo>
                        <a:pt x="475488" y="3328415"/>
                      </a:lnTo>
                      <a:close/>
                      <a:moveTo>
                        <a:pt x="0" y="2377439"/>
                      </a:moveTo>
                      <a:lnTo>
                        <a:pt x="475488" y="2377439"/>
                      </a:lnTo>
                      <a:lnTo>
                        <a:pt x="475488" y="2852927"/>
                      </a:lnTo>
                      <a:lnTo>
                        <a:pt x="0" y="2852927"/>
                      </a:lnTo>
                      <a:close/>
                      <a:moveTo>
                        <a:pt x="475488" y="1901951"/>
                      </a:moveTo>
                      <a:lnTo>
                        <a:pt x="950976" y="1901951"/>
                      </a:lnTo>
                      <a:lnTo>
                        <a:pt x="950976" y="2377439"/>
                      </a:lnTo>
                      <a:lnTo>
                        <a:pt x="475488" y="2377439"/>
                      </a:lnTo>
                      <a:close/>
                      <a:moveTo>
                        <a:pt x="0" y="1426463"/>
                      </a:moveTo>
                      <a:lnTo>
                        <a:pt x="475488" y="1426463"/>
                      </a:lnTo>
                      <a:lnTo>
                        <a:pt x="475488" y="1901951"/>
                      </a:lnTo>
                      <a:lnTo>
                        <a:pt x="0" y="1901951"/>
                      </a:lnTo>
                      <a:close/>
                      <a:moveTo>
                        <a:pt x="475488" y="950976"/>
                      </a:moveTo>
                      <a:lnTo>
                        <a:pt x="950976" y="950976"/>
                      </a:lnTo>
                      <a:lnTo>
                        <a:pt x="950976" y="1426463"/>
                      </a:lnTo>
                      <a:lnTo>
                        <a:pt x="475488" y="1426463"/>
                      </a:lnTo>
                      <a:close/>
                      <a:moveTo>
                        <a:pt x="0" y="475488"/>
                      </a:moveTo>
                      <a:lnTo>
                        <a:pt x="475488" y="475488"/>
                      </a:lnTo>
                      <a:lnTo>
                        <a:pt x="475488" y="950976"/>
                      </a:lnTo>
                      <a:lnTo>
                        <a:pt x="0" y="950976"/>
                      </a:lnTo>
                      <a:close/>
                      <a:moveTo>
                        <a:pt x="475488" y="0"/>
                      </a:moveTo>
                      <a:lnTo>
                        <a:pt x="950976" y="0"/>
                      </a:lnTo>
                      <a:lnTo>
                        <a:pt x="950976" y="475488"/>
                      </a:lnTo>
                      <a:lnTo>
                        <a:pt x="475488" y="47548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0579AB3D-7077-7E97-9D60-336FD49E3E03}"/>
                  </a:ext>
                </a:extLst>
              </p:cNvPr>
              <p:cNvGrpSpPr/>
              <p:nvPr/>
            </p:nvGrpSpPr>
            <p:grpSpPr>
              <a:xfrm>
                <a:off x="9144001" y="6302218"/>
                <a:ext cx="3047999" cy="554184"/>
                <a:chOff x="9144001" y="6302218"/>
                <a:chExt cx="3047999" cy="554184"/>
              </a:xfrm>
            </p:grpSpPr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FDBCFD6C-C068-16F1-B946-25E07007DA0D}"/>
                    </a:ext>
                  </a:extLst>
                </p:cNvPr>
                <p:cNvSpPr/>
                <p:nvPr/>
              </p:nvSpPr>
              <p:spPr bwMode="auto">
                <a:xfrm rot="5400000" flipH="1" flipV="1">
                  <a:off x="10390909" y="5055311"/>
                  <a:ext cx="554183" cy="3047999"/>
                </a:xfrm>
                <a:custGeom>
                  <a:avLst/>
                  <a:gdLst>
                    <a:gd name="connsiteX0" fmla="*/ 0 w 950976"/>
                    <a:gd name="connsiteY0" fmla="*/ 4754880 h 5230368"/>
                    <a:gd name="connsiteX1" fmla="*/ 475488 w 950976"/>
                    <a:gd name="connsiteY1" fmla="*/ 4754880 h 5230368"/>
                    <a:gd name="connsiteX2" fmla="*/ 475488 w 950976"/>
                    <a:gd name="connsiteY2" fmla="*/ 5230368 h 5230368"/>
                    <a:gd name="connsiteX3" fmla="*/ 0 w 950976"/>
                    <a:gd name="connsiteY3" fmla="*/ 5230368 h 5230368"/>
                    <a:gd name="connsiteX4" fmla="*/ 475488 w 950976"/>
                    <a:gd name="connsiteY4" fmla="*/ 4279392 h 5230368"/>
                    <a:gd name="connsiteX5" fmla="*/ 950976 w 950976"/>
                    <a:gd name="connsiteY5" fmla="*/ 4279392 h 5230368"/>
                    <a:gd name="connsiteX6" fmla="*/ 950976 w 950976"/>
                    <a:gd name="connsiteY6" fmla="*/ 4754880 h 5230368"/>
                    <a:gd name="connsiteX7" fmla="*/ 475488 w 950976"/>
                    <a:gd name="connsiteY7" fmla="*/ 4754880 h 5230368"/>
                    <a:gd name="connsiteX8" fmla="*/ 0 w 950976"/>
                    <a:gd name="connsiteY8" fmla="*/ 3803904 h 5230368"/>
                    <a:gd name="connsiteX9" fmla="*/ 475488 w 950976"/>
                    <a:gd name="connsiteY9" fmla="*/ 3803904 h 5230368"/>
                    <a:gd name="connsiteX10" fmla="*/ 475488 w 950976"/>
                    <a:gd name="connsiteY10" fmla="*/ 4279392 h 5230368"/>
                    <a:gd name="connsiteX11" fmla="*/ 0 w 950976"/>
                    <a:gd name="connsiteY11" fmla="*/ 4279392 h 5230368"/>
                    <a:gd name="connsiteX12" fmla="*/ 475488 w 950976"/>
                    <a:gd name="connsiteY12" fmla="*/ 3328416 h 5230368"/>
                    <a:gd name="connsiteX13" fmla="*/ 950976 w 950976"/>
                    <a:gd name="connsiteY13" fmla="*/ 3328416 h 5230368"/>
                    <a:gd name="connsiteX14" fmla="*/ 950976 w 950976"/>
                    <a:gd name="connsiteY14" fmla="*/ 3803904 h 5230368"/>
                    <a:gd name="connsiteX15" fmla="*/ 475488 w 950976"/>
                    <a:gd name="connsiteY15" fmla="*/ 3803904 h 5230368"/>
                    <a:gd name="connsiteX16" fmla="*/ 0 w 950976"/>
                    <a:gd name="connsiteY16" fmla="*/ 2852928 h 5230368"/>
                    <a:gd name="connsiteX17" fmla="*/ 475488 w 950976"/>
                    <a:gd name="connsiteY17" fmla="*/ 2852928 h 5230368"/>
                    <a:gd name="connsiteX18" fmla="*/ 475488 w 950976"/>
                    <a:gd name="connsiteY18" fmla="*/ 3328416 h 5230368"/>
                    <a:gd name="connsiteX19" fmla="*/ 0 w 950976"/>
                    <a:gd name="connsiteY19" fmla="*/ 3328416 h 5230368"/>
                    <a:gd name="connsiteX20" fmla="*/ 475488 w 950976"/>
                    <a:gd name="connsiteY20" fmla="*/ 2377440 h 5230368"/>
                    <a:gd name="connsiteX21" fmla="*/ 950976 w 950976"/>
                    <a:gd name="connsiteY21" fmla="*/ 2377440 h 5230368"/>
                    <a:gd name="connsiteX22" fmla="*/ 950976 w 950976"/>
                    <a:gd name="connsiteY22" fmla="*/ 2852928 h 5230368"/>
                    <a:gd name="connsiteX23" fmla="*/ 475488 w 950976"/>
                    <a:gd name="connsiteY23" fmla="*/ 2852928 h 5230368"/>
                    <a:gd name="connsiteX24" fmla="*/ 0 w 950976"/>
                    <a:gd name="connsiteY24" fmla="*/ 1901952 h 5230368"/>
                    <a:gd name="connsiteX25" fmla="*/ 475488 w 950976"/>
                    <a:gd name="connsiteY25" fmla="*/ 1901952 h 5230368"/>
                    <a:gd name="connsiteX26" fmla="*/ 475488 w 950976"/>
                    <a:gd name="connsiteY26" fmla="*/ 2377440 h 5230368"/>
                    <a:gd name="connsiteX27" fmla="*/ 0 w 950976"/>
                    <a:gd name="connsiteY27" fmla="*/ 2377440 h 5230368"/>
                    <a:gd name="connsiteX28" fmla="*/ 475488 w 950976"/>
                    <a:gd name="connsiteY28" fmla="*/ 1426464 h 5230368"/>
                    <a:gd name="connsiteX29" fmla="*/ 950976 w 950976"/>
                    <a:gd name="connsiteY29" fmla="*/ 1426464 h 5230368"/>
                    <a:gd name="connsiteX30" fmla="*/ 950976 w 950976"/>
                    <a:gd name="connsiteY30" fmla="*/ 1901952 h 5230368"/>
                    <a:gd name="connsiteX31" fmla="*/ 475488 w 950976"/>
                    <a:gd name="connsiteY31" fmla="*/ 1901952 h 5230368"/>
                    <a:gd name="connsiteX32" fmla="*/ 0 w 950976"/>
                    <a:gd name="connsiteY32" fmla="*/ 950976 h 5230368"/>
                    <a:gd name="connsiteX33" fmla="*/ 475488 w 950976"/>
                    <a:gd name="connsiteY33" fmla="*/ 950976 h 5230368"/>
                    <a:gd name="connsiteX34" fmla="*/ 475488 w 950976"/>
                    <a:gd name="connsiteY34" fmla="*/ 1426464 h 5230368"/>
                    <a:gd name="connsiteX35" fmla="*/ 0 w 950976"/>
                    <a:gd name="connsiteY35" fmla="*/ 1426464 h 5230368"/>
                    <a:gd name="connsiteX36" fmla="*/ 475488 w 950976"/>
                    <a:gd name="connsiteY36" fmla="*/ 475488 h 5230368"/>
                    <a:gd name="connsiteX37" fmla="*/ 950976 w 950976"/>
                    <a:gd name="connsiteY37" fmla="*/ 475488 h 5230368"/>
                    <a:gd name="connsiteX38" fmla="*/ 950976 w 950976"/>
                    <a:gd name="connsiteY38" fmla="*/ 950976 h 5230368"/>
                    <a:gd name="connsiteX39" fmla="*/ 475488 w 950976"/>
                    <a:gd name="connsiteY39" fmla="*/ 950976 h 5230368"/>
                    <a:gd name="connsiteX40" fmla="*/ 0 w 950976"/>
                    <a:gd name="connsiteY40" fmla="*/ 0 h 5230368"/>
                    <a:gd name="connsiteX41" fmla="*/ 475488 w 950976"/>
                    <a:gd name="connsiteY41" fmla="*/ 0 h 5230368"/>
                    <a:gd name="connsiteX42" fmla="*/ 475488 w 950976"/>
                    <a:gd name="connsiteY42" fmla="*/ 475488 h 5230368"/>
                    <a:gd name="connsiteX43" fmla="*/ 0 w 950976"/>
                    <a:gd name="connsiteY43" fmla="*/ 475488 h 523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8">
                      <a:moveTo>
                        <a:pt x="0" y="4754880"/>
                      </a:moveTo>
                      <a:lnTo>
                        <a:pt x="475488" y="4754880"/>
                      </a:lnTo>
                      <a:lnTo>
                        <a:pt x="475488" y="5230368"/>
                      </a:lnTo>
                      <a:lnTo>
                        <a:pt x="0" y="5230368"/>
                      </a:lnTo>
                      <a:close/>
                      <a:moveTo>
                        <a:pt x="475488" y="4279392"/>
                      </a:moveTo>
                      <a:lnTo>
                        <a:pt x="950976" y="4279392"/>
                      </a:lnTo>
                      <a:lnTo>
                        <a:pt x="950976" y="4754880"/>
                      </a:lnTo>
                      <a:lnTo>
                        <a:pt x="475488" y="4754880"/>
                      </a:lnTo>
                      <a:close/>
                      <a:moveTo>
                        <a:pt x="0" y="3803904"/>
                      </a:moveTo>
                      <a:lnTo>
                        <a:pt x="475488" y="3803904"/>
                      </a:lnTo>
                      <a:lnTo>
                        <a:pt x="475488" y="4279392"/>
                      </a:lnTo>
                      <a:lnTo>
                        <a:pt x="0" y="4279392"/>
                      </a:lnTo>
                      <a:close/>
                      <a:moveTo>
                        <a:pt x="475488" y="3328416"/>
                      </a:moveTo>
                      <a:lnTo>
                        <a:pt x="950976" y="3328416"/>
                      </a:lnTo>
                      <a:lnTo>
                        <a:pt x="950976" y="3803904"/>
                      </a:lnTo>
                      <a:lnTo>
                        <a:pt x="475488" y="3803904"/>
                      </a:lnTo>
                      <a:close/>
                      <a:moveTo>
                        <a:pt x="0" y="2852928"/>
                      </a:moveTo>
                      <a:lnTo>
                        <a:pt x="475488" y="2852928"/>
                      </a:lnTo>
                      <a:lnTo>
                        <a:pt x="475488" y="3328416"/>
                      </a:lnTo>
                      <a:lnTo>
                        <a:pt x="0" y="3328416"/>
                      </a:lnTo>
                      <a:close/>
                      <a:moveTo>
                        <a:pt x="475488" y="2377440"/>
                      </a:moveTo>
                      <a:lnTo>
                        <a:pt x="950976" y="2377440"/>
                      </a:lnTo>
                      <a:lnTo>
                        <a:pt x="950976" y="2852928"/>
                      </a:lnTo>
                      <a:lnTo>
                        <a:pt x="475488" y="2852928"/>
                      </a:lnTo>
                      <a:close/>
                      <a:moveTo>
                        <a:pt x="0" y="1901952"/>
                      </a:moveTo>
                      <a:lnTo>
                        <a:pt x="475488" y="1901952"/>
                      </a:lnTo>
                      <a:lnTo>
                        <a:pt x="475488" y="2377440"/>
                      </a:lnTo>
                      <a:lnTo>
                        <a:pt x="0" y="2377440"/>
                      </a:lnTo>
                      <a:close/>
                      <a:moveTo>
                        <a:pt x="475488" y="1426464"/>
                      </a:moveTo>
                      <a:lnTo>
                        <a:pt x="950976" y="1426464"/>
                      </a:lnTo>
                      <a:lnTo>
                        <a:pt x="950976" y="1901952"/>
                      </a:lnTo>
                      <a:lnTo>
                        <a:pt x="475488" y="1901952"/>
                      </a:lnTo>
                      <a:close/>
                      <a:moveTo>
                        <a:pt x="0" y="950976"/>
                      </a:moveTo>
                      <a:lnTo>
                        <a:pt x="475488" y="950976"/>
                      </a:lnTo>
                      <a:lnTo>
                        <a:pt x="475488" y="1426464"/>
                      </a:lnTo>
                      <a:lnTo>
                        <a:pt x="0" y="1426464"/>
                      </a:lnTo>
                      <a:close/>
                      <a:moveTo>
                        <a:pt x="475488" y="475488"/>
                      </a:moveTo>
                      <a:lnTo>
                        <a:pt x="950976" y="475488"/>
                      </a:lnTo>
                      <a:lnTo>
                        <a:pt x="950976" y="950976"/>
                      </a:lnTo>
                      <a:lnTo>
                        <a:pt x="475488" y="950976"/>
                      </a:lnTo>
                      <a:close/>
                      <a:moveTo>
                        <a:pt x="0" y="0"/>
                      </a:moveTo>
                      <a:lnTo>
                        <a:pt x="475488" y="0"/>
                      </a:lnTo>
                      <a:lnTo>
                        <a:pt x="475488" y="475488"/>
                      </a:lnTo>
                      <a:lnTo>
                        <a:pt x="0" y="4754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6E3C814C-D060-03F5-09D5-61C157A7FC73}"/>
                    </a:ext>
                  </a:extLst>
                </p:cNvPr>
                <p:cNvSpPr/>
                <p:nvPr/>
              </p:nvSpPr>
              <p:spPr bwMode="auto">
                <a:xfrm rot="5400000" flipH="1" flipV="1">
                  <a:off x="10390909" y="5055311"/>
                  <a:ext cx="554183" cy="3047998"/>
                </a:xfrm>
                <a:custGeom>
                  <a:avLst/>
                  <a:gdLst>
                    <a:gd name="connsiteX0" fmla="*/ 475488 w 950976"/>
                    <a:gd name="connsiteY0" fmla="*/ 4754879 h 5230367"/>
                    <a:gd name="connsiteX1" fmla="*/ 950976 w 950976"/>
                    <a:gd name="connsiteY1" fmla="*/ 4754879 h 5230367"/>
                    <a:gd name="connsiteX2" fmla="*/ 950976 w 950976"/>
                    <a:gd name="connsiteY2" fmla="*/ 5230367 h 5230367"/>
                    <a:gd name="connsiteX3" fmla="*/ 475488 w 950976"/>
                    <a:gd name="connsiteY3" fmla="*/ 5230367 h 5230367"/>
                    <a:gd name="connsiteX4" fmla="*/ 0 w 950976"/>
                    <a:gd name="connsiteY4" fmla="*/ 4279391 h 5230367"/>
                    <a:gd name="connsiteX5" fmla="*/ 475488 w 950976"/>
                    <a:gd name="connsiteY5" fmla="*/ 4279391 h 5230367"/>
                    <a:gd name="connsiteX6" fmla="*/ 475488 w 950976"/>
                    <a:gd name="connsiteY6" fmla="*/ 4754879 h 5230367"/>
                    <a:gd name="connsiteX7" fmla="*/ 0 w 950976"/>
                    <a:gd name="connsiteY7" fmla="*/ 4754879 h 5230367"/>
                    <a:gd name="connsiteX8" fmla="*/ 475488 w 950976"/>
                    <a:gd name="connsiteY8" fmla="*/ 3803903 h 5230367"/>
                    <a:gd name="connsiteX9" fmla="*/ 950976 w 950976"/>
                    <a:gd name="connsiteY9" fmla="*/ 3803903 h 5230367"/>
                    <a:gd name="connsiteX10" fmla="*/ 950976 w 950976"/>
                    <a:gd name="connsiteY10" fmla="*/ 4279391 h 5230367"/>
                    <a:gd name="connsiteX11" fmla="*/ 475488 w 950976"/>
                    <a:gd name="connsiteY11" fmla="*/ 4279391 h 5230367"/>
                    <a:gd name="connsiteX12" fmla="*/ 0 w 950976"/>
                    <a:gd name="connsiteY12" fmla="*/ 3328415 h 5230367"/>
                    <a:gd name="connsiteX13" fmla="*/ 475488 w 950976"/>
                    <a:gd name="connsiteY13" fmla="*/ 3328415 h 5230367"/>
                    <a:gd name="connsiteX14" fmla="*/ 475488 w 950976"/>
                    <a:gd name="connsiteY14" fmla="*/ 3803903 h 5230367"/>
                    <a:gd name="connsiteX15" fmla="*/ 0 w 950976"/>
                    <a:gd name="connsiteY15" fmla="*/ 3803903 h 5230367"/>
                    <a:gd name="connsiteX16" fmla="*/ 475488 w 950976"/>
                    <a:gd name="connsiteY16" fmla="*/ 2852927 h 5230367"/>
                    <a:gd name="connsiteX17" fmla="*/ 950976 w 950976"/>
                    <a:gd name="connsiteY17" fmla="*/ 2852927 h 5230367"/>
                    <a:gd name="connsiteX18" fmla="*/ 950976 w 950976"/>
                    <a:gd name="connsiteY18" fmla="*/ 3328415 h 5230367"/>
                    <a:gd name="connsiteX19" fmla="*/ 475488 w 950976"/>
                    <a:gd name="connsiteY19" fmla="*/ 3328415 h 5230367"/>
                    <a:gd name="connsiteX20" fmla="*/ 0 w 950976"/>
                    <a:gd name="connsiteY20" fmla="*/ 2377439 h 5230367"/>
                    <a:gd name="connsiteX21" fmla="*/ 475488 w 950976"/>
                    <a:gd name="connsiteY21" fmla="*/ 2377439 h 5230367"/>
                    <a:gd name="connsiteX22" fmla="*/ 475488 w 950976"/>
                    <a:gd name="connsiteY22" fmla="*/ 2852927 h 5230367"/>
                    <a:gd name="connsiteX23" fmla="*/ 0 w 950976"/>
                    <a:gd name="connsiteY23" fmla="*/ 2852927 h 5230367"/>
                    <a:gd name="connsiteX24" fmla="*/ 475488 w 950976"/>
                    <a:gd name="connsiteY24" fmla="*/ 1901951 h 5230367"/>
                    <a:gd name="connsiteX25" fmla="*/ 950976 w 950976"/>
                    <a:gd name="connsiteY25" fmla="*/ 1901951 h 5230367"/>
                    <a:gd name="connsiteX26" fmla="*/ 950976 w 950976"/>
                    <a:gd name="connsiteY26" fmla="*/ 2377439 h 5230367"/>
                    <a:gd name="connsiteX27" fmla="*/ 475488 w 950976"/>
                    <a:gd name="connsiteY27" fmla="*/ 2377439 h 5230367"/>
                    <a:gd name="connsiteX28" fmla="*/ 0 w 950976"/>
                    <a:gd name="connsiteY28" fmla="*/ 1426463 h 5230367"/>
                    <a:gd name="connsiteX29" fmla="*/ 475488 w 950976"/>
                    <a:gd name="connsiteY29" fmla="*/ 1426463 h 5230367"/>
                    <a:gd name="connsiteX30" fmla="*/ 475488 w 950976"/>
                    <a:gd name="connsiteY30" fmla="*/ 1901951 h 5230367"/>
                    <a:gd name="connsiteX31" fmla="*/ 0 w 950976"/>
                    <a:gd name="connsiteY31" fmla="*/ 1901951 h 5230367"/>
                    <a:gd name="connsiteX32" fmla="*/ 475488 w 950976"/>
                    <a:gd name="connsiteY32" fmla="*/ 950976 h 5230367"/>
                    <a:gd name="connsiteX33" fmla="*/ 950976 w 950976"/>
                    <a:gd name="connsiteY33" fmla="*/ 950976 h 5230367"/>
                    <a:gd name="connsiteX34" fmla="*/ 950976 w 950976"/>
                    <a:gd name="connsiteY34" fmla="*/ 1426463 h 5230367"/>
                    <a:gd name="connsiteX35" fmla="*/ 475488 w 950976"/>
                    <a:gd name="connsiteY35" fmla="*/ 1426463 h 5230367"/>
                    <a:gd name="connsiteX36" fmla="*/ 0 w 950976"/>
                    <a:gd name="connsiteY36" fmla="*/ 475488 h 5230367"/>
                    <a:gd name="connsiteX37" fmla="*/ 475488 w 950976"/>
                    <a:gd name="connsiteY37" fmla="*/ 475488 h 5230367"/>
                    <a:gd name="connsiteX38" fmla="*/ 475488 w 950976"/>
                    <a:gd name="connsiteY38" fmla="*/ 950976 h 5230367"/>
                    <a:gd name="connsiteX39" fmla="*/ 0 w 950976"/>
                    <a:gd name="connsiteY39" fmla="*/ 950976 h 5230367"/>
                    <a:gd name="connsiteX40" fmla="*/ 475488 w 950976"/>
                    <a:gd name="connsiteY40" fmla="*/ 0 h 5230367"/>
                    <a:gd name="connsiteX41" fmla="*/ 950976 w 950976"/>
                    <a:gd name="connsiteY41" fmla="*/ 0 h 5230367"/>
                    <a:gd name="connsiteX42" fmla="*/ 950976 w 950976"/>
                    <a:gd name="connsiteY42" fmla="*/ 475488 h 5230367"/>
                    <a:gd name="connsiteX43" fmla="*/ 475488 w 950976"/>
                    <a:gd name="connsiteY43" fmla="*/ 475488 h 52303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7">
                      <a:moveTo>
                        <a:pt x="475488" y="4754879"/>
                      </a:moveTo>
                      <a:lnTo>
                        <a:pt x="950976" y="4754879"/>
                      </a:lnTo>
                      <a:lnTo>
                        <a:pt x="950976" y="5230367"/>
                      </a:lnTo>
                      <a:lnTo>
                        <a:pt x="475488" y="5230367"/>
                      </a:lnTo>
                      <a:close/>
                      <a:moveTo>
                        <a:pt x="0" y="4279391"/>
                      </a:moveTo>
                      <a:lnTo>
                        <a:pt x="475488" y="4279391"/>
                      </a:lnTo>
                      <a:lnTo>
                        <a:pt x="475488" y="4754879"/>
                      </a:lnTo>
                      <a:lnTo>
                        <a:pt x="0" y="4754879"/>
                      </a:lnTo>
                      <a:close/>
                      <a:moveTo>
                        <a:pt x="475488" y="3803903"/>
                      </a:moveTo>
                      <a:lnTo>
                        <a:pt x="950976" y="3803903"/>
                      </a:lnTo>
                      <a:lnTo>
                        <a:pt x="950976" y="4279391"/>
                      </a:lnTo>
                      <a:lnTo>
                        <a:pt x="475488" y="4279391"/>
                      </a:lnTo>
                      <a:close/>
                      <a:moveTo>
                        <a:pt x="0" y="3328415"/>
                      </a:moveTo>
                      <a:lnTo>
                        <a:pt x="475488" y="3328415"/>
                      </a:lnTo>
                      <a:lnTo>
                        <a:pt x="475488" y="3803903"/>
                      </a:lnTo>
                      <a:lnTo>
                        <a:pt x="0" y="3803903"/>
                      </a:lnTo>
                      <a:close/>
                      <a:moveTo>
                        <a:pt x="475488" y="2852927"/>
                      </a:moveTo>
                      <a:lnTo>
                        <a:pt x="950976" y="2852927"/>
                      </a:lnTo>
                      <a:lnTo>
                        <a:pt x="950976" y="3328415"/>
                      </a:lnTo>
                      <a:lnTo>
                        <a:pt x="475488" y="3328415"/>
                      </a:lnTo>
                      <a:close/>
                      <a:moveTo>
                        <a:pt x="0" y="2377439"/>
                      </a:moveTo>
                      <a:lnTo>
                        <a:pt x="475488" y="2377439"/>
                      </a:lnTo>
                      <a:lnTo>
                        <a:pt x="475488" y="2852927"/>
                      </a:lnTo>
                      <a:lnTo>
                        <a:pt x="0" y="2852927"/>
                      </a:lnTo>
                      <a:close/>
                      <a:moveTo>
                        <a:pt x="475488" y="1901951"/>
                      </a:moveTo>
                      <a:lnTo>
                        <a:pt x="950976" y="1901951"/>
                      </a:lnTo>
                      <a:lnTo>
                        <a:pt x="950976" y="2377439"/>
                      </a:lnTo>
                      <a:lnTo>
                        <a:pt x="475488" y="2377439"/>
                      </a:lnTo>
                      <a:close/>
                      <a:moveTo>
                        <a:pt x="0" y="1426463"/>
                      </a:moveTo>
                      <a:lnTo>
                        <a:pt x="475488" y="1426463"/>
                      </a:lnTo>
                      <a:lnTo>
                        <a:pt x="475488" y="1901951"/>
                      </a:lnTo>
                      <a:lnTo>
                        <a:pt x="0" y="1901951"/>
                      </a:lnTo>
                      <a:close/>
                      <a:moveTo>
                        <a:pt x="475488" y="950976"/>
                      </a:moveTo>
                      <a:lnTo>
                        <a:pt x="950976" y="950976"/>
                      </a:lnTo>
                      <a:lnTo>
                        <a:pt x="950976" y="1426463"/>
                      </a:lnTo>
                      <a:lnTo>
                        <a:pt x="475488" y="1426463"/>
                      </a:lnTo>
                      <a:close/>
                      <a:moveTo>
                        <a:pt x="0" y="475488"/>
                      </a:moveTo>
                      <a:lnTo>
                        <a:pt x="475488" y="475488"/>
                      </a:lnTo>
                      <a:lnTo>
                        <a:pt x="475488" y="950976"/>
                      </a:lnTo>
                      <a:lnTo>
                        <a:pt x="0" y="950976"/>
                      </a:lnTo>
                      <a:close/>
                      <a:moveTo>
                        <a:pt x="475488" y="0"/>
                      </a:moveTo>
                      <a:lnTo>
                        <a:pt x="950976" y="0"/>
                      </a:lnTo>
                      <a:lnTo>
                        <a:pt x="950976" y="475488"/>
                      </a:lnTo>
                      <a:lnTo>
                        <a:pt x="475488" y="47548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</p:grp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C6048F9-007E-BF78-9289-E6B0099A5F15}"/>
                </a:ext>
              </a:extLst>
            </p:cNvPr>
            <p:cNvGrpSpPr/>
            <p:nvPr/>
          </p:nvGrpSpPr>
          <p:grpSpPr>
            <a:xfrm>
              <a:off x="5785337" y="6594271"/>
              <a:ext cx="5785335" cy="263729"/>
              <a:chOff x="2" y="6302218"/>
              <a:chExt cx="12191998" cy="555782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4298E13C-07E4-5D7C-2889-C1D0DC376E22}"/>
                  </a:ext>
                </a:extLst>
              </p:cNvPr>
              <p:cNvGrpSpPr/>
              <p:nvPr/>
            </p:nvGrpSpPr>
            <p:grpSpPr>
              <a:xfrm rot="5400000">
                <a:off x="7342908" y="5056909"/>
                <a:ext cx="554183" cy="3047999"/>
                <a:chOff x="1499616" y="987552"/>
                <a:chExt cx="950976" cy="5230368"/>
              </a:xfrm>
            </p:grpSpPr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7B8D2EB1-2D76-C0D6-A18E-986F0D2084B5}"/>
                    </a:ext>
                  </a:extLst>
                </p:cNvPr>
                <p:cNvSpPr/>
                <p:nvPr/>
              </p:nvSpPr>
              <p:spPr bwMode="auto">
                <a:xfrm>
                  <a:off x="1499616" y="987552"/>
                  <a:ext cx="950976" cy="5230368"/>
                </a:xfrm>
                <a:custGeom>
                  <a:avLst/>
                  <a:gdLst>
                    <a:gd name="connsiteX0" fmla="*/ 0 w 950976"/>
                    <a:gd name="connsiteY0" fmla="*/ 4754880 h 5230368"/>
                    <a:gd name="connsiteX1" fmla="*/ 475488 w 950976"/>
                    <a:gd name="connsiteY1" fmla="*/ 4754880 h 5230368"/>
                    <a:gd name="connsiteX2" fmla="*/ 475488 w 950976"/>
                    <a:gd name="connsiteY2" fmla="*/ 5230368 h 5230368"/>
                    <a:gd name="connsiteX3" fmla="*/ 0 w 950976"/>
                    <a:gd name="connsiteY3" fmla="*/ 5230368 h 5230368"/>
                    <a:gd name="connsiteX4" fmla="*/ 475488 w 950976"/>
                    <a:gd name="connsiteY4" fmla="*/ 4279392 h 5230368"/>
                    <a:gd name="connsiteX5" fmla="*/ 950976 w 950976"/>
                    <a:gd name="connsiteY5" fmla="*/ 4279392 h 5230368"/>
                    <a:gd name="connsiteX6" fmla="*/ 950976 w 950976"/>
                    <a:gd name="connsiteY6" fmla="*/ 4754880 h 5230368"/>
                    <a:gd name="connsiteX7" fmla="*/ 475488 w 950976"/>
                    <a:gd name="connsiteY7" fmla="*/ 4754880 h 5230368"/>
                    <a:gd name="connsiteX8" fmla="*/ 0 w 950976"/>
                    <a:gd name="connsiteY8" fmla="*/ 3803904 h 5230368"/>
                    <a:gd name="connsiteX9" fmla="*/ 475488 w 950976"/>
                    <a:gd name="connsiteY9" fmla="*/ 3803904 h 5230368"/>
                    <a:gd name="connsiteX10" fmla="*/ 475488 w 950976"/>
                    <a:gd name="connsiteY10" fmla="*/ 4279392 h 5230368"/>
                    <a:gd name="connsiteX11" fmla="*/ 0 w 950976"/>
                    <a:gd name="connsiteY11" fmla="*/ 4279392 h 5230368"/>
                    <a:gd name="connsiteX12" fmla="*/ 475488 w 950976"/>
                    <a:gd name="connsiteY12" fmla="*/ 3328416 h 5230368"/>
                    <a:gd name="connsiteX13" fmla="*/ 950976 w 950976"/>
                    <a:gd name="connsiteY13" fmla="*/ 3328416 h 5230368"/>
                    <a:gd name="connsiteX14" fmla="*/ 950976 w 950976"/>
                    <a:gd name="connsiteY14" fmla="*/ 3803904 h 5230368"/>
                    <a:gd name="connsiteX15" fmla="*/ 475488 w 950976"/>
                    <a:gd name="connsiteY15" fmla="*/ 3803904 h 5230368"/>
                    <a:gd name="connsiteX16" fmla="*/ 0 w 950976"/>
                    <a:gd name="connsiteY16" fmla="*/ 2852928 h 5230368"/>
                    <a:gd name="connsiteX17" fmla="*/ 475488 w 950976"/>
                    <a:gd name="connsiteY17" fmla="*/ 2852928 h 5230368"/>
                    <a:gd name="connsiteX18" fmla="*/ 475488 w 950976"/>
                    <a:gd name="connsiteY18" fmla="*/ 3328416 h 5230368"/>
                    <a:gd name="connsiteX19" fmla="*/ 0 w 950976"/>
                    <a:gd name="connsiteY19" fmla="*/ 3328416 h 5230368"/>
                    <a:gd name="connsiteX20" fmla="*/ 475488 w 950976"/>
                    <a:gd name="connsiteY20" fmla="*/ 2377440 h 5230368"/>
                    <a:gd name="connsiteX21" fmla="*/ 950976 w 950976"/>
                    <a:gd name="connsiteY21" fmla="*/ 2377440 h 5230368"/>
                    <a:gd name="connsiteX22" fmla="*/ 950976 w 950976"/>
                    <a:gd name="connsiteY22" fmla="*/ 2852928 h 5230368"/>
                    <a:gd name="connsiteX23" fmla="*/ 475488 w 950976"/>
                    <a:gd name="connsiteY23" fmla="*/ 2852928 h 5230368"/>
                    <a:gd name="connsiteX24" fmla="*/ 0 w 950976"/>
                    <a:gd name="connsiteY24" fmla="*/ 1901952 h 5230368"/>
                    <a:gd name="connsiteX25" fmla="*/ 475488 w 950976"/>
                    <a:gd name="connsiteY25" fmla="*/ 1901952 h 5230368"/>
                    <a:gd name="connsiteX26" fmla="*/ 475488 w 950976"/>
                    <a:gd name="connsiteY26" fmla="*/ 2377440 h 5230368"/>
                    <a:gd name="connsiteX27" fmla="*/ 0 w 950976"/>
                    <a:gd name="connsiteY27" fmla="*/ 2377440 h 5230368"/>
                    <a:gd name="connsiteX28" fmla="*/ 475488 w 950976"/>
                    <a:gd name="connsiteY28" fmla="*/ 1426464 h 5230368"/>
                    <a:gd name="connsiteX29" fmla="*/ 950976 w 950976"/>
                    <a:gd name="connsiteY29" fmla="*/ 1426464 h 5230368"/>
                    <a:gd name="connsiteX30" fmla="*/ 950976 w 950976"/>
                    <a:gd name="connsiteY30" fmla="*/ 1901952 h 5230368"/>
                    <a:gd name="connsiteX31" fmla="*/ 475488 w 950976"/>
                    <a:gd name="connsiteY31" fmla="*/ 1901952 h 5230368"/>
                    <a:gd name="connsiteX32" fmla="*/ 0 w 950976"/>
                    <a:gd name="connsiteY32" fmla="*/ 950976 h 5230368"/>
                    <a:gd name="connsiteX33" fmla="*/ 475488 w 950976"/>
                    <a:gd name="connsiteY33" fmla="*/ 950976 h 5230368"/>
                    <a:gd name="connsiteX34" fmla="*/ 475488 w 950976"/>
                    <a:gd name="connsiteY34" fmla="*/ 1426464 h 5230368"/>
                    <a:gd name="connsiteX35" fmla="*/ 0 w 950976"/>
                    <a:gd name="connsiteY35" fmla="*/ 1426464 h 5230368"/>
                    <a:gd name="connsiteX36" fmla="*/ 475488 w 950976"/>
                    <a:gd name="connsiteY36" fmla="*/ 475488 h 5230368"/>
                    <a:gd name="connsiteX37" fmla="*/ 950976 w 950976"/>
                    <a:gd name="connsiteY37" fmla="*/ 475488 h 5230368"/>
                    <a:gd name="connsiteX38" fmla="*/ 950976 w 950976"/>
                    <a:gd name="connsiteY38" fmla="*/ 950976 h 5230368"/>
                    <a:gd name="connsiteX39" fmla="*/ 475488 w 950976"/>
                    <a:gd name="connsiteY39" fmla="*/ 950976 h 5230368"/>
                    <a:gd name="connsiteX40" fmla="*/ 0 w 950976"/>
                    <a:gd name="connsiteY40" fmla="*/ 0 h 5230368"/>
                    <a:gd name="connsiteX41" fmla="*/ 475488 w 950976"/>
                    <a:gd name="connsiteY41" fmla="*/ 0 h 5230368"/>
                    <a:gd name="connsiteX42" fmla="*/ 475488 w 950976"/>
                    <a:gd name="connsiteY42" fmla="*/ 475488 h 5230368"/>
                    <a:gd name="connsiteX43" fmla="*/ 0 w 950976"/>
                    <a:gd name="connsiteY43" fmla="*/ 475488 h 523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8">
                      <a:moveTo>
                        <a:pt x="0" y="4754880"/>
                      </a:moveTo>
                      <a:lnTo>
                        <a:pt x="475488" y="4754880"/>
                      </a:lnTo>
                      <a:lnTo>
                        <a:pt x="475488" y="5230368"/>
                      </a:lnTo>
                      <a:lnTo>
                        <a:pt x="0" y="5230368"/>
                      </a:lnTo>
                      <a:close/>
                      <a:moveTo>
                        <a:pt x="475488" y="4279392"/>
                      </a:moveTo>
                      <a:lnTo>
                        <a:pt x="950976" y="4279392"/>
                      </a:lnTo>
                      <a:lnTo>
                        <a:pt x="950976" y="4754880"/>
                      </a:lnTo>
                      <a:lnTo>
                        <a:pt x="475488" y="4754880"/>
                      </a:lnTo>
                      <a:close/>
                      <a:moveTo>
                        <a:pt x="0" y="3803904"/>
                      </a:moveTo>
                      <a:lnTo>
                        <a:pt x="475488" y="3803904"/>
                      </a:lnTo>
                      <a:lnTo>
                        <a:pt x="475488" y="4279392"/>
                      </a:lnTo>
                      <a:lnTo>
                        <a:pt x="0" y="4279392"/>
                      </a:lnTo>
                      <a:close/>
                      <a:moveTo>
                        <a:pt x="475488" y="3328416"/>
                      </a:moveTo>
                      <a:lnTo>
                        <a:pt x="950976" y="3328416"/>
                      </a:lnTo>
                      <a:lnTo>
                        <a:pt x="950976" y="3803904"/>
                      </a:lnTo>
                      <a:lnTo>
                        <a:pt x="475488" y="3803904"/>
                      </a:lnTo>
                      <a:close/>
                      <a:moveTo>
                        <a:pt x="0" y="2852928"/>
                      </a:moveTo>
                      <a:lnTo>
                        <a:pt x="475488" y="2852928"/>
                      </a:lnTo>
                      <a:lnTo>
                        <a:pt x="475488" y="3328416"/>
                      </a:lnTo>
                      <a:lnTo>
                        <a:pt x="0" y="3328416"/>
                      </a:lnTo>
                      <a:close/>
                      <a:moveTo>
                        <a:pt x="475488" y="2377440"/>
                      </a:moveTo>
                      <a:lnTo>
                        <a:pt x="950976" y="2377440"/>
                      </a:lnTo>
                      <a:lnTo>
                        <a:pt x="950976" y="2852928"/>
                      </a:lnTo>
                      <a:lnTo>
                        <a:pt x="475488" y="2852928"/>
                      </a:lnTo>
                      <a:close/>
                      <a:moveTo>
                        <a:pt x="0" y="1901952"/>
                      </a:moveTo>
                      <a:lnTo>
                        <a:pt x="475488" y="1901952"/>
                      </a:lnTo>
                      <a:lnTo>
                        <a:pt x="475488" y="2377440"/>
                      </a:lnTo>
                      <a:lnTo>
                        <a:pt x="0" y="2377440"/>
                      </a:lnTo>
                      <a:close/>
                      <a:moveTo>
                        <a:pt x="475488" y="1426464"/>
                      </a:moveTo>
                      <a:lnTo>
                        <a:pt x="950976" y="1426464"/>
                      </a:lnTo>
                      <a:lnTo>
                        <a:pt x="950976" y="1901952"/>
                      </a:lnTo>
                      <a:lnTo>
                        <a:pt x="475488" y="1901952"/>
                      </a:lnTo>
                      <a:close/>
                      <a:moveTo>
                        <a:pt x="0" y="950976"/>
                      </a:moveTo>
                      <a:lnTo>
                        <a:pt x="475488" y="950976"/>
                      </a:lnTo>
                      <a:lnTo>
                        <a:pt x="475488" y="1426464"/>
                      </a:lnTo>
                      <a:lnTo>
                        <a:pt x="0" y="1426464"/>
                      </a:lnTo>
                      <a:close/>
                      <a:moveTo>
                        <a:pt x="475488" y="475488"/>
                      </a:moveTo>
                      <a:lnTo>
                        <a:pt x="950976" y="475488"/>
                      </a:lnTo>
                      <a:lnTo>
                        <a:pt x="950976" y="950976"/>
                      </a:lnTo>
                      <a:lnTo>
                        <a:pt x="475488" y="950976"/>
                      </a:lnTo>
                      <a:close/>
                      <a:moveTo>
                        <a:pt x="0" y="0"/>
                      </a:moveTo>
                      <a:lnTo>
                        <a:pt x="475488" y="0"/>
                      </a:lnTo>
                      <a:lnTo>
                        <a:pt x="475488" y="475488"/>
                      </a:lnTo>
                      <a:lnTo>
                        <a:pt x="0" y="4754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621D2DF7-CA4C-A69A-CA2E-1DEEA604A8F1}"/>
                    </a:ext>
                  </a:extLst>
                </p:cNvPr>
                <p:cNvSpPr/>
                <p:nvPr/>
              </p:nvSpPr>
              <p:spPr bwMode="auto">
                <a:xfrm>
                  <a:off x="1499616" y="987553"/>
                  <a:ext cx="950976" cy="5230367"/>
                </a:xfrm>
                <a:custGeom>
                  <a:avLst/>
                  <a:gdLst>
                    <a:gd name="connsiteX0" fmla="*/ 475488 w 950976"/>
                    <a:gd name="connsiteY0" fmla="*/ 4754879 h 5230367"/>
                    <a:gd name="connsiteX1" fmla="*/ 950976 w 950976"/>
                    <a:gd name="connsiteY1" fmla="*/ 4754879 h 5230367"/>
                    <a:gd name="connsiteX2" fmla="*/ 950976 w 950976"/>
                    <a:gd name="connsiteY2" fmla="*/ 5230367 h 5230367"/>
                    <a:gd name="connsiteX3" fmla="*/ 475488 w 950976"/>
                    <a:gd name="connsiteY3" fmla="*/ 5230367 h 5230367"/>
                    <a:gd name="connsiteX4" fmla="*/ 0 w 950976"/>
                    <a:gd name="connsiteY4" fmla="*/ 4279391 h 5230367"/>
                    <a:gd name="connsiteX5" fmla="*/ 475488 w 950976"/>
                    <a:gd name="connsiteY5" fmla="*/ 4279391 h 5230367"/>
                    <a:gd name="connsiteX6" fmla="*/ 475488 w 950976"/>
                    <a:gd name="connsiteY6" fmla="*/ 4754879 h 5230367"/>
                    <a:gd name="connsiteX7" fmla="*/ 0 w 950976"/>
                    <a:gd name="connsiteY7" fmla="*/ 4754879 h 5230367"/>
                    <a:gd name="connsiteX8" fmla="*/ 475488 w 950976"/>
                    <a:gd name="connsiteY8" fmla="*/ 3803903 h 5230367"/>
                    <a:gd name="connsiteX9" fmla="*/ 950976 w 950976"/>
                    <a:gd name="connsiteY9" fmla="*/ 3803903 h 5230367"/>
                    <a:gd name="connsiteX10" fmla="*/ 950976 w 950976"/>
                    <a:gd name="connsiteY10" fmla="*/ 4279391 h 5230367"/>
                    <a:gd name="connsiteX11" fmla="*/ 475488 w 950976"/>
                    <a:gd name="connsiteY11" fmla="*/ 4279391 h 5230367"/>
                    <a:gd name="connsiteX12" fmla="*/ 0 w 950976"/>
                    <a:gd name="connsiteY12" fmla="*/ 3328415 h 5230367"/>
                    <a:gd name="connsiteX13" fmla="*/ 475488 w 950976"/>
                    <a:gd name="connsiteY13" fmla="*/ 3328415 h 5230367"/>
                    <a:gd name="connsiteX14" fmla="*/ 475488 w 950976"/>
                    <a:gd name="connsiteY14" fmla="*/ 3803903 h 5230367"/>
                    <a:gd name="connsiteX15" fmla="*/ 0 w 950976"/>
                    <a:gd name="connsiteY15" fmla="*/ 3803903 h 5230367"/>
                    <a:gd name="connsiteX16" fmla="*/ 475488 w 950976"/>
                    <a:gd name="connsiteY16" fmla="*/ 2852927 h 5230367"/>
                    <a:gd name="connsiteX17" fmla="*/ 950976 w 950976"/>
                    <a:gd name="connsiteY17" fmla="*/ 2852927 h 5230367"/>
                    <a:gd name="connsiteX18" fmla="*/ 950976 w 950976"/>
                    <a:gd name="connsiteY18" fmla="*/ 3328415 h 5230367"/>
                    <a:gd name="connsiteX19" fmla="*/ 475488 w 950976"/>
                    <a:gd name="connsiteY19" fmla="*/ 3328415 h 5230367"/>
                    <a:gd name="connsiteX20" fmla="*/ 0 w 950976"/>
                    <a:gd name="connsiteY20" fmla="*/ 2377439 h 5230367"/>
                    <a:gd name="connsiteX21" fmla="*/ 475488 w 950976"/>
                    <a:gd name="connsiteY21" fmla="*/ 2377439 h 5230367"/>
                    <a:gd name="connsiteX22" fmla="*/ 475488 w 950976"/>
                    <a:gd name="connsiteY22" fmla="*/ 2852927 h 5230367"/>
                    <a:gd name="connsiteX23" fmla="*/ 0 w 950976"/>
                    <a:gd name="connsiteY23" fmla="*/ 2852927 h 5230367"/>
                    <a:gd name="connsiteX24" fmla="*/ 475488 w 950976"/>
                    <a:gd name="connsiteY24" fmla="*/ 1901951 h 5230367"/>
                    <a:gd name="connsiteX25" fmla="*/ 950976 w 950976"/>
                    <a:gd name="connsiteY25" fmla="*/ 1901951 h 5230367"/>
                    <a:gd name="connsiteX26" fmla="*/ 950976 w 950976"/>
                    <a:gd name="connsiteY26" fmla="*/ 2377439 h 5230367"/>
                    <a:gd name="connsiteX27" fmla="*/ 475488 w 950976"/>
                    <a:gd name="connsiteY27" fmla="*/ 2377439 h 5230367"/>
                    <a:gd name="connsiteX28" fmla="*/ 0 w 950976"/>
                    <a:gd name="connsiteY28" fmla="*/ 1426463 h 5230367"/>
                    <a:gd name="connsiteX29" fmla="*/ 475488 w 950976"/>
                    <a:gd name="connsiteY29" fmla="*/ 1426463 h 5230367"/>
                    <a:gd name="connsiteX30" fmla="*/ 475488 w 950976"/>
                    <a:gd name="connsiteY30" fmla="*/ 1901951 h 5230367"/>
                    <a:gd name="connsiteX31" fmla="*/ 0 w 950976"/>
                    <a:gd name="connsiteY31" fmla="*/ 1901951 h 5230367"/>
                    <a:gd name="connsiteX32" fmla="*/ 475488 w 950976"/>
                    <a:gd name="connsiteY32" fmla="*/ 950976 h 5230367"/>
                    <a:gd name="connsiteX33" fmla="*/ 950976 w 950976"/>
                    <a:gd name="connsiteY33" fmla="*/ 950976 h 5230367"/>
                    <a:gd name="connsiteX34" fmla="*/ 950976 w 950976"/>
                    <a:gd name="connsiteY34" fmla="*/ 1426463 h 5230367"/>
                    <a:gd name="connsiteX35" fmla="*/ 475488 w 950976"/>
                    <a:gd name="connsiteY35" fmla="*/ 1426463 h 5230367"/>
                    <a:gd name="connsiteX36" fmla="*/ 0 w 950976"/>
                    <a:gd name="connsiteY36" fmla="*/ 475488 h 5230367"/>
                    <a:gd name="connsiteX37" fmla="*/ 475488 w 950976"/>
                    <a:gd name="connsiteY37" fmla="*/ 475488 h 5230367"/>
                    <a:gd name="connsiteX38" fmla="*/ 475488 w 950976"/>
                    <a:gd name="connsiteY38" fmla="*/ 950976 h 5230367"/>
                    <a:gd name="connsiteX39" fmla="*/ 0 w 950976"/>
                    <a:gd name="connsiteY39" fmla="*/ 950976 h 5230367"/>
                    <a:gd name="connsiteX40" fmla="*/ 475488 w 950976"/>
                    <a:gd name="connsiteY40" fmla="*/ 0 h 5230367"/>
                    <a:gd name="connsiteX41" fmla="*/ 950976 w 950976"/>
                    <a:gd name="connsiteY41" fmla="*/ 0 h 5230367"/>
                    <a:gd name="connsiteX42" fmla="*/ 950976 w 950976"/>
                    <a:gd name="connsiteY42" fmla="*/ 475488 h 5230367"/>
                    <a:gd name="connsiteX43" fmla="*/ 475488 w 950976"/>
                    <a:gd name="connsiteY43" fmla="*/ 475488 h 52303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7">
                      <a:moveTo>
                        <a:pt x="475488" y="4754879"/>
                      </a:moveTo>
                      <a:lnTo>
                        <a:pt x="950976" y="4754879"/>
                      </a:lnTo>
                      <a:lnTo>
                        <a:pt x="950976" y="5230367"/>
                      </a:lnTo>
                      <a:lnTo>
                        <a:pt x="475488" y="5230367"/>
                      </a:lnTo>
                      <a:close/>
                      <a:moveTo>
                        <a:pt x="0" y="4279391"/>
                      </a:moveTo>
                      <a:lnTo>
                        <a:pt x="475488" y="4279391"/>
                      </a:lnTo>
                      <a:lnTo>
                        <a:pt x="475488" y="4754879"/>
                      </a:lnTo>
                      <a:lnTo>
                        <a:pt x="0" y="4754879"/>
                      </a:lnTo>
                      <a:close/>
                      <a:moveTo>
                        <a:pt x="475488" y="3803903"/>
                      </a:moveTo>
                      <a:lnTo>
                        <a:pt x="950976" y="3803903"/>
                      </a:lnTo>
                      <a:lnTo>
                        <a:pt x="950976" y="4279391"/>
                      </a:lnTo>
                      <a:lnTo>
                        <a:pt x="475488" y="4279391"/>
                      </a:lnTo>
                      <a:close/>
                      <a:moveTo>
                        <a:pt x="0" y="3328415"/>
                      </a:moveTo>
                      <a:lnTo>
                        <a:pt x="475488" y="3328415"/>
                      </a:lnTo>
                      <a:lnTo>
                        <a:pt x="475488" y="3803903"/>
                      </a:lnTo>
                      <a:lnTo>
                        <a:pt x="0" y="3803903"/>
                      </a:lnTo>
                      <a:close/>
                      <a:moveTo>
                        <a:pt x="475488" y="2852927"/>
                      </a:moveTo>
                      <a:lnTo>
                        <a:pt x="950976" y="2852927"/>
                      </a:lnTo>
                      <a:lnTo>
                        <a:pt x="950976" y="3328415"/>
                      </a:lnTo>
                      <a:lnTo>
                        <a:pt x="475488" y="3328415"/>
                      </a:lnTo>
                      <a:close/>
                      <a:moveTo>
                        <a:pt x="0" y="2377439"/>
                      </a:moveTo>
                      <a:lnTo>
                        <a:pt x="475488" y="2377439"/>
                      </a:lnTo>
                      <a:lnTo>
                        <a:pt x="475488" y="2852927"/>
                      </a:lnTo>
                      <a:lnTo>
                        <a:pt x="0" y="2852927"/>
                      </a:lnTo>
                      <a:close/>
                      <a:moveTo>
                        <a:pt x="475488" y="1901951"/>
                      </a:moveTo>
                      <a:lnTo>
                        <a:pt x="950976" y="1901951"/>
                      </a:lnTo>
                      <a:lnTo>
                        <a:pt x="950976" y="2377439"/>
                      </a:lnTo>
                      <a:lnTo>
                        <a:pt x="475488" y="2377439"/>
                      </a:lnTo>
                      <a:close/>
                      <a:moveTo>
                        <a:pt x="0" y="1426463"/>
                      </a:moveTo>
                      <a:lnTo>
                        <a:pt x="475488" y="1426463"/>
                      </a:lnTo>
                      <a:lnTo>
                        <a:pt x="475488" y="1901951"/>
                      </a:lnTo>
                      <a:lnTo>
                        <a:pt x="0" y="1901951"/>
                      </a:lnTo>
                      <a:close/>
                      <a:moveTo>
                        <a:pt x="475488" y="950976"/>
                      </a:moveTo>
                      <a:lnTo>
                        <a:pt x="950976" y="950976"/>
                      </a:lnTo>
                      <a:lnTo>
                        <a:pt x="950976" y="1426463"/>
                      </a:lnTo>
                      <a:lnTo>
                        <a:pt x="475488" y="1426463"/>
                      </a:lnTo>
                      <a:close/>
                      <a:moveTo>
                        <a:pt x="0" y="475488"/>
                      </a:moveTo>
                      <a:lnTo>
                        <a:pt x="475488" y="475488"/>
                      </a:lnTo>
                      <a:lnTo>
                        <a:pt x="475488" y="950976"/>
                      </a:lnTo>
                      <a:lnTo>
                        <a:pt x="0" y="950976"/>
                      </a:lnTo>
                      <a:close/>
                      <a:moveTo>
                        <a:pt x="475488" y="0"/>
                      </a:moveTo>
                      <a:lnTo>
                        <a:pt x="950976" y="0"/>
                      </a:lnTo>
                      <a:lnTo>
                        <a:pt x="950976" y="475488"/>
                      </a:lnTo>
                      <a:lnTo>
                        <a:pt x="475488" y="47548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CC54C064-F62C-6BF1-9156-FDB2F7AFA884}"/>
                  </a:ext>
                </a:extLst>
              </p:cNvPr>
              <p:cNvGrpSpPr/>
              <p:nvPr/>
            </p:nvGrpSpPr>
            <p:grpSpPr>
              <a:xfrm rot="5400000" flipH="1">
                <a:off x="4294909" y="5056909"/>
                <a:ext cx="554183" cy="3047999"/>
                <a:chOff x="1499616" y="987552"/>
                <a:chExt cx="950976" cy="5230368"/>
              </a:xfrm>
            </p:grpSpPr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6C38B2CD-337D-C294-57EB-F1D5E17D4DF2}"/>
                    </a:ext>
                  </a:extLst>
                </p:cNvPr>
                <p:cNvSpPr/>
                <p:nvPr/>
              </p:nvSpPr>
              <p:spPr bwMode="auto">
                <a:xfrm>
                  <a:off x="1499616" y="987552"/>
                  <a:ext cx="950976" cy="5230368"/>
                </a:xfrm>
                <a:custGeom>
                  <a:avLst/>
                  <a:gdLst>
                    <a:gd name="connsiteX0" fmla="*/ 0 w 950976"/>
                    <a:gd name="connsiteY0" fmla="*/ 4754880 h 5230368"/>
                    <a:gd name="connsiteX1" fmla="*/ 475488 w 950976"/>
                    <a:gd name="connsiteY1" fmla="*/ 4754880 h 5230368"/>
                    <a:gd name="connsiteX2" fmla="*/ 475488 w 950976"/>
                    <a:gd name="connsiteY2" fmla="*/ 5230368 h 5230368"/>
                    <a:gd name="connsiteX3" fmla="*/ 0 w 950976"/>
                    <a:gd name="connsiteY3" fmla="*/ 5230368 h 5230368"/>
                    <a:gd name="connsiteX4" fmla="*/ 475488 w 950976"/>
                    <a:gd name="connsiteY4" fmla="*/ 4279392 h 5230368"/>
                    <a:gd name="connsiteX5" fmla="*/ 950976 w 950976"/>
                    <a:gd name="connsiteY5" fmla="*/ 4279392 h 5230368"/>
                    <a:gd name="connsiteX6" fmla="*/ 950976 w 950976"/>
                    <a:gd name="connsiteY6" fmla="*/ 4754880 h 5230368"/>
                    <a:gd name="connsiteX7" fmla="*/ 475488 w 950976"/>
                    <a:gd name="connsiteY7" fmla="*/ 4754880 h 5230368"/>
                    <a:gd name="connsiteX8" fmla="*/ 0 w 950976"/>
                    <a:gd name="connsiteY8" fmla="*/ 3803904 h 5230368"/>
                    <a:gd name="connsiteX9" fmla="*/ 475488 w 950976"/>
                    <a:gd name="connsiteY9" fmla="*/ 3803904 h 5230368"/>
                    <a:gd name="connsiteX10" fmla="*/ 475488 w 950976"/>
                    <a:gd name="connsiteY10" fmla="*/ 4279392 h 5230368"/>
                    <a:gd name="connsiteX11" fmla="*/ 0 w 950976"/>
                    <a:gd name="connsiteY11" fmla="*/ 4279392 h 5230368"/>
                    <a:gd name="connsiteX12" fmla="*/ 475488 w 950976"/>
                    <a:gd name="connsiteY12" fmla="*/ 3328416 h 5230368"/>
                    <a:gd name="connsiteX13" fmla="*/ 950976 w 950976"/>
                    <a:gd name="connsiteY13" fmla="*/ 3328416 h 5230368"/>
                    <a:gd name="connsiteX14" fmla="*/ 950976 w 950976"/>
                    <a:gd name="connsiteY14" fmla="*/ 3803904 h 5230368"/>
                    <a:gd name="connsiteX15" fmla="*/ 475488 w 950976"/>
                    <a:gd name="connsiteY15" fmla="*/ 3803904 h 5230368"/>
                    <a:gd name="connsiteX16" fmla="*/ 0 w 950976"/>
                    <a:gd name="connsiteY16" fmla="*/ 2852928 h 5230368"/>
                    <a:gd name="connsiteX17" fmla="*/ 475488 w 950976"/>
                    <a:gd name="connsiteY17" fmla="*/ 2852928 h 5230368"/>
                    <a:gd name="connsiteX18" fmla="*/ 475488 w 950976"/>
                    <a:gd name="connsiteY18" fmla="*/ 3328416 h 5230368"/>
                    <a:gd name="connsiteX19" fmla="*/ 0 w 950976"/>
                    <a:gd name="connsiteY19" fmla="*/ 3328416 h 5230368"/>
                    <a:gd name="connsiteX20" fmla="*/ 475488 w 950976"/>
                    <a:gd name="connsiteY20" fmla="*/ 2377440 h 5230368"/>
                    <a:gd name="connsiteX21" fmla="*/ 950976 w 950976"/>
                    <a:gd name="connsiteY21" fmla="*/ 2377440 h 5230368"/>
                    <a:gd name="connsiteX22" fmla="*/ 950976 w 950976"/>
                    <a:gd name="connsiteY22" fmla="*/ 2852928 h 5230368"/>
                    <a:gd name="connsiteX23" fmla="*/ 475488 w 950976"/>
                    <a:gd name="connsiteY23" fmla="*/ 2852928 h 5230368"/>
                    <a:gd name="connsiteX24" fmla="*/ 0 w 950976"/>
                    <a:gd name="connsiteY24" fmla="*/ 1901952 h 5230368"/>
                    <a:gd name="connsiteX25" fmla="*/ 475488 w 950976"/>
                    <a:gd name="connsiteY25" fmla="*/ 1901952 h 5230368"/>
                    <a:gd name="connsiteX26" fmla="*/ 475488 w 950976"/>
                    <a:gd name="connsiteY26" fmla="*/ 2377440 h 5230368"/>
                    <a:gd name="connsiteX27" fmla="*/ 0 w 950976"/>
                    <a:gd name="connsiteY27" fmla="*/ 2377440 h 5230368"/>
                    <a:gd name="connsiteX28" fmla="*/ 475488 w 950976"/>
                    <a:gd name="connsiteY28" fmla="*/ 1426464 h 5230368"/>
                    <a:gd name="connsiteX29" fmla="*/ 950976 w 950976"/>
                    <a:gd name="connsiteY29" fmla="*/ 1426464 h 5230368"/>
                    <a:gd name="connsiteX30" fmla="*/ 950976 w 950976"/>
                    <a:gd name="connsiteY30" fmla="*/ 1901952 h 5230368"/>
                    <a:gd name="connsiteX31" fmla="*/ 475488 w 950976"/>
                    <a:gd name="connsiteY31" fmla="*/ 1901952 h 5230368"/>
                    <a:gd name="connsiteX32" fmla="*/ 0 w 950976"/>
                    <a:gd name="connsiteY32" fmla="*/ 950976 h 5230368"/>
                    <a:gd name="connsiteX33" fmla="*/ 475488 w 950976"/>
                    <a:gd name="connsiteY33" fmla="*/ 950976 h 5230368"/>
                    <a:gd name="connsiteX34" fmla="*/ 475488 w 950976"/>
                    <a:gd name="connsiteY34" fmla="*/ 1426464 h 5230368"/>
                    <a:gd name="connsiteX35" fmla="*/ 0 w 950976"/>
                    <a:gd name="connsiteY35" fmla="*/ 1426464 h 5230368"/>
                    <a:gd name="connsiteX36" fmla="*/ 475488 w 950976"/>
                    <a:gd name="connsiteY36" fmla="*/ 475488 h 5230368"/>
                    <a:gd name="connsiteX37" fmla="*/ 950976 w 950976"/>
                    <a:gd name="connsiteY37" fmla="*/ 475488 h 5230368"/>
                    <a:gd name="connsiteX38" fmla="*/ 950976 w 950976"/>
                    <a:gd name="connsiteY38" fmla="*/ 950976 h 5230368"/>
                    <a:gd name="connsiteX39" fmla="*/ 475488 w 950976"/>
                    <a:gd name="connsiteY39" fmla="*/ 950976 h 5230368"/>
                    <a:gd name="connsiteX40" fmla="*/ 0 w 950976"/>
                    <a:gd name="connsiteY40" fmla="*/ 0 h 5230368"/>
                    <a:gd name="connsiteX41" fmla="*/ 475488 w 950976"/>
                    <a:gd name="connsiteY41" fmla="*/ 0 h 5230368"/>
                    <a:gd name="connsiteX42" fmla="*/ 475488 w 950976"/>
                    <a:gd name="connsiteY42" fmla="*/ 475488 h 5230368"/>
                    <a:gd name="connsiteX43" fmla="*/ 0 w 950976"/>
                    <a:gd name="connsiteY43" fmla="*/ 475488 h 523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8">
                      <a:moveTo>
                        <a:pt x="0" y="4754880"/>
                      </a:moveTo>
                      <a:lnTo>
                        <a:pt x="475488" y="4754880"/>
                      </a:lnTo>
                      <a:lnTo>
                        <a:pt x="475488" y="5230368"/>
                      </a:lnTo>
                      <a:lnTo>
                        <a:pt x="0" y="5230368"/>
                      </a:lnTo>
                      <a:close/>
                      <a:moveTo>
                        <a:pt x="475488" y="4279392"/>
                      </a:moveTo>
                      <a:lnTo>
                        <a:pt x="950976" y="4279392"/>
                      </a:lnTo>
                      <a:lnTo>
                        <a:pt x="950976" y="4754880"/>
                      </a:lnTo>
                      <a:lnTo>
                        <a:pt x="475488" y="4754880"/>
                      </a:lnTo>
                      <a:close/>
                      <a:moveTo>
                        <a:pt x="0" y="3803904"/>
                      </a:moveTo>
                      <a:lnTo>
                        <a:pt x="475488" y="3803904"/>
                      </a:lnTo>
                      <a:lnTo>
                        <a:pt x="475488" y="4279392"/>
                      </a:lnTo>
                      <a:lnTo>
                        <a:pt x="0" y="4279392"/>
                      </a:lnTo>
                      <a:close/>
                      <a:moveTo>
                        <a:pt x="475488" y="3328416"/>
                      </a:moveTo>
                      <a:lnTo>
                        <a:pt x="950976" y="3328416"/>
                      </a:lnTo>
                      <a:lnTo>
                        <a:pt x="950976" y="3803904"/>
                      </a:lnTo>
                      <a:lnTo>
                        <a:pt x="475488" y="3803904"/>
                      </a:lnTo>
                      <a:close/>
                      <a:moveTo>
                        <a:pt x="0" y="2852928"/>
                      </a:moveTo>
                      <a:lnTo>
                        <a:pt x="475488" y="2852928"/>
                      </a:lnTo>
                      <a:lnTo>
                        <a:pt x="475488" y="3328416"/>
                      </a:lnTo>
                      <a:lnTo>
                        <a:pt x="0" y="3328416"/>
                      </a:lnTo>
                      <a:close/>
                      <a:moveTo>
                        <a:pt x="475488" y="2377440"/>
                      </a:moveTo>
                      <a:lnTo>
                        <a:pt x="950976" y="2377440"/>
                      </a:lnTo>
                      <a:lnTo>
                        <a:pt x="950976" y="2852928"/>
                      </a:lnTo>
                      <a:lnTo>
                        <a:pt x="475488" y="2852928"/>
                      </a:lnTo>
                      <a:close/>
                      <a:moveTo>
                        <a:pt x="0" y="1901952"/>
                      </a:moveTo>
                      <a:lnTo>
                        <a:pt x="475488" y="1901952"/>
                      </a:lnTo>
                      <a:lnTo>
                        <a:pt x="475488" y="2377440"/>
                      </a:lnTo>
                      <a:lnTo>
                        <a:pt x="0" y="2377440"/>
                      </a:lnTo>
                      <a:close/>
                      <a:moveTo>
                        <a:pt x="475488" y="1426464"/>
                      </a:moveTo>
                      <a:lnTo>
                        <a:pt x="950976" y="1426464"/>
                      </a:lnTo>
                      <a:lnTo>
                        <a:pt x="950976" y="1901952"/>
                      </a:lnTo>
                      <a:lnTo>
                        <a:pt x="475488" y="1901952"/>
                      </a:lnTo>
                      <a:close/>
                      <a:moveTo>
                        <a:pt x="0" y="950976"/>
                      </a:moveTo>
                      <a:lnTo>
                        <a:pt x="475488" y="950976"/>
                      </a:lnTo>
                      <a:lnTo>
                        <a:pt x="475488" y="1426464"/>
                      </a:lnTo>
                      <a:lnTo>
                        <a:pt x="0" y="1426464"/>
                      </a:lnTo>
                      <a:close/>
                      <a:moveTo>
                        <a:pt x="475488" y="475488"/>
                      </a:moveTo>
                      <a:lnTo>
                        <a:pt x="950976" y="475488"/>
                      </a:lnTo>
                      <a:lnTo>
                        <a:pt x="950976" y="950976"/>
                      </a:lnTo>
                      <a:lnTo>
                        <a:pt x="475488" y="950976"/>
                      </a:lnTo>
                      <a:close/>
                      <a:moveTo>
                        <a:pt x="0" y="0"/>
                      </a:moveTo>
                      <a:lnTo>
                        <a:pt x="475488" y="0"/>
                      </a:lnTo>
                      <a:lnTo>
                        <a:pt x="475488" y="475488"/>
                      </a:lnTo>
                      <a:lnTo>
                        <a:pt x="0" y="4754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89FF86D1-360D-608C-B88B-D82862E91EF0}"/>
                    </a:ext>
                  </a:extLst>
                </p:cNvPr>
                <p:cNvSpPr/>
                <p:nvPr/>
              </p:nvSpPr>
              <p:spPr bwMode="auto">
                <a:xfrm>
                  <a:off x="1499616" y="987553"/>
                  <a:ext cx="950976" cy="5230367"/>
                </a:xfrm>
                <a:custGeom>
                  <a:avLst/>
                  <a:gdLst>
                    <a:gd name="connsiteX0" fmla="*/ 475488 w 950976"/>
                    <a:gd name="connsiteY0" fmla="*/ 4754879 h 5230367"/>
                    <a:gd name="connsiteX1" fmla="*/ 950976 w 950976"/>
                    <a:gd name="connsiteY1" fmla="*/ 4754879 h 5230367"/>
                    <a:gd name="connsiteX2" fmla="*/ 950976 w 950976"/>
                    <a:gd name="connsiteY2" fmla="*/ 5230367 h 5230367"/>
                    <a:gd name="connsiteX3" fmla="*/ 475488 w 950976"/>
                    <a:gd name="connsiteY3" fmla="*/ 5230367 h 5230367"/>
                    <a:gd name="connsiteX4" fmla="*/ 0 w 950976"/>
                    <a:gd name="connsiteY4" fmla="*/ 4279391 h 5230367"/>
                    <a:gd name="connsiteX5" fmla="*/ 475488 w 950976"/>
                    <a:gd name="connsiteY5" fmla="*/ 4279391 h 5230367"/>
                    <a:gd name="connsiteX6" fmla="*/ 475488 w 950976"/>
                    <a:gd name="connsiteY6" fmla="*/ 4754879 h 5230367"/>
                    <a:gd name="connsiteX7" fmla="*/ 0 w 950976"/>
                    <a:gd name="connsiteY7" fmla="*/ 4754879 h 5230367"/>
                    <a:gd name="connsiteX8" fmla="*/ 475488 w 950976"/>
                    <a:gd name="connsiteY8" fmla="*/ 3803903 h 5230367"/>
                    <a:gd name="connsiteX9" fmla="*/ 950976 w 950976"/>
                    <a:gd name="connsiteY9" fmla="*/ 3803903 h 5230367"/>
                    <a:gd name="connsiteX10" fmla="*/ 950976 w 950976"/>
                    <a:gd name="connsiteY10" fmla="*/ 4279391 h 5230367"/>
                    <a:gd name="connsiteX11" fmla="*/ 475488 w 950976"/>
                    <a:gd name="connsiteY11" fmla="*/ 4279391 h 5230367"/>
                    <a:gd name="connsiteX12" fmla="*/ 0 w 950976"/>
                    <a:gd name="connsiteY12" fmla="*/ 3328415 h 5230367"/>
                    <a:gd name="connsiteX13" fmla="*/ 475488 w 950976"/>
                    <a:gd name="connsiteY13" fmla="*/ 3328415 h 5230367"/>
                    <a:gd name="connsiteX14" fmla="*/ 475488 w 950976"/>
                    <a:gd name="connsiteY14" fmla="*/ 3803903 h 5230367"/>
                    <a:gd name="connsiteX15" fmla="*/ 0 w 950976"/>
                    <a:gd name="connsiteY15" fmla="*/ 3803903 h 5230367"/>
                    <a:gd name="connsiteX16" fmla="*/ 475488 w 950976"/>
                    <a:gd name="connsiteY16" fmla="*/ 2852927 h 5230367"/>
                    <a:gd name="connsiteX17" fmla="*/ 950976 w 950976"/>
                    <a:gd name="connsiteY17" fmla="*/ 2852927 h 5230367"/>
                    <a:gd name="connsiteX18" fmla="*/ 950976 w 950976"/>
                    <a:gd name="connsiteY18" fmla="*/ 3328415 h 5230367"/>
                    <a:gd name="connsiteX19" fmla="*/ 475488 w 950976"/>
                    <a:gd name="connsiteY19" fmla="*/ 3328415 h 5230367"/>
                    <a:gd name="connsiteX20" fmla="*/ 0 w 950976"/>
                    <a:gd name="connsiteY20" fmla="*/ 2377439 h 5230367"/>
                    <a:gd name="connsiteX21" fmla="*/ 475488 w 950976"/>
                    <a:gd name="connsiteY21" fmla="*/ 2377439 h 5230367"/>
                    <a:gd name="connsiteX22" fmla="*/ 475488 w 950976"/>
                    <a:gd name="connsiteY22" fmla="*/ 2852927 h 5230367"/>
                    <a:gd name="connsiteX23" fmla="*/ 0 w 950976"/>
                    <a:gd name="connsiteY23" fmla="*/ 2852927 h 5230367"/>
                    <a:gd name="connsiteX24" fmla="*/ 475488 w 950976"/>
                    <a:gd name="connsiteY24" fmla="*/ 1901951 h 5230367"/>
                    <a:gd name="connsiteX25" fmla="*/ 950976 w 950976"/>
                    <a:gd name="connsiteY25" fmla="*/ 1901951 h 5230367"/>
                    <a:gd name="connsiteX26" fmla="*/ 950976 w 950976"/>
                    <a:gd name="connsiteY26" fmla="*/ 2377439 h 5230367"/>
                    <a:gd name="connsiteX27" fmla="*/ 475488 w 950976"/>
                    <a:gd name="connsiteY27" fmla="*/ 2377439 h 5230367"/>
                    <a:gd name="connsiteX28" fmla="*/ 0 w 950976"/>
                    <a:gd name="connsiteY28" fmla="*/ 1426463 h 5230367"/>
                    <a:gd name="connsiteX29" fmla="*/ 475488 w 950976"/>
                    <a:gd name="connsiteY29" fmla="*/ 1426463 h 5230367"/>
                    <a:gd name="connsiteX30" fmla="*/ 475488 w 950976"/>
                    <a:gd name="connsiteY30" fmla="*/ 1901951 h 5230367"/>
                    <a:gd name="connsiteX31" fmla="*/ 0 w 950976"/>
                    <a:gd name="connsiteY31" fmla="*/ 1901951 h 5230367"/>
                    <a:gd name="connsiteX32" fmla="*/ 475488 w 950976"/>
                    <a:gd name="connsiteY32" fmla="*/ 950976 h 5230367"/>
                    <a:gd name="connsiteX33" fmla="*/ 950976 w 950976"/>
                    <a:gd name="connsiteY33" fmla="*/ 950976 h 5230367"/>
                    <a:gd name="connsiteX34" fmla="*/ 950976 w 950976"/>
                    <a:gd name="connsiteY34" fmla="*/ 1426463 h 5230367"/>
                    <a:gd name="connsiteX35" fmla="*/ 475488 w 950976"/>
                    <a:gd name="connsiteY35" fmla="*/ 1426463 h 5230367"/>
                    <a:gd name="connsiteX36" fmla="*/ 0 w 950976"/>
                    <a:gd name="connsiteY36" fmla="*/ 475488 h 5230367"/>
                    <a:gd name="connsiteX37" fmla="*/ 475488 w 950976"/>
                    <a:gd name="connsiteY37" fmla="*/ 475488 h 5230367"/>
                    <a:gd name="connsiteX38" fmla="*/ 475488 w 950976"/>
                    <a:gd name="connsiteY38" fmla="*/ 950976 h 5230367"/>
                    <a:gd name="connsiteX39" fmla="*/ 0 w 950976"/>
                    <a:gd name="connsiteY39" fmla="*/ 950976 h 5230367"/>
                    <a:gd name="connsiteX40" fmla="*/ 475488 w 950976"/>
                    <a:gd name="connsiteY40" fmla="*/ 0 h 5230367"/>
                    <a:gd name="connsiteX41" fmla="*/ 950976 w 950976"/>
                    <a:gd name="connsiteY41" fmla="*/ 0 h 5230367"/>
                    <a:gd name="connsiteX42" fmla="*/ 950976 w 950976"/>
                    <a:gd name="connsiteY42" fmla="*/ 475488 h 5230367"/>
                    <a:gd name="connsiteX43" fmla="*/ 475488 w 950976"/>
                    <a:gd name="connsiteY43" fmla="*/ 475488 h 52303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7">
                      <a:moveTo>
                        <a:pt x="475488" y="4754879"/>
                      </a:moveTo>
                      <a:lnTo>
                        <a:pt x="950976" y="4754879"/>
                      </a:lnTo>
                      <a:lnTo>
                        <a:pt x="950976" y="5230367"/>
                      </a:lnTo>
                      <a:lnTo>
                        <a:pt x="475488" y="5230367"/>
                      </a:lnTo>
                      <a:close/>
                      <a:moveTo>
                        <a:pt x="0" y="4279391"/>
                      </a:moveTo>
                      <a:lnTo>
                        <a:pt x="475488" y="4279391"/>
                      </a:lnTo>
                      <a:lnTo>
                        <a:pt x="475488" y="4754879"/>
                      </a:lnTo>
                      <a:lnTo>
                        <a:pt x="0" y="4754879"/>
                      </a:lnTo>
                      <a:close/>
                      <a:moveTo>
                        <a:pt x="475488" y="3803903"/>
                      </a:moveTo>
                      <a:lnTo>
                        <a:pt x="950976" y="3803903"/>
                      </a:lnTo>
                      <a:lnTo>
                        <a:pt x="950976" y="4279391"/>
                      </a:lnTo>
                      <a:lnTo>
                        <a:pt x="475488" y="4279391"/>
                      </a:lnTo>
                      <a:close/>
                      <a:moveTo>
                        <a:pt x="0" y="3328415"/>
                      </a:moveTo>
                      <a:lnTo>
                        <a:pt x="475488" y="3328415"/>
                      </a:lnTo>
                      <a:lnTo>
                        <a:pt x="475488" y="3803903"/>
                      </a:lnTo>
                      <a:lnTo>
                        <a:pt x="0" y="3803903"/>
                      </a:lnTo>
                      <a:close/>
                      <a:moveTo>
                        <a:pt x="475488" y="2852927"/>
                      </a:moveTo>
                      <a:lnTo>
                        <a:pt x="950976" y="2852927"/>
                      </a:lnTo>
                      <a:lnTo>
                        <a:pt x="950976" y="3328415"/>
                      </a:lnTo>
                      <a:lnTo>
                        <a:pt x="475488" y="3328415"/>
                      </a:lnTo>
                      <a:close/>
                      <a:moveTo>
                        <a:pt x="0" y="2377439"/>
                      </a:moveTo>
                      <a:lnTo>
                        <a:pt x="475488" y="2377439"/>
                      </a:lnTo>
                      <a:lnTo>
                        <a:pt x="475488" y="2852927"/>
                      </a:lnTo>
                      <a:lnTo>
                        <a:pt x="0" y="2852927"/>
                      </a:lnTo>
                      <a:close/>
                      <a:moveTo>
                        <a:pt x="475488" y="1901951"/>
                      </a:moveTo>
                      <a:lnTo>
                        <a:pt x="950976" y="1901951"/>
                      </a:lnTo>
                      <a:lnTo>
                        <a:pt x="950976" y="2377439"/>
                      </a:lnTo>
                      <a:lnTo>
                        <a:pt x="475488" y="2377439"/>
                      </a:lnTo>
                      <a:close/>
                      <a:moveTo>
                        <a:pt x="0" y="1426463"/>
                      </a:moveTo>
                      <a:lnTo>
                        <a:pt x="475488" y="1426463"/>
                      </a:lnTo>
                      <a:lnTo>
                        <a:pt x="475488" y="1901951"/>
                      </a:lnTo>
                      <a:lnTo>
                        <a:pt x="0" y="1901951"/>
                      </a:lnTo>
                      <a:close/>
                      <a:moveTo>
                        <a:pt x="475488" y="950976"/>
                      </a:moveTo>
                      <a:lnTo>
                        <a:pt x="950976" y="950976"/>
                      </a:lnTo>
                      <a:lnTo>
                        <a:pt x="950976" y="1426463"/>
                      </a:lnTo>
                      <a:lnTo>
                        <a:pt x="475488" y="1426463"/>
                      </a:lnTo>
                      <a:close/>
                      <a:moveTo>
                        <a:pt x="0" y="475488"/>
                      </a:moveTo>
                      <a:lnTo>
                        <a:pt x="475488" y="475488"/>
                      </a:lnTo>
                      <a:lnTo>
                        <a:pt x="475488" y="950976"/>
                      </a:lnTo>
                      <a:lnTo>
                        <a:pt x="0" y="950976"/>
                      </a:lnTo>
                      <a:close/>
                      <a:moveTo>
                        <a:pt x="475488" y="0"/>
                      </a:moveTo>
                      <a:lnTo>
                        <a:pt x="950976" y="0"/>
                      </a:lnTo>
                      <a:lnTo>
                        <a:pt x="950976" y="475488"/>
                      </a:lnTo>
                      <a:lnTo>
                        <a:pt x="475488" y="47548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2AFE1DAB-152C-16FA-046E-5E4DC65A374D}"/>
                  </a:ext>
                </a:extLst>
              </p:cNvPr>
              <p:cNvGrpSpPr/>
              <p:nvPr/>
            </p:nvGrpSpPr>
            <p:grpSpPr>
              <a:xfrm rot="5400000">
                <a:off x="1246910" y="5056909"/>
                <a:ext cx="554183" cy="3047999"/>
                <a:chOff x="1499616" y="987552"/>
                <a:chExt cx="950976" cy="5230368"/>
              </a:xfrm>
            </p:grpSpPr>
            <p:sp>
              <p:nvSpPr>
                <p:cNvPr id="13" name="Freeform: Shape 12">
                  <a:extLst>
                    <a:ext uri="{FF2B5EF4-FFF2-40B4-BE49-F238E27FC236}">
                      <a16:creationId xmlns:a16="http://schemas.microsoft.com/office/drawing/2014/main" id="{945BE6EA-CD35-0DDE-07BC-8FD5C3BF8D70}"/>
                    </a:ext>
                  </a:extLst>
                </p:cNvPr>
                <p:cNvSpPr/>
                <p:nvPr/>
              </p:nvSpPr>
              <p:spPr bwMode="auto">
                <a:xfrm>
                  <a:off x="1499616" y="987552"/>
                  <a:ext cx="950976" cy="5230368"/>
                </a:xfrm>
                <a:custGeom>
                  <a:avLst/>
                  <a:gdLst>
                    <a:gd name="connsiteX0" fmla="*/ 0 w 950976"/>
                    <a:gd name="connsiteY0" fmla="*/ 4754880 h 5230368"/>
                    <a:gd name="connsiteX1" fmla="*/ 475488 w 950976"/>
                    <a:gd name="connsiteY1" fmla="*/ 4754880 h 5230368"/>
                    <a:gd name="connsiteX2" fmla="*/ 475488 w 950976"/>
                    <a:gd name="connsiteY2" fmla="*/ 5230368 h 5230368"/>
                    <a:gd name="connsiteX3" fmla="*/ 0 w 950976"/>
                    <a:gd name="connsiteY3" fmla="*/ 5230368 h 5230368"/>
                    <a:gd name="connsiteX4" fmla="*/ 475488 w 950976"/>
                    <a:gd name="connsiteY4" fmla="*/ 4279392 h 5230368"/>
                    <a:gd name="connsiteX5" fmla="*/ 950976 w 950976"/>
                    <a:gd name="connsiteY5" fmla="*/ 4279392 h 5230368"/>
                    <a:gd name="connsiteX6" fmla="*/ 950976 w 950976"/>
                    <a:gd name="connsiteY6" fmla="*/ 4754880 h 5230368"/>
                    <a:gd name="connsiteX7" fmla="*/ 475488 w 950976"/>
                    <a:gd name="connsiteY7" fmla="*/ 4754880 h 5230368"/>
                    <a:gd name="connsiteX8" fmla="*/ 0 w 950976"/>
                    <a:gd name="connsiteY8" fmla="*/ 3803904 h 5230368"/>
                    <a:gd name="connsiteX9" fmla="*/ 475488 w 950976"/>
                    <a:gd name="connsiteY9" fmla="*/ 3803904 h 5230368"/>
                    <a:gd name="connsiteX10" fmla="*/ 475488 w 950976"/>
                    <a:gd name="connsiteY10" fmla="*/ 4279392 h 5230368"/>
                    <a:gd name="connsiteX11" fmla="*/ 0 w 950976"/>
                    <a:gd name="connsiteY11" fmla="*/ 4279392 h 5230368"/>
                    <a:gd name="connsiteX12" fmla="*/ 475488 w 950976"/>
                    <a:gd name="connsiteY12" fmla="*/ 3328416 h 5230368"/>
                    <a:gd name="connsiteX13" fmla="*/ 950976 w 950976"/>
                    <a:gd name="connsiteY13" fmla="*/ 3328416 h 5230368"/>
                    <a:gd name="connsiteX14" fmla="*/ 950976 w 950976"/>
                    <a:gd name="connsiteY14" fmla="*/ 3803904 h 5230368"/>
                    <a:gd name="connsiteX15" fmla="*/ 475488 w 950976"/>
                    <a:gd name="connsiteY15" fmla="*/ 3803904 h 5230368"/>
                    <a:gd name="connsiteX16" fmla="*/ 0 w 950976"/>
                    <a:gd name="connsiteY16" fmla="*/ 2852928 h 5230368"/>
                    <a:gd name="connsiteX17" fmla="*/ 475488 w 950976"/>
                    <a:gd name="connsiteY17" fmla="*/ 2852928 h 5230368"/>
                    <a:gd name="connsiteX18" fmla="*/ 475488 w 950976"/>
                    <a:gd name="connsiteY18" fmla="*/ 3328416 h 5230368"/>
                    <a:gd name="connsiteX19" fmla="*/ 0 w 950976"/>
                    <a:gd name="connsiteY19" fmla="*/ 3328416 h 5230368"/>
                    <a:gd name="connsiteX20" fmla="*/ 475488 w 950976"/>
                    <a:gd name="connsiteY20" fmla="*/ 2377440 h 5230368"/>
                    <a:gd name="connsiteX21" fmla="*/ 950976 w 950976"/>
                    <a:gd name="connsiteY21" fmla="*/ 2377440 h 5230368"/>
                    <a:gd name="connsiteX22" fmla="*/ 950976 w 950976"/>
                    <a:gd name="connsiteY22" fmla="*/ 2852928 h 5230368"/>
                    <a:gd name="connsiteX23" fmla="*/ 475488 w 950976"/>
                    <a:gd name="connsiteY23" fmla="*/ 2852928 h 5230368"/>
                    <a:gd name="connsiteX24" fmla="*/ 0 w 950976"/>
                    <a:gd name="connsiteY24" fmla="*/ 1901952 h 5230368"/>
                    <a:gd name="connsiteX25" fmla="*/ 475488 w 950976"/>
                    <a:gd name="connsiteY25" fmla="*/ 1901952 h 5230368"/>
                    <a:gd name="connsiteX26" fmla="*/ 475488 w 950976"/>
                    <a:gd name="connsiteY26" fmla="*/ 2377440 h 5230368"/>
                    <a:gd name="connsiteX27" fmla="*/ 0 w 950976"/>
                    <a:gd name="connsiteY27" fmla="*/ 2377440 h 5230368"/>
                    <a:gd name="connsiteX28" fmla="*/ 475488 w 950976"/>
                    <a:gd name="connsiteY28" fmla="*/ 1426464 h 5230368"/>
                    <a:gd name="connsiteX29" fmla="*/ 950976 w 950976"/>
                    <a:gd name="connsiteY29" fmla="*/ 1426464 h 5230368"/>
                    <a:gd name="connsiteX30" fmla="*/ 950976 w 950976"/>
                    <a:gd name="connsiteY30" fmla="*/ 1901952 h 5230368"/>
                    <a:gd name="connsiteX31" fmla="*/ 475488 w 950976"/>
                    <a:gd name="connsiteY31" fmla="*/ 1901952 h 5230368"/>
                    <a:gd name="connsiteX32" fmla="*/ 0 w 950976"/>
                    <a:gd name="connsiteY32" fmla="*/ 950976 h 5230368"/>
                    <a:gd name="connsiteX33" fmla="*/ 475488 w 950976"/>
                    <a:gd name="connsiteY33" fmla="*/ 950976 h 5230368"/>
                    <a:gd name="connsiteX34" fmla="*/ 475488 w 950976"/>
                    <a:gd name="connsiteY34" fmla="*/ 1426464 h 5230368"/>
                    <a:gd name="connsiteX35" fmla="*/ 0 w 950976"/>
                    <a:gd name="connsiteY35" fmla="*/ 1426464 h 5230368"/>
                    <a:gd name="connsiteX36" fmla="*/ 475488 w 950976"/>
                    <a:gd name="connsiteY36" fmla="*/ 475488 h 5230368"/>
                    <a:gd name="connsiteX37" fmla="*/ 950976 w 950976"/>
                    <a:gd name="connsiteY37" fmla="*/ 475488 h 5230368"/>
                    <a:gd name="connsiteX38" fmla="*/ 950976 w 950976"/>
                    <a:gd name="connsiteY38" fmla="*/ 950976 h 5230368"/>
                    <a:gd name="connsiteX39" fmla="*/ 475488 w 950976"/>
                    <a:gd name="connsiteY39" fmla="*/ 950976 h 5230368"/>
                    <a:gd name="connsiteX40" fmla="*/ 0 w 950976"/>
                    <a:gd name="connsiteY40" fmla="*/ 0 h 5230368"/>
                    <a:gd name="connsiteX41" fmla="*/ 475488 w 950976"/>
                    <a:gd name="connsiteY41" fmla="*/ 0 h 5230368"/>
                    <a:gd name="connsiteX42" fmla="*/ 475488 w 950976"/>
                    <a:gd name="connsiteY42" fmla="*/ 475488 h 5230368"/>
                    <a:gd name="connsiteX43" fmla="*/ 0 w 950976"/>
                    <a:gd name="connsiteY43" fmla="*/ 475488 h 523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8">
                      <a:moveTo>
                        <a:pt x="0" y="4754880"/>
                      </a:moveTo>
                      <a:lnTo>
                        <a:pt x="475488" y="4754880"/>
                      </a:lnTo>
                      <a:lnTo>
                        <a:pt x="475488" y="5230368"/>
                      </a:lnTo>
                      <a:lnTo>
                        <a:pt x="0" y="5230368"/>
                      </a:lnTo>
                      <a:close/>
                      <a:moveTo>
                        <a:pt x="475488" y="4279392"/>
                      </a:moveTo>
                      <a:lnTo>
                        <a:pt x="950976" y="4279392"/>
                      </a:lnTo>
                      <a:lnTo>
                        <a:pt x="950976" y="4754880"/>
                      </a:lnTo>
                      <a:lnTo>
                        <a:pt x="475488" y="4754880"/>
                      </a:lnTo>
                      <a:close/>
                      <a:moveTo>
                        <a:pt x="0" y="3803904"/>
                      </a:moveTo>
                      <a:lnTo>
                        <a:pt x="475488" y="3803904"/>
                      </a:lnTo>
                      <a:lnTo>
                        <a:pt x="475488" y="4279392"/>
                      </a:lnTo>
                      <a:lnTo>
                        <a:pt x="0" y="4279392"/>
                      </a:lnTo>
                      <a:close/>
                      <a:moveTo>
                        <a:pt x="475488" y="3328416"/>
                      </a:moveTo>
                      <a:lnTo>
                        <a:pt x="950976" y="3328416"/>
                      </a:lnTo>
                      <a:lnTo>
                        <a:pt x="950976" y="3803904"/>
                      </a:lnTo>
                      <a:lnTo>
                        <a:pt x="475488" y="3803904"/>
                      </a:lnTo>
                      <a:close/>
                      <a:moveTo>
                        <a:pt x="0" y="2852928"/>
                      </a:moveTo>
                      <a:lnTo>
                        <a:pt x="475488" y="2852928"/>
                      </a:lnTo>
                      <a:lnTo>
                        <a:pt x="475488" y="3328416"/>
                      </a:lnTo>
                      <a:lnTo>
                        <a:pt x="0" y="3328416"/>
                      </a:lnTo>
                      <a:close/>
                      <a:moveTo>
                        <a:pt x="475488" y="2377440"/>
                      </a:moveTo>
                      <a:lnTo>
                        <a:pt x="950976" y="2377440"/>
                      </a:lnTo>
                      <a:lnTo>
                        <a:pt x="950976" y="2852928"/>
                      </a:lnTo>
                      <a:lnTo>
                        <a:pt x="475488" y="2852928"/>
                      </a:lnTo>
                      <a:close/>
                      <a:moveTo>
                        <a:pt x="0" y="1901952"/>
                      </a:moveTo>
                      <a:lnTo>
                        <a:pt x="475488" y="1901952"/>
                      </a:lnTo>
                      <a:lnTo>
                        <a:pt x="475488" y="2377440"/>
                      </a:lnTo>
                      <a:lnTo>
                        <a:pt x="0" y="2377440"/>
                      </a:lnTo>
                      <a:close/>
                      <a:moveTo>
                        <a:pt x="475488" y="1426464"/>
                      </a:moveTo>
                      <a:lnTo>
                        <a:pt x="950976" y="1426464"/>
                      </a:lnTo>
                      <a:lnTo>
                        <a:pt x="950976" y="1901952"/>
                      </a:lnTo>
                      <a:lnTo>
                        <a:pt x="475488" y="1901952"/>
                      </a:lnTo>
                      <a:close/>
                      <a:moveTo>
                        <a:pt x="0" y="950976"/>
                      </a:moveTo>
                      <a:lnTo>
                        <a:pt x="475488" y="950976"/>
                      </a:lnTo>
                      <a:lnTo>
                        <a:pt x="475488" y="1426464"/>
                      </a:lnTo>
                      <a:lnTo>
                        <a:pt x="0" y="1426464"/>
                      </a:lnTo>
                      <a:close/>
                      <a:moveTo>
                        <a:pt x="475488" y="475488"/>
                      </a:moveTo>
                      <a:lnTo>
                        <a:pt x="950976" y="475488"/>
                      </a:lnTo>
                      <a:lnTo>
                        <a:pt x="950976" y="950976"/>
                      </a:lnTo>
                      <a:lnTo>
                        <a:pt x="475488" y="950976"/>
                      </a:lnTo>
                      <a:close/>
                      <a:moveTo>
                        <a:pt x="0" y="0"/>
                      </a:moveTo>
                      <a:lnTo>
                        <a:pt x="475488" y="0"/>
                      </a:lnTo>
                      <a:lnTo>
                        <a:pt x="475488" y="475488"/>
                      </a:lnTo>
                      <a:lnTo>
                        <a:pt x="0" y="4754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  <p:sp>
              <p:nvSpPr>
                <p:cNvPr id="14" name="Freeform: Shape 13">
                  <a:extLst>
                    <a:ext uri="{FF2B5EF4-FFF2-40B4-BE49-F238E27FC236}">
                      <a16:creationId xmlns:a16="http://schemas.microsoft.com/office/drawing/2014/main" id="{81D2EFE3-A50F-04AD-0EDF-DB6E33E286BA}"/>
                    </a:ext>
                  </a:extLst>
                </p:cNvPr>
                <p:cNvSpPr/>
                <p:nvPr/>
              </p:nvSpPr>
              <p:spPr bwMode="auto">
                <a:xfrm>
                  <a:off x="1499616" y="987553"/>
                  <a:ext cx="950976" cy="5230367"/>
                </a:xfrm>
                <a:custGeom>
                  <a:avLst/>
                  <a:gdLst>
                    <a:gd name="connsiteX0" fmla="*/ 475488 w 950976"/>
                    <a:gd name="connsiteY0" fmla="*/ 4754879 h 5230367"/>
                    <a:gd name="connsiteX1" fmla="*/ 950976 w 950976"/>
                    <a:gd name="connsiteY1" fmla="*/ 4754879 h 5230367"/>
                    <a:gd name="connsiteX2" fmla="*/ 950976 w 950976"/>
                    <a:gd name="connsiteY2" fmla="*/ 5230367 h 5230367"/>
                    <a:gd name="connsiteX3" fmla="*/ 475488 w 950976"/>
                    <a:gd name="connsiteY3" fmla="*/ 5230367 h 5230367"/>
                    <a:gd name="connsiteX4" fmla="*/ 0 w 950976"/>
                    <a:gd name="connsiteY4" fmla="*/ 4279391 h 5230367"/>
                    <a:gd name="connsiteX5" fmla="*/ 475488 w 950976"/>
                    <a:gd name="connsiteY5" fmla="*/ 4279391 h 5230367"/>
                    <a:gd name="connsiteX6" fmla="*/ 475488 w 950976"/>
                    <a:gd name="connsiteY6" fmla="*/ 4754879 h 5230367"/>
                    <a:gd name="connsiteX7" fmla="*/ 0 w 950976"/>
                    <a:gd name="connsiteY7" fmla="*/ 4754879 h 5230367"/>
                    <a:gd name="connsiteX8" fmla="*/ 475488 w 950976"/>
                    <a:gd name="connsiteY8" fmla="*/ 3803903 h 5230367"/>
                    <a:gd name="connsiteX9" fmla="*/ 950976 w 950976"/>
                    <a:gd name="connsiteY9" fmla="*/ 3803903 h 5230367"/>
                    <a:gd name="connsiteX10" fmla="*/ 950976 w 950976"/>
                    <a:gd name="connsiteY10" fmla="*/ 4279391 h 5230367"/>
                    <a:gd name="connsiteX11" fmla="*/ 475488 w 950976"/>
                    <a:gd name="connsiteY11" fmla="*/ 4279391 h 5230367"/>
                    <a:gd name="connsiteX12" fmla="*/ 0 w 950976"/>
                    <a:gd name="connsiteY12" fmla="*/ 3328415 h 5230367"/>
                    <a:gd name="connsiteX13" fmla="*/ 475488 w 950976"/>
                    <a:gd name="connsiteY13" fmla="*/ 3328415 h 5230367"/>
                    <a:gd name="connsiteX14" fmla="*/ 475488 w 950976"/>
                    <a:gd name="connsiteY14" fmla="*/ 3803903 h 5230367"/>
                    <a:gd name="connsiteX15" fmla="*/ 0 w 950976"/>
                    <a:gd name="connsiteY15" fmla="*/ 3803903 h 5230367"/>
                    <a:gd name="connsiteX16" fmla="*/ 475488 w 950976"/>
                    <a:gd name="connsiteY16" fmla="*/ 2852927 h 5230367"/>
                    <a:gd name="connsiteX17" fmla="*/ 950976 w 950976"/>
                    <a:gd name="connsiteY17" fmla="*/ 2852927 h 5230367"/>
                    <a:gd name="connsiteX18" fmla="*/ 950976 w 950976"/>
                    <a:gd name="connsiteY18" fmla="*/ 3328415 h 5230367"/>
                    <a:gd name="connsiteX19" fmla="*/ 475488 w 950976"/>
                    <a:gd name="connsiteY19" fmla="*/ 3328415 h 5230367"/>
                    <a:gd name="connsiteX20" fmla="*/ 0 w 950976"/>
                    <a:gd name="connsiteY20" fmla="*/ 2377439 h 5230367"/>
                    <a:gd name="connsiteX21" fmla="*/ 475488 w 950976"/>
                    <a:gd name="connsiteY21" fmla="*/ 2377439 h 5230367"/>
                    <a:gd name="connsiteX22" fmla="*/ 475488 w 950976"/>
                    <a:gd name="connsiteY22" fmla="*/ 2852927 h 5230367"/>
                    <a:gd name="connsiteX23" fmla="*/ 0 w 950976"/>
                    <a:gd name="connsiteY23" fmla="*/ 2852927 h 5230367"/>
                    <a:gd name="connsiteX24" fmla="*/ 475488 w 950976"/>
                    <a:gd name="connsiteY24" fmla="*/ 1901951 h 5230367"/>
                    <a:gd name="connsiteX25" fmla="*/ 950976 w 950976"/>
                    <a:gd name="connsiteY25" fmla="*/ 1901951 h 5230367"/>
                    <a:gd name="connsiteX26" fmla="*/ 950976 w 950976"/>
                    <a:gd name="connsiteY26" fmla="*/ 2377439 h 5230367"/>
                    <a:gd name="connsiteX27" fmla="*/ 475488 w 950976"/>
                    <a:gd name="connsiteY27" fmla="*/ 2377439 h 5230367"/>
                    <a:gd name="connsiteX28" fmla="*/ 0 w 950976"/>
                    <a:gd name="connsiteY28" fmla="*/ 1426463 h 5230367"/>
                    <a:gd name="connsiteX29" fmla="*/ 475488 w 950976"/>
                    <a:gd name="connsiteY29" fmla="*/ 1426463 h 5230367"/>
                    <a:gd name="connsiteX30" fmla="*/ 475488 w 950976"/>
                    <a:gd name="connsiteY30" fmla="*/ 1901951 h 5230367"/>
                    <a:gd name="connsiteX31" fmla="*/ 0 w 950976"/>
                    <a:gd name="connsiteY31" fmla="*/ 1901951 h 5230367"/>
                    <a:gd name="connsiteX32" fmla="*/ 475488 w 950976"/>
                    <a:gd name="connsiteY32" fmla="*/ 950976 h 5230367"/>
                    <a:gd name="connsiteX33" fmla="*/ 950976 w 950976"/>
                    <a:gd name="connsiteY33" fmla="*/ 950976 h 5230367"/>
                    <a:gd name="connsiteX34" fmla="*/ 950976 w 950976"/>
                    <a:gd name="connsiteY34" fmla="*/ 1426463 h 5230367"/>
                    <a:gd name="connsiteX35" fmla="*/ 475488 w 950976"/>
                    <a:gd name="connsiteY35" fmla="*/ 1426463 h 5230367"/>
                    <a:gd name="connsiteX36" fmla="*/ 0 w 950976"/>
                    <a:gd name="connsiteY36" fmla="*/ 475488 h 5230367"/>
                    <a:gd name="connsiteX37" fmla="*/ 475488 w 950976"/>
                    <a:gd name="connsiteY37" fmla="*/ 475488 h 5230367"/>
                    <a:gd name="connsiteX38" fmla="*/ 475488 w 950976"/>
                    <a:gd name="connsiteY38" fmla="*/ 950976 h 5230367"/>
                    <a:gd name="connsiteX39" fmla="*/ 0 w 950976"/>
                    <a:gd name="connsiteY39" fmla="*/ 950976 h 5230367"/>
                    <a:gd name="connsiteX40" fmla="*/ 475488 w 950976"/>
                    <a:gd name="connsiteY40" fmla="*/ 0 h 5230367"/>
                    <a:gd name="connsiteX41" fmla="*/ 950976 w 950976"/>
                    <a:gd name="connsiteY41" fmla="*/ 0 h 5230367"/>
                    <a:gd name="connsiteX42" fmla="*/ 950976 w 950976"/>
                    <a:gd name="connsiteY42" fmla="*/ 475488 h 5230367"/>
                    <a:gd name="connsiteX43" fmla="*/ 475488 w 950976"/>
                    <a:gd name="connsiteY43" fmla="*/ 475488 h 52303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7">
                      <a:moveTo>
                        <a:pt x="475488" y="4754879"/>
                      </a:moveTo>
                      <a:lnTo>
                        <a:pt x="950976" y="4754879"/>
                      </a:lnTo>
                      <a:lnTo>
                        <a:pt x="950976" y="5230367"/>
                      </a:lnTo>
                      <a:lnTo>
                        <a:pt x="475488" y="5230367"/>
                      </a:lnTo>
                      <a:close/>
                      <a:moveTo>
                        <a:pt x="0" y="4279391"/>
                      </a:moveTo>
                      <a:lnTo>
                        <a:pt x="475488" y="4279391"/>
                      </a:lnTo>
                      <a:lnTo>
                        <a:pt x="475488" y="4754879"/>
                      </a:lnTo>
                      <a:lnTo>
                        <a:pt x="0" y="4754879"/>
                      </a:lnTo>
                      <a:close/>
                      <a:moveTo>
                        <a:pt x="475488" y="3803903"/>
                      </a:moveTo>
                      <a:lnTo>
                        <a:pt x="950976" y="3803903"/>
                      </a:lnTo>
                      <a:lnTo>
                        <a:pt x="950976" y="4279391"/>
                      </a:lnTo>
                      <a:lnTo>
                        <a:pt x="475488" y="4279391"/>
                      </a:lnTo>
                      <a:close/>
                      <a:moveTo>
                        <a:pt x="0" y="3328415"/>
                      </a:moveTo>
                      <a:lnTo>
                        <a:pt x="475488" y="3328415"/>
                      </a:lnTo>
                      <a:lnTo>
                        <a:pt x="475488" y="3803903"/>
                      </a:lnTo>
                      <a:lnTo>
                        <a:pt x="0" y="3803903"/>
                      </a:lnTo>
                      <a:close/>
                      <a:moveTo>
                        <a:pt x="475488" y="2852927"/>
                      </a:moveTo>
                      <a:lnTo>
                        <a:pt x="950976" y="2852927"/>
                      </a:lnTo>
                      <a:lnTo>
                        <a:pt x="950976" y="3328415"/>
                      </a:lnTo>
                      <a:lnTo>
                        <a:pt x="475488" y="3328415"/>
                      </a:lnTo>
                      <a:close/>
                      <a:moveTo>
                        <a:pt x="0" y="2377439"/>
                      </a:moveTo>
                      <a:lnTo>
                        <a:pt x="475488" y="2377439"/>
                      </a:lnTo>
                      <a:lnTo>
                        <a:pt x="475488" y="2852927"/>
                      </a:lnTo>
                      <a:lnTo>
                        <a:pt x="0" y="2852927"/>
                      </a:lnTo>
                      <a:close/>
                      <a:moveTo>
                        <a:pt x="475488" y="1901951"/>
                      </a:moveTo>
                      <a:lnTo>
                        <a:pt x="950976" y="1901951"/>
                      </a:lnTo>
                      <a:lnTo>
                        <a:pt x="950976" y="2377439"/>
                      </a:lnTo>
                      <a:lnTo>
                        <a:pt x="475488" y="2377439"/>
                      </a:lnTo>
                      <a:close/>
                      <a:moveTo>
                        <a:pt x="0" y="1426463"/>
                      </a:moveTo>
                      <a:lnTo>
                        <a:pt x="475488" y="1426463"/>
                      </a:lnTo>
                      <a:lnTo>
                        <a:pt x="475488" y="1901951"/>
                      </a:lnTo>
                      <a:lnTo>
                        <a:pt x="0" y="1901951"/>
                      </a:lnTo>
                      <a:close/>
                      <a:moveTo>
                        <a:pt x="475488" y="950976"/>
                      </a:moveTo>
                      <a:lnTo>
                        <a:pt x="950976" y="950976"/>
                      </a:lnTo>
                      <a:lnTo>
                        <a:pt x="950976" y="1426463"/>
                      </a:lnTo>
                      <a:lnTo>
                        <a:pt x="475488" y="1426463"/>
                      </a:lnTo>
                      <a:close/>
                      <a:moveTo>
                        <a:pt x="0" y="475488"/>
                      </a:moveTo>
                      <a:lnTo>
                        <a:pt x="475488" y="475488"/>
                      </a:lnTo>
                      <a:lnTo>
                        <a:pt x="475488" y="950976"/>
                      </a:lnTo>
                      <a:lnTo>
                        <a:pt x="0" y="950976"/>
                      </a:lnTo>
                      <a:close/>
                      <a:moveTo>
                        <a:pt x="475488" y="0"/>
                      </a:moveTo>
                      <a:lnTo>
                        <a:pt x="950976" y="0"/>
                      </a:lnTo>
                      <a:lnTo>
                        <a:pt x="950976" y="475488"/>
                      </a:lnTo>
                      <a:lnTo>
                        <a:pt x="475488" y="47548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92648B12-6748-6D55-7E0E-5E9805CD386E}"/>
                  </a:ext>
                </a:extLst>
              </p:cNvPr>
              <p:cNvGrpSpPr/>
              <p:nvPr/>
            </p:nvGrpSpPr>
            <p:grpSpPr>
              <a:xfrm>
                <a:off x="9144001" y="6302218"/>
                <a:ext cx="3047999" cy="554184"/>
                <a:chOff x="9144001" y="6302218"/>
                <a:chExt cx="3047999" cy="554184"/>
              </a:xfrm>
            </p:grpSpPr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0C71DACB-B9FD-0458-F959-F63120A830FE}"/>
                    </a:ext>
                  </a:extLst>
                </p:cNvPr>
                <p:cNvSpPr/>
                <p:nvPr/>
              </p:nvSpPr>
              <p:spPr bwMode="auto">
                <a:xfrm rot="5400000" flipH="1" flipV="1">
                  <a:off x="10390909" y="5055311"/>
                  <a:ext cx="554183" cy="3047999"/>
                </a:xfrm>
                <a:custGeom>
                  <a:avLst/>
                  <a:gdLst>
                    <a:gd name="connsiteX0" fmla="*/ 0 w 950976"/>
                    <a:gd name="connsiteY0" fmla="*/ 4754880 h 5230368"/>
                    <a:gd name="connsiteX1" fmla="*/ 475488 w 950976"/>
                    <a:gd name="connsiteY1" fmla="*/ 4754880 h 5230368"/>
                    <a:gd name="connsiteX2" fmla="*/ 475488 w 950976"/>
                    <a:gd name="connsiteY2" fmla="*/ 5230368 h 5230368"/>
                    <a:gd name="connsiteX3" fmla="*/ 0 w 950976"/>
                    <a:gd name="connsiteY3" fmla="*/ 5230368 h 5230368"/>
                    <a:gd name="connsiteX4" fmla="*/ 475488 w 950976"/>
                    <a:gd name="connsiteY4" fmla="*/ 4279392 h 5230368"/>
                    <a:gd name="connsiteX5" fmla="*/ 950976 w 950976"/>
                    <a:gd name="connsiteY5" fmla="*/ 4279392 h 5230368"/>
                    <a:gd name="connsiteX6" fmla="*/ 950976 w 950976"/>
                    <a:gd name="connsiteY6" fmla="*/ 4754880 h 5230368"/>
                    <a:gd name="connsiteX7" fmla="*/ 475488 w 950976"/>
                    <a:gd name="connsiteY7" fmla="*/ 4754880 h 5230368"/>
                    <a:gd name="connsiteX8" fmla="*/ 0 w 950976"/>
                    <a:gd name="connsiteY8" fmla="*/ 3803904 h 5230368"/>
                    <a:gd name="connsiteX9" fmla="*/ 475488 w 950976"/>
                    <a:gd name="connsiteY9" fmla="*/ 3803904 h 5230368"/>
                    <a:gd name="connsiteX10" fmla="*/ 475488 w 950976"/>
                    <a:gd name="connsiteY10" fmla="*/ 4279392 h 5230368"/>
                    <a:gd name="connsiteX11" fmla="*/ 0 w 950976"/>
                    <a:gd name="connsiteY11" fmla="*/ 4279392 h 5230368"/>
                    <a:gd name="connsiteX12" fmla="*/ 475488 w 950976"/>
                    <a:gd name="connsiteY12" fmla="*/ 3328416 h 5230368"/>
                    <a:gd name="connsiteX13" fmla="*/ 950976 w 950976"/>
                    <a:gd name="connsiteY13" fmla="*/ 3328416 h 5230368"/>
                    <a:gd name="connsiteX14" fmla="*/ 950976 w 950976"/>
                    <a:gd name="connsiteY14" fmla="*/ 3803904 h 5230368"/>
                    <a:gd name="connsiteX15" fmla="*/ 475488 w 950976"/>
                    <a:gd name="connsiteY15" fmla="*/ 3803904 h 5230368"/>
                    <a:gd name="connsiteX16" fmla="*/ 0 w 950976"/>
                    <a:gd name="connsiteY16" fmla="*/ 2852928 h 5230368"/>
                    <a:gd name="connsiteX17" fmla="*/ 475488 w 950976"/>
                    <a:gd name="connsiteY17" fmla="*/ 2852928 h 5230368"/>
                    <a:gd name="connsiteX18" fmla="*/ 475488 w 950976"/>
                    <a:gd name="connsiteY18" fmla="*/ 3328416 h 5230368"/>
                    <a:gd name="connsiteX19" fmla="*/ 0 w 950976"/>
                    <a:gd name="connsiteY19" fmla="*/ 3328416 h 5230368"/>
                    <a:gd name="connsiteX20" fmla="*/ 475488 w 950976"/>
                    <a:gd name="connsiteY20" fmla="*/ 2377440 h 5230368"/>
                    <a:gd name="connsiteX21" fmla="*/ 950976 w 950976"/>
                    <a:gd name="connsiteY21" fmla="*/ 2377440 h 5230368"/>
                    <a:gd name="connsiteX22" fmla="*/ 950976 w 950976"/>
                    <a:gd name="connsiteY22" fmla="*/ 2852928 h 5230368"/>
                    <a:gd name="connsiteX23" fmla="*/ 475488 w 950976"/>
                    <a:gd name="connsiteY23" fmla="*/ 2852928 h 5230368"/>
                    <a:gd name="connsiteX24" fmla="*/ 0 w 950976"/>
                    <a:gd name="connsiteY24" fmla="*/ 1901952 h 5230368"/>
                    <a:gd name="connsiteX25" fmla="*/ 475488 w 950976"/>
                    <a:gd name="connsiteY25" fmla="*/ 1901952 h 5230368"/>
                    <a:gd name="connsiteX26" fmla="*/ 475488 w 950976"/>
                    <a:gd name="connsiteY26" fmla="*/ 2377440 h 5230368"/>
                    <a:gd name="connsiteX27" fmla="*/ 0 w 950976"/>
                    <a:gd name="connsiteY27" fmla="*/ 2377440 h 5230368"/>
                    <a:gd name="connsiteX28" fmla="*/ 475488 w 950976"/>
                    <a:gd name="connsiteY28" fmla="*/ 1426464 h 5230368"/>
                    <a:gd name="connsiteX29" fmla="*/ 950976 w 950976"/>
                    <a:gd name="connsiteY29" fmla="*/ 1426464 h 5230368"/>
                    <a:gd name="connsiteX30" fmla="*/ 950976 w 950976"/>
                    <a:gd name="connsiteY30" fmla="*/ 1901952 h 5230368"/>
                    <a:gd name="connsiteX31" fmla="*/ 475488 w 950976"/>
                    <a:gd name="connsiteY31" fmla="*/ 1901952 h 5230368"/>
                    <a:gd name="connsiteX32" fmla="*/ 0 w 950976"/>
                    <a:gd name="connsiteY32" fmla="*/ 950976 h 5230368"/>
                    <a:gd name="connsiteX33" fmla="*/ 475488 w 950976"/>
                    <a:gd name="connsiteY33" fmla="*/ 950976 h 5230368"/>
                    <a:gd name="connsiteX34" fmla="*/ 475488 w 950976"/>
                    <a:gd name="connsiteY34" fmla="*/ 1426464 h 5230368"/>
                    <a:gd name="connsiteX35" fmla="*/ 0 w 950976"/>
                    <a:gd name="connsiteY35" fmla="*/ 1426464 h 5230368"/>
                    <a:gd name="connsiteX36" fmla="*/ 475488 w 950976"/>
                    <a:gd name="connsiteY36" fmla="*/ 475488 h 5230368"/>
                    <a:gd name="connsiteX37" fmla="*/ 950976 w 950976"/>
                    <a:gd name="connsiteY37" fmla="*/ 475488 h 5230368"/>
                    <a:gd name="connsiteX38" fmla="*/ 950976 w 950976"/>
                    <a:gd name="connsiteY38" fmla="*/ 950976 h 5230368"/>
                    <a:gd name="connsiteX39" fmla="*/ 475488 w 950976"/>
                    <a:gd name="connsiteY39" fmla="*/ 950976 h 5230368"/>
                    <a:gd name="connsiteX40" fmla="*/ 0 w 950976"/>
                    <a:gd name="connsiteY40" fmla="*/ 0 h 5230368"/>
                    <a:gd name="connsiteX41" fmla="*/ 475488 w 950976"/>
                    <a:gd name="connsiteY41" fmla="*/ 0 h 5230368"/>
                    <a:gd name="connsiteX42" fmla="*/ 475488 w 950976"/>
                    <a:gd name="connsiteY42" fmla="*/ 475488 h 5230368"/>
                    <a:gd name="connsiteX43" fmla="*/ 0 w 950976"/>
                    <a:gd name="connsiteY43" fmla="*/ 475488 h 523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8">
                      <a:moveTo>
                        <a:pt x="0" y="4754880"/>
                      </a:moveTo>
                      <a:lnTo>
                        <a:pt x="475488" y="4754880"/>
                      </a:lnTo>
                      <a:lnTo>
                        <a:pt x="475488" y="5230368"/>
                      </a:lnTo>
                      <a:lnTo>
                        <a:pt x="0" y="5230368"/>
                      </a:lnTo>
                      <a:close/>
                      <a:moveTo>
                        <a:pt x="475488" y="4279392"/>
                      </a:moveTo>
                      <a:lnTo>
                        <a:pt x="950976" y="4279392"/>
                      </a:lnTo>
                      <a:lnTo>
                        <a:pt x="950976" y="4754880"/>
                      </a:lnTo>
                      <a:lnTo>
                        <a:pt x="475488" y="4754880"/>
                      </a:lnTo>
                      <a:close/>
                      <a:moveTo>
                        <a:pt x="0" y="3803904"/>
                      </a:moveTo>
                      <a:lnTo>
                        <a:pt x="475488" y="3803904"/>
                      </a:lnTo>
                      <a:lnTo>
                        <a:pt x="475488" y="4279392"/>
                      </a:lnTo>
                      <a:lnTo>
                        <a:pt x="0" y="4279392"/>
                      </a:lnTo>
                      <a:close/>
                      <a:moveTo>
                        <a:pt x="475488" y="3328416"/>
                      </a:moveTo>
                      <a:lnTo>
                        <a:pt x="950976" y="3328416"/>
                      </a:lnTo>
                      <a:lnTo>
                        <a:pt x="950976" y="3803904"/>
                      </a:lnTo>
                      <a:lnTo>
                        <a:pt x="475488" y="3803904"/>
                      </a:lnTo>
                      <a:close/>
                      <a:moveTo>
                        <a:pt x="0" y="2852928"/>
                      </a:moveTo>
                      <a:lnTo>
                        <a:pt x="475488" y="2852928"/>
                      </a:lnTo>
                      <a:lnTo>
                        <a:pt x="475488" y="3328416"/>
                      </a:lnTo>
                      <a:lnTo>
                        <a:pt x="0" y="3328416"/>
                      </a:lnTo>
                      <a:close/>
                      <a:moveTo>
                        <a:pt x="475488" y="2377440"/>
                      </a:moveTo>
                      <a:lnTo>
                        <a:pt x="950976" y="2377440"/>
                      </a:lnTo>
                      <a:lnTo>
                        <a:pt x="950976" y="2852928"/>
                      </a:lnTo>
                      <a:lnTo>
                        <a:pt x="475488" y="2852928"/>
                      </a:lnTo>
                      <a:close/>
                      <a:moveTo>
                        <a:pt x="0" y="1901952"/>
                      </a:moveTo>
                      <a:lnTo>
                        <a:pt x="475488" y="1901952"/>
                      </a:lnTo>
                      <a:lnTo>
                        <a:pt x="475488" y="2377440"/>
                      </a:lnTo>
                      <a:lnTo>
                        <a:pt x="0" y="2377440"/>
                      </a:lnTo>
                      <a:close/>
                      <a:moveTo>
                        <a:pt x="475488" y="1426464"/>
                      </a:moveTo>
                      <a:lnTo>
                        <a:pt x="950976" y="1426464"/>
                      </a:lnTo>
                      <a:lnTo>
                        <a:pt x="950976" y="1901952"/>
                      </a:lnTo>
                      <a:lnTo>
                        <a:pt x="475488" y="1901952"/>
                      </a:lnTo>
                      <a:close/>
                      <a:moveTo>
                        <a:pt x="0" y="950976"/>
                      </a:moveTo>
                      <a:lnTo>
                        <a:pt x="475488" y="950976"/>
                      </a:lnTo>
                      <a:lnTo>
                        <a:pt x="475488" y="1426464"/>
                      </a:lnTo>
                      <a:lnTo>
                        <a:pt x="0" y="1426464"/>
                      </a:lnTo>
                      <a:close/>
                      <a:moveTo>
                        <a:pt x="475488" y="475488"/>
                      </a:moveTo>
                      <a:lnTo>
                        <a:pt x="950976" y="475488"/>
                      </a:lnTo>
                      <a:lnTo>
                        <a:pt x="950976" y="950976"/>
                      </a:lnTo>
                      <a:lnTo>
                        <a:pt x="475488" y="950976"/>
                      </a:lnTo>
                      <a:close/>
                      <a:moveTo>
                        <a:pt x="0" y="0"/>
                      </a:moveTo>
                      <a:lnTo>
                        <a:pt x="475488" y="0"/>
                      </a:lnTo>
                      <a:lnTo>
                        <a:pt x="475488" y="475488"/>
                      </a:lnTo>
                      <a:lnTo>
                        <a:pt x="0" y="4754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  <p:sp>
              <p:nvSpPr>
                <p:cNvPr id="12" name="Freeform: Shape 11">
                  <a:extLst>
                    <a:ext uri="{FF2B5EF4-FFF2-40B4-BE49-F238E27FC236}">
                      <a16:creationId xmlns:a16="http://schemas.microsoft.com/office/drawing/2014/main" id="{95DB7F96-CC7F-BD58-C126-E73A281C275F}"/>
                    </a:ext>
                  </a:extLst>
                </p:cNvPr>
                <p:cNvSpPr/>
                <p:nvPr/>
              </p:nvSpPr>
              <p:spPr bwMode="auto">
                <a:xfrm rot="5400000" flipH="1" flipV="1">
                  <a:off x="10390909" y="5055311"/>
                  <a:ext cx="554183" cy="3047998"/>
                </a:xfrm>
                <a:custGeom>
                  <a:avLst/>
                  <a:gdLst>
                    <a:gd name="connsiteX0" fmla="*/ 475488 w 950976"/>
                    <a:gd name="connsiteY0" fmla="*/ 4754879 h 5230367"/>
                    <a:gd name="connsiteX1" fmla="*/ 950976 w 950976"/>
                    <a:gd name="connsiteY1" fmla="*/ 4754879 h 5230367"/>
                    <a:gd name="connsiteX2" fmla="*/ 950976 w 950976"/>
                    <a:gd name="connsiteY2" fmla="*/ 5230367 h 5230367"/>
                    <a:gd name="connsiteX3" fmla="*/ 475488 w 950976"/>
                    <a:gd name="connsiteY3" fmla="*/ 5230367 h 5230367"/>
                    <a:gd name="connsiteX4" fmla="*/ 0 w 950976"/>
                    <a:gd name="connsiteY4" fmla="*/ 4279391 h 5230367"/>
                    <a:gd name="connsiteX5" fmla="*/ 475488 w 950976"/>
                    <a:gd name="connsiteY5" fmla="*/ 4279391 h 5230367"/>
                    <a:gd name="connsiteX6" fmla="*/ 475488 w 950976"/>
                    <a:gd name="connsiteY6" fmla="*/ 4754879 h 5230367"/>
                    <a:gd name="connsiteX7" fmla="*/ 0 w 950976"/>
                    <a:gd name="connsiteY7" fmla="*/ 4754879 h 5230367"/>
                    <a:gd name="connsiteX8" fmla="*/ 475488 w 950976"/>
                    <a:gd name="connsiteY8" fmla="*/ 3803903 h 5230367"/>
                    <a:gd name="connsiteX9" fmla="*/ 950976 w 950976"/>
                    <a:gd name="connsiteY9" fmla="*/ 3803903 h 5230367"/>
                    <a:gd name="connsiteX10" fmla="*/ 950976 w 950976"/>
                    <a:gd name="connsiteY10" fmla="*/ 4279391 h 5230367"/>
                    <a:gd name="connsiteX11" fmla="*/ 475488 w 950976"/>
                    <a:gd name="connsiteY11" fmla="*/ 4279391 h 5230367"/>
                    <a:gd name="connsiteX12" fmla="*/ 0 w 950976"/>
                    <a:gd name="connsiteY12" fmla="*/ 3328415 h 5230367"/>
                    <a:gd name="connsiteX13" fmla="*/ 475488 w 950976"/>
                    <a:gd name="connsiteY13" fmla="*/ 3328415 h 5230367"/>
                    <a:gd name="connsiteX14" fmla="*/ 475488 w 950976"/>
                    <a:gd name="connsiteY14" fmla="*/ 3803903 h 5230367"/>
                    <a:gd name="connsiteX15" fmla="*/ 0 w 950976"/>
                    <a:gd name="connsiteY15" fmla="*/ 3803903 h 5230367"/>
                    <a:gd name="connsiteX16" fmla="*/ 475488 w 950976"/>
                    <a:gd name="connsiteY16" fmla="*/ 2852927 h 5230367"/>
                    <a:gd name="connsiteX17" fmla="*/ 950976 w 950976"/>
                    <a:gd name="connsiteY17" fmla="*/ 2852927 h 5230367"/>
                    <a:gd name="connsiteX18" fmla="*/ 950976 w 950976"/>
                    <a:gd name="connsiteY18" fmla="*/ 3328415 h 5230367"/>
                    <a:gd name="connsiteX19" fmla="*/ 475488 w 950976"/>
                    <a:gd name="connsiteY19" fmla="*/ 3328415 h 5230367"/>
                    <a:gd name="connsiteX20" fmla="*/ 0 w 950976"/>
                    <a:gd name="connsiteY20" fmla="*/ 2377439 h 5230367"/>
                    <a:gd name="connsiteX21" fmla="*/ 475488 w 950976"/>
                    <a:gd name="connsiteY21" fmla="*/ 2377439 h 5230367"/>
                    <a:gd name="connsiteX22" fmla="*/ 475488 w 950976"/>
                    <a:gd name="connsiteY22" fmla="*/ 2852927 h 5230367"/>
                    <a:gd name="connsiteX23" fmla="*/ 0 w 950976"/>
                    <a:gd name="connsiteY23" fmla="*/ 2852927 h 5230367"/>
                    <a:gd name="connsiteX24" fmla="*/ 475488 w 950976"/>
                    <a:gd name="connsiteY24" fmla="*/ 1901951 h 5230367"/>
                    <a:gd name="connsiteX25" fmla="*/ 950976 w 950976"/>
                    <a:gd name="connsiteY25" fmla="*/ 1901951 h 5230367"/>
                    <a:gd name="connsiteX26" fmla="*/ 950976 w 950976"/>
                    <a:gd name="connsiteY26" fmla="*/ 2377439 h 5230367"/>
                    <a:gd name="connsiteX27" fmla="*/ 475488 w 950976"/>
                    <a:gd name="connsiteY27" fmla="*/ 2377439 h 5230367"/>
                    <a:gd name="connsiteX28" fmla="*/ 0 w 950976"/>
                    <a:gd name="connsiteY28" fmla="*/ 1426463 h 5230367"/>
                    <a:gd name="connsiteX29" fmla="*/ 475488 w 950976"/>
                    <a:gd name="connsiteY29" fmla="*/ 1426463 h 5230367"/>
                    <a:gd name="connsiteX30" fmla="*/ 475488 w 950976"/>
                    <a:gd name="connsiteY30" fmla="*/ 1901951 h 5230367"/>
                    <a:gd name="connsiteX31" fmla="*/ 0 w 950976"/>
                    <a:gd name="connsiteY31" fmla="*/ 1901951 h 5230367"/>
                    <a:gd name="connsiteX32" fmla="*/ 475488 w 950976"/>
                    <a:gd name="connsiteY32" fmla="*/ 950976 h 5230367"/>
                    <a:gd name="connsiteX33" fmla="*/ 950976 w 950976"/>
                    <a:gd name="connsiteY33" fmla="*/ 950976 h 5230367"/>
                    <a:gd name="connsiteX34" fmla="*/ 950976 w 950976"/>
                    <a:gd name="connsiteY34" fmla="*/ 1426463 h 5230367"/>
                    <a:gd name="connsiteX35" fmla="*/ 475488 w 950976"/>
                    <a:gd name="connsiteY35" fmla="*/ 1426463 h 5230367"/>
                    <a:gd name="connsiteX36" fmla="*/ 0 w 950976"/>
                    <a:gd name="connsiteY36" fmla="*/ 475488 h 5230367"/>
                    <a:gd name="connsiteX37" fmla="*/ 475488 w 950976"/>
                    <a:gd name="connsiteY37" fmla="*/ 475488 h 5230367"/>
                    <a:gd name="connsiteX38" fmla="*/ 475488 w 950976"/>
                    <a:gd name="connsiteY38" fmla="*/ 950976 h 5230367"/>
                    <a:gd name="connsiteX39" fmla="*/ 0 w 950976"/>
                    <a:gd name="connsiteY39" fmla="*/ 950976 h 5230367"/>
                    <a:gd name="connsiteX40" fmla="*/ 475488 w 950976"/>
                    <a:gd name="connsiteY40" fmla="*/ 0 h 5230367"/>
                    <a:gd name="connsiteX41" fmla="*/ 950976 w 950976"/>
                    <a:gd name="connsiteY41" fmla="*/ 0 h 5230367"/>
                    <a:gd name="connsiteX42" fmla="*/ 950976 w 950976"/>
                    <a:gd name="connsiteY42" fmla="*/ 475488 h 5230367"/>
                    <a:gd name="connsiteX43" fmla="*/ 475488 w 950976"/>
                    <a:gd name="connsiteY43" fmla="*/ 475488 h 52303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7">
                      <a:moveTo>
                        <a:pt x="475488" y="4754879"/>
                      </a:moveTo>
                      <a:lnTo>
                        <a:pt x="950976" y="4754879"/>
                      </a:lnTo>
                      <a:lnTo>
                        <a:pt x="950976" y="5230367"/>
                      </a:lnTo>
                      <a:lnTo>
                        <a:pt x="475488" y="5230367"/>
                      </a:lnTo>
                      <a:close/>
                      <a:moveTo>
                        <a:pt x="0" y="4279391"/>
                      </a:moveTo>
                      <a:lnTo>
                        <a:pt x="475488" y="4279391"/>
                      </a:lnTo>
                      <a:lnTo>
                        <a:pt x="475488" y="4754879"/>
                      </a:lnTo>
                      <a:lnTo>
                        <a:pt x="0" y="4754879"/>
                      </a:lnTo>
                      <a:close/>
                      <a:moveTo>
                        <a:pt x="475488" y="3803903"/>
                      </a:moveTo>
                      <a:lnTo>
                        <a:pt x="950976" y="3803903"/>
                      </a:lnTo>
                      <a:lnTo>
                        <a:pt x="950976" y="4279391"/>
                      </a:lnTo>
                      <a:lnTo>
                        <a:pt x="475488" y="4279391"/>
                      </a:lnTo>
                      <a:close/>
                      <a:moveTo>
                        <a:pt x="0" y="3328415"/>
                      </a:moveTo>
                      <a:lnTo>
                        <a:pt x="475488" y="3328415"/>
                      </a:lnTo>
                      <a:lnTo>
                        <a:pt x="475488" y="3803903"/>
                      </a:lnTo>
                      <a:lnTo>
                        <a:pt x="0" y="3803903"/>
                      </a:lnTo>
                      <a:close/>
                      <a:moveTo>
                        <a:pt x="475488" y="2852927"/>
                      </a:moveTo>
                      <a:lnTo>
                        <a:pt x="950976" y="2852927"/>
                      </a:lnTo>
                      <a:lnTo>
                        <a:pt x="950976" y="3328415"/>
                      </a:lnTo>
                      <a:lnTo>
                        <a:pt x="475488" y="3328415"/>
                      </a:lnTo>
                      <a:close/>
                      <a:moveTo>
                        <a:pt x="0" y="2377439"/>
                      </a:moveTo>
                      <a:lnTo>
                        <a:pt x="475488" y="2377439"/>
                      </a:lnTo>
                      <a:lnTo>
                        <a:pt x="475488" y="2852927"/>
                      </a:lnTo>
                      <a:lnTo>
                        <a:pt x="0" y="2852927"/>
                      </a:lnTo>
                      <a:close/>
                      <a:moveTo>
                        <a:pt x="475488" y="1901951"/>
                      </a:moveTo>
                      <a:lnTo>
                        <a:pt x="950976" y="1901951"/>
                      </a:lnTo>
                      <a:lnTo>
                        <a:pt x="950976" y="2377439"/>
                      </a:lnTo>
                      <a:lnTo>
                        <a:pt x="475488" y="2377439"/>
                      </a:lnTo>
                      <a:close/>
                      <a:moveTo>
                        <a:pt x="0" y="1426463"/>
                      </a:moveTo>
                      <a:lnTo>
                        <a:pt x="475488" y="1426463"/>
                      </a:lnTo>
                      <a:lnTo>
                        <a:pt x="475488" y="1901951"/>
                      </a:lnTo>
                      <a:lnTo>
                        <a:pt x="0" y="1901951"/>
                      </a:lnTo>
                      <a:close/>
                      <a:moveTo>
                        <a:pt x="475488" y="950976"/>
                      </a:moveTo>
                      <a:lnTo>
                        <a:pt x="950976" y="950976"/>
                      </a:lnTo>
                      <a:lnTo>
                        <a:pt x="950976" y="1426463"/>
                      </a:lnTo>
                      <a:lnTo>
                        <a:pt x="475488" y="1426463"/>
                      </a:lnTo>
                      <a:close/>
                      <a:moveTo>
                        <a:pt x="0" y="475488"/>
                      </a:moveTo>
                      <a:lnTo>
                        <a:pt x="475488" y="475488"/>
                      </a:lnTo>
                      <a:lnTo>
                        <a:pt x="475488" y="950976"/>
                      </a:lnTo>
                      <a:lnTo>
                        <a:pt x="0" y="950976"/>
                      </a:lnTo>
                      <a:close/>
                      <a:moveTo>
                        <a:pt x="475488" y="0"/>
                      </a:moveTo>
                      <a:lnTo>
                        <a:pt x="950976" y="0"/>
                      </a:lnTo>
                      <a:lnTo>
                        <a:pt x="950976" y="475488"/>
                      </a:lnTo>
                      <a:lnTo>
                        <a:pt x="475488" y="47548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</p:grpSp>
        </p:grp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9B868C6-26DC-BBBD-3FC8-F79095644BAB}"/>
                </a:ext>
              </a:extLst>
            </p:cNvPr>
            <p:cNvSpPr/>
            <p:nvPr/>
          </p:nvSpPr>
          <p:spPr bwMode="auto">
            <a:xfrm rot="5400000">
              <a:off x="11749850" y="6415852"/>
              <a:ext cx="262970" cy="621326"/>
            </a:xfrm>
            <a:custGeom>
              <a:avLst/>
              <a:gdLst>
                <a:gd name="connsiteX0" fmla="*/ 131485 w 262970"/>
                <a:gd name="connsiteY0" fmla="*/ 226871 h 621326"/>
                <a:gd name="connsiteX1" fmla="*/ 131485 w 262970"/>
                <a:gd name="connsiteY1" fmla="*/ 95386 h 621326"/>
                <a:gd name="connsiteX2" fmla="*/ 262970 w 262970"/>
                <a:gd name="connsiteY2" fmla="*/ 95386 h 621326"/>
                <a:gd name="connsiteX3" fmla="*/ 262970 w 262970"/>
                <a:gd name="connsiteY3" fmla="*/ 226871 h 621326"/>
                <a:gd name="connsiteX4" fmla="*/ 131485 w 262970"/>
                <a:gd name="connsiteY4" fmla="*/ 489841 h 621326"/>
                <a:gd name="connsiteX5" fmla="*/ 131485 w 262970"/>
                <a:gd name="connsiteY5" fmla="*/ 358356 h 621326"/>
                <a:gd name="connsiteX6" fmla="*/ 262970 w 262970"/>
                <a:gd name="connsiteY6" fmla="*/ 358356 h 621326"/>
                <a:gd name="connsiteX7" fmla="*/ 262970 w 262970"/>
                <a:gd name="connsiteY7" fmla="*/ 489841 h 621326"/>
                <a:gd name="connsiteX8" fmla="*/ 0 w 262970"/>
                <a:gd name="connsiteY8" fmla="*/ 95386 h 621326"/>
                <a:gd name="connsiteX9" fmla="*/ 0 w 262970"/>
                <a:gd name="connsiteY9" fmla="*/ 0 h 621326"/>
                <a:gd name="connsiteX10" fmla="*/ 131485 w 262970"/>
                <a:gd name="connsiteY10" fmla="*/ 0 h 621326"/>
                <a:gd name="connsiteX11" fmla="*/ 131485 w 262970"/>
                <a:gd name="connsiteY11" fmla="*/ 95386 h 621326"/>
                <a:gd name="connsiteX12" fmla="*/ 0 w 262970"/>
                <a:gd name="connsiteY12" fmla="*/ 358356 h 621326"/>
                <a:gd name="connsiteX13" fmla="*/ 0 w 262970"/>
                <a:gd name="connsiteY13" fmla="*/ 226871 h 621326"/>
                <a:gd name="connsiteX14" fmla="*/ 131485 w 262970"/>
                <a:gd name="connsiteY14" fmla="*/ 226871 h 621326"/>
                <a:gd name="connsiteX15" fmla="*/ 131485 w 262970"/>
                <a:gd name="connsiteY15" fmla="*/ 358356 h 621326"/>
                <a:gd name="connsiteX16" fmla="*/ 0 w 262970"/>
                <a:gd name="connsiteY16" fmla="*/ 621326 h 621326"/>
                <a:gd name="connsiteX17" fmla="*/ 0 w 262970"/>
                <a:gd name="connsiteY17" fmla="*/ 489841 h 621326"/>
                <a:gd name="connsiteX18" fmla="*/ 131485 w 262970"/>
                <a:gd name="connsiteY18" fmla="*/ 489841 h 621326"/>
                <a:gd name="connsiteX19" fmla="*/ 131485 w 262970"/>
                <a:gd name="connsiteY19" fmla="*/ 621326 h 62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62970" h="621326">
                  <a:moveTo>
                    <a:pt x="131485" y="226871"/>
                  </a:moveTo>
                  <a:lnTo>
                    <a:pt x="131485" y="95386"/>
                  </a:lnTo>
                  <a:lnTo>
                    <a:pt x="262970" y="95386"/>
                  </a:lnTo>
                  <a:lnTo>
                    <a:pt x="262970" y="226871"/>
                  </a:lnTo>
                  <a:close/>
                  <a:moveTo>
                    <a:pt x="131485" y="489841"/>
                  </a:moveTo>
                  <a:lnTo>
                    <a:pt x="131485" y="358356"/>
                  </a:lnTo>
                  <a:lnTo>
                    <a:pt x="262970" y="358356"/>
                  </a:lnTo>
                  <a:lnTo>
                    <a:pt x="262970" y="489841"/>
                  </a:lnTo>
                  <a:close/>
                  <a:moveTo>
                    <a:pt x="0" y="95386"/>
                  </a:moveTo>
                  <a:lnTo>
                    <a:pt x="0" y="0"/>
                  </a:lnTo>
                  <a:lnTo>
                    <a:pt x="131485" y="0"/>
                  </a:lnTo>
                  <a:lnTo>
                    <a:pt x="131485" y="95386"/>
                  </a:lnTo>
                  <a:close/>
                  <a:moveTo>
                    <a:pt x="0" y="358356"/>
                  </a:moveTo>
                  <a:lnTo>
                    <a:pt x="0" y="226871"/>
                  </a:lnTo>
                  <a:lnTo>
                    <a:pt x="131485" y="226871"/>
                  </a:lnTo>
                  <a:lnTo>
                    <a:pt x="131485" y="358356"/>
                  </a:lnTo>
                  <a:close/>
                  <a:moveTo>
                    <a:pt x="0" y="621326"/>
                  </a:moveTo>
                  <a:lnTo>
                    <a:pt x="0" y="489841"/>
                  </a:lnTo>
                  <a:lnTo>
                    <a:pt x="131485" y="489841"/>
                  </a:lnTo>
                  <a:lnTo>
                    <a:pt x="131485" y="62132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VI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B160DA8-DA2E-1DC6-F143-24B55D77410E}"/>
                </a:ext>
              </a:extLst>
            </p:cNvPr>
            <p:cNvSpPr/>
            <p:nvPr/>
          </p:nvSpPr>
          <p:spPr bwMode="auto">
            <a:xfrm rot="5400000">
              <a:off x="11749850" y="6415852"/>
              <a:ext cx="262970" cy="621326"/>
            </a:xfrm>
            <a:custGeom>
              <a:avLst/>
              <a:gdLst>
                <a:gd name="connsiteX0" fmla="*/ 131485 w 262970"/>
                <a:gd name="connsiteY0" fmla="*/ 95386 h 621326"/>
                <a:gd name="connsiteX1" fmla="*/ 131485 w 262970"/>
                <a:gd name="connsiteY1" fmla="*/ 0 h 621326"/>
                <a:gd name="connsiteX2" fmla="*/ 262970 w 262970"/>
                <a:gd name="connsiteY2" fmla="*/ 0 h 621326"/>
                <a:gd name="connsiteX3" fmla="*/ 262970 w 262970"/>
                <a:gd name="connsiteY3" fmla="*/ 95386 h 621326"/>
                <a:gd name="connsiteX4" fmla="*/ 131485 w 262970"/>
                <a:gd name="connsiteY4" fmla="*/ 358356 h 621326"/>
                <a:gd name="connsiteX5" fmla="*/ 131485 w 262970"/>
                <a:gd name="connsiteY5" fmla="*/ 226871 h 621326"/>
                <a:gd name="connsiteX6" fmla="*/ 262970 w 262970"/>
                <a:gd name="connsiteY6" fmla="*/ 226871 h 621326"/>
                <a:gd name="connsiteX7" fmla="*/ 262970 w 262970"/>
                <a:gd name="connsiteY7" fmla="*/ 358356 h 621326"/>
                <a:gd name="connsiteX8" fmla="*/ 131485 w 262970"/>
                <a:gd name="connsiteY8" fmla="*/ 621326 h 621326"/>
                <a:gd name="connsiteX9" fmla="*/ 131485 w 262970"/>
                <a:gd name="connsiteY9" fmla="*/ 489841 h 621326"/>
                <a:gd name="connsiteX10" fmla="*/ 262970 w 262970"/>
                <a:gd name="connsiteY10" fmla="*/ 489841 h 621326"/>
                <a:gd name="connsiteX11" fmla="*/ 262970 w 262970"/>
                <a:gd name="connsiteY11" fmla="*/ 621326 h 621326"/>
                <a:gd name="connsiteX12" fmla="*/ 0 w 262970"/>
                <a:gd name="connsiteY12" fmla="*/ 226871 h 621326"/>
                <a:gd name="connsiteX13" fmla="*/ 0 w 262970"/>
                <a:gd name="connsiteY13" fmla="*/ 95386 h 621326"/>
                <a:gd name="connsiteX14" fmla="*/ 131485 w 262970"/>
                <a:gd name="connsiteY14" fmla="*/ 95386 h 621326"/>
                <a:gd name="connsiteX15" fmla="*/ 131485 w 262970"/>
                <a:gd name="connsiteY15" fmla="*/ 226871 h 621326"/>
                <a:gd name="connsiteX16" fmla="*/ 0 w 262970"/>
                <a:gd name="connsiteY16" fmla="*/ 489841 h 621326"/>
                <a:gd name="connsiteX17" fmla="*/ 0 w 262970"/>
                <a:gd name="connsiteY17" fmla="*/ 358356 h 621326"/>
                <a:gd name="connsiteX18" fmla="*/ 131485 w 262970"/>
                <a:gd name="connsiteY18" fmla="*/ 358356 h 621326"/>
                <a:gd name="connsiteX19" fmla="*/ 131485 w 262970"/>
                <a:gd name="connsiteY19" fmla="*/ 489841 h 62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62970" h="621326">
                  <a:moveTo>
                    <a:pt x="131485" y="95386"/>
                  </a:moveTo>
                  <a:lnTo>
                    <a:pt x="131485" y="0"/>
                  </a:lnTo>
                  <a:lnTo>
                    <a:pt x="262970" y="0"/>
                  </a:lnTo>
                  <a:lnTo>
                    <a:pt x="262970" y="95386"/>
                  </a:lnTo>
                  <a:close/>
                  <a:moveTo>
                    <a:pt x="131485" y="358356"/>
                  </a:moveTo>
                  <a:lnTo>
                    <a:pt x="131485" y="226871"/>
                  </a:lnTo>
                  <a:lnTo>
                    <a:pt x="262970" y="226871"/>
                  </a:lnTo>
                  <a:lnTo>
                    <a:pt x="262970" y="358356"/>
                  </a:lnTo>
                  <a:close/>
                  <a:moveTo>
                    <a:pt x="131485" y="621326"/>
                  </a:moveTo>
                  <a:lnTo>
                    <a:pt x="131485" y="489841"/>
                  </a:lnTo>
                  <a:lnTo>
                    <a:pt x="262970" y="489841"/>
                  </a:lnTo>
                  <a:lnTo>
                    <a:pt x="262970" y="621326"/>
                  </a:lnTo>
                  <a:close/>
                  <a:moveTo>
                    <a:pt x="0" y="226871"/>
                  </a:moveTo>
                  <a:lnTo>
                    <a:pt x="0" y="95386"/>
                  </a:lnTo>
                  <a:lnTo>
                    <a:pt x="131485" y="95386"/>
                  </a:lnTo>
                  <a:lnTo>
                    <a:pt x="131485" y="226871"/>
                  </a:lnTo>
                  <a:close/>
                  <a:moveTo>
                    <a:pt x="0" y="489841"/>
                  </a:moveTo>
                  <a:lnTo>
                    <a:pt x="0" y="358356"/>
                  </a:lnTo>
                  <a:lnTo>
                    <a:pt x="131485" y="358356"/>
                  </a:lnTo>
                  <a:lnTo>
                    <a:pt x="131485" y="48984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VI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2E1A6F7-1659-F8C9-EC09-9987AE62ED47}"/>
              </a:ext>
            </a:extLst>
          </p:cNvPr>
          <p:cNvGrpSpPr/>
          <p:nvPr userDrawn="1"/>
        </p:nvGrpSpPr>
        <p:grpSpPr>
          <a:xfrm>
            <a:off x="79245" y="0"/>
            <a:ext cx="421637" cy="814399"/>
            <a:chOff x="830900" y="904307"/>
            <a:chExt cx="966115" cy="5681437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1F18A54-4FC5-3B7D-55EC-8045A430662E}"/>
                </a:ext>
              </a:extLst>
            </p:cNvPr>
            <p:cNvSpPr/>
            <p:nvPr/>
          </p:nvSpPr>
          <p:spPr bwMode="auto">
            <a:xfrm>
              <a:off x="830900" y="904307"/>
              <a:ext cx="242525" cy="56814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VI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05B039-C984-F41D-C645-8122FA78621D}"/>
                </a:ext>
              </a:extLst>
            </p:cNvPr>
            <p:cNvSpPr/>
            <p:nvPr/>
          </p:nvSpPr>
          <p:spPr bwMode="auto">
            <a:xfrm>
              <a:off x="1192695" y="904307"/>
              <a:ext cx="242525" cy="568143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VI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D2D5120-FF13-0DFC-F32B-A5C74248ED44}"/>
                </a:ext>
              </a:extLst>
            </p:cNvPr>
            <p:cNvSpPr/>
            <p:nvPr/>
          </p:nvSpPr>
          <p:spPr bwMode="auto">
            <a:xfrm>
              <a:off x="1554490" y="904307"/>
              <a:ext cx="242525" cy="56814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VI" dirty="0"/>
            </a:p>
          </p:txBody>
        </p:sp>
      </p:grp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24627BDF-F6C5-170A-5C67-8F693EB4F7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2934" y="167812"/>
            <a:ext cx="11401925" cy="646587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en-VI" sz="4000" dirty="0">
                <a:solidFill>
                  <a:schemeClr val="bg1">
                    <a:lumMod val="95000"/>
                  </a:schemeClr>
                </a:solidFill>
                <a:latin typeface="Racing Sans One" panose="02000000000000000000" pitchFamily="2" charset="0"/>
                <a:cs typeface="Arial" pitchFamily="34" charset="0"/>
              </a:defRPr>
            </a:lvl1pPr>
          </a:lstStyle>
          <a:p>
            <a:pPr marL="0" lvl="0"/>
            <a:r>
              <a:rPr lang="en-US" dirty="0"/>
              <a:t>Click here to edit Slide headline</a:t>
            </a:r>
            <a:endParaRPr lang="en-VI" dirty="0"/>
          </a:p>
        </p:txBody>
      </p:sp>
    </p:spTree>
    <p:extLst>
      <p:ext uri="{BB962C8B-B14F-4D97-AF65-F5344CB8AC3E}">
        <p14:creationId xmlns:p14="http://schemas.microsoft.com/office/powerpoint/2010/main" val="2679223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1_race_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A36C76D-68D5-9D39-A85B-4BBB78D013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97" t="239" r="36454"/>
          <a:stretch/>
        </p:blipFill>
        <p:spPr>
          <a:xfrm>
            <a:off x="0" y="1"/>
            <a:ext cx="7690344" cy="6858646"/>
          </a:xfrm>
          <a:custGeom>
            <a:avLst/>
            <a:gdLst>
              <a:gd name="connsiteX0" fmla="*/ 0 w 7690344"/>
              <a:gd name="connsiteY0" fmla="*/ 0 h 6835401"/>
              <a:gd name="connsiteX1" fmla="*/ 7690344 w 7690344"/>
              <a:gd name="connsiteY1" fmla="*/ 0 h 6835401"/>
              <a:gd name="connsiteX2" fmla="*/ 7690344 w 7690344"/>
              <a:gd name="connsiteY2" fmla="*/ 6835401 h 6835401"/>
              <a:gd name="connsiteX3" fmla="*/ 0 w 7690344"/>
              <a:gd name="connsiteY3" fmla="*/ 6835401 h 6835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90344" h="6835401">
                <a:moveTo>
                  <a:pt x="0" y="0"/>
                </a:moveTo>
                <a:lnTo>
                  <a:pt x="7690344" y="0"/>
                </a:lnTo>
                <a:lnTo>
                  <a:pt x="7690344" y="6835401"/>
                </a:lnTo>
                <a:lnTo>
                  <a:pt x="0" y="6835401"/>
                </a:lnTo>
                <a:close/>
              </a:path>
            </a:pathLst>
          </a:cu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BDE72AE-219E-82D6-A978-968A10E03B42}"/>
              </a:ext>
            </a:extLst>
          </p:cNvPr>
          <p:cNvSpPr/>
          <p:nvPr userDrawn="1"/>
        </p:nvSpPr>
        <p:spPr bwMode="auto">
          <a:xfrm>
            <a:off x="0" y="0"/>
            <a:ext cx="7690344" cy="6861748"/>
          </a:xfrm>
          <a:prstGeom prst="rect">
            <a:avLst/>
          </a:prstGeom>
          <a:solidFill>
            <a:schemeClr val="accent2">
              <a:lumMod val="10000"/>
              <a:alpha val="8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VI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A5B484B-901C-47E0-4D65-CFD742FFF5C3}"/>
              </a:ext>
            </a:extLst>
          </p:cNvPr>
          <p:cNvGrpSpPr/>
          <p:nvPr userDrawn="1"/>
        </p:nvGrpSpPr>
        <p:grpSpPr>
          <a:xfrm>
            <a:off x="2" y="6594271"/>
            <a:ext cx="12191996" cy="263729"/>
            <a:chOff x="2" y="6594271"/>
            <a:chExt cx="12191996" cy="263729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A06C01A-D5EF-1B1C-0EA1-A207AA78ACC0}"/>
                </a:ext>
              </a:extLst>
            </p:cNvPr>
            <p:cNvGrpSpPr/>
            <p:nvPr/>
          </p:nvGrpSpPr>
          <p:grpSpPr>
            <a:xfrm>
              <a:off x="2" y="6594271"/>
              <a:ext cx="5785335" cy="263729"/>
              <a:chOff x="2" y="6302218"/>
              <a:chExt cx="12191998" cy="555782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93660806-AB67-802A-996C-64F412DF4968}"/>
                  </a:ext>
                </a:extLst>
              </p:cNvPr>
              <p:cNvGrpSpPr/>
              <p:nvPr/>
            </p:nvGrpSpPr>
            <p:grpSpPr>
              <a:xfrm rot="5400000">
                <a:off x="7342908" y="5056909"/>
                <a:ext cx="554183" cy="3047999"/>
                <a:chOff x="1499616" y="987552"/>
                <a:chExt cx="950976" cy="5230368"/>
              </a:xfrm>
            </p:grpSpPr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10F97FE5-50F4-0778-13DB-1F7DFF3BABF9}"/>
                    </a:ext>
                  </a:extLst>
                </p:cNvPr>
                <p:cNvSpPr/>
                <p:nvPr/>
              </p:nvSpPr>
              <p:spPr bwMode="auto">
                <a:xfrm>
                  <a:off x="1499616" y="987552"/>
                  <a:ext cx="950976" cy="5230368"/>
                </a:xfrm>
                <a:custGeom>
                  <a:avLst/>
                  <a:gdLst>
                    <a:gd name="connsiteX0" fmla="*/ 0 w 950976"/>
                    <a:gd name="connsiteY0" fmla="*/ 4754880 h 5230368"/>
                    <a:gd name="connsiteX1" fmla="*/ 475488 w 950976"/>
                    <a:gd name="connsiteY1" fmla="*/ 4754880 h 5230368"/>
                    <a:gd name="connsiteX2" fmla="*/ 475488 w 950976"/>
                    <a:gd name="connsiteY2" fmla="*/ 5230368 h 5230368"/>
                    <a:gd name="connsiteX3" fmla="*/ 0 w 950976"/>
                    <a:gd name="connsiteY3" fmla="*/ 5230368 h 5230368"/>
                    <a:gd name="connsiteX4" fmla="*/ 475488 w 950976"/>
                    <a:gd name="connsiteY4" fmla="*/ 4279392 h 5230368"/>
                    <a:gd name="connsiteX5" fmla="*/ 950976 w 950976"/>
                    <a:gd name="connsiteY5" fmla="*/ 4279392 h 5230368"/>
                    <a:gd name="connsiteX6" fmla="*/ 950976 w 950976"/>
                    <a:gd name="connsiteY6" fmla="*/ 4754880 h 5230368"/>
                    <a:gd name="connsiteX7" fmla="*/ 475488 w 950976"/>
                    <a:gd name="connsiteY7" fmla="*/ 4754880 h 5230368"/>
                    <a:gd name="connsiteX8" fmla="*/ 0 w 950976"/>
                    <a:gd name="connsiteY8" fmla="*/ 3803904 h 5230368"/>
                    <a:gd name="connsiteX9" fmla="*/ 475488 w 950976"/>
                    <a:gd name="connsiteY9" fmla="*/ 3803904 h 5230368"/>
                    <a:gd name="connsiteX10" fmla="*/ 475488 w 950976"/>
                    <a:gd name="connsiteY10" fmla="*/ 4279392 h 5230368"/>
                    <a:gd name="connsiteX11" fmla="*/ 0 w 950976"/>
                    <a:gd name="connsiteY11" fmla="*/ 4279392 h 5230368"/>
                    <a:gd name="connsiteX12" fmla="*/ 475488 w 950976"/>
                    <a:gd name="connsiteY12" fmla="*/ 3328416 h 5230368"/>
                    <a:gd name="connsiteX13" fmla="*/ 950976 w 950976"/>
                    <a:gd name="connsiteY13" fmla="*/ 3328416 h 5230368"/>
                    <a:gd name="connsiteX14" fmla="*/ 950976 w 950976"/>
                    <a:gd name="connsiteY14" fmla="*/ 3803904 h 5230368"/>
                    <a:gd name="connsiteX15" fmla="*/ 475488 w 950976"/>
                    <a:gd name="connsiteY15" fmla="*/ 3803904 h 5230368"/>
                    <a:gd name="connsiteX16" fmla="*/ 0 w 950976"/>
                    <a:gd name="connsiteY16" fmla="*/ 2852928 h 5230368"/>
                    <a:gd name="connsiteX17" fmla="*/ 475488 w 950976"/>
                    <a:gd name="connsiteY17" fmla="*/ 2852928 h 5230368"/>
                    <a:gd name="connsiteX18" fmla="*/ 475488 w 950976"/>
                    <a:gd name="connsiteY18" fmla="*/ 3328416 h 5230368"/>
                    <a:gd name="connsiteX19" fmla="*/ 0 w 950976"/>
                    <a:gd name="connsiteY19" fmla="*/ 3328416 h 5230368"/>
                    <a:gd name="connsiteX20" fmla="*/ 475488 w 950976"/>
                    <a:gd name="connsiteY20" fmla="*/ 2377440 h 5230368"/>
                    <a:gd name="connsiteX21" fmla="*/ 950976 w 950976"/>
                    <a:gd name="connsiteY21" fmla="*/ 2377440 h 5230368"/>
                    <a:gd name="connsiteX22" fmla="*/ 950976 w 950976"/>
                    <a:gd name="connsiteY22" fmla="*/ 2852928 h 5230368"/>
                    <a:gd name="connsiteX23" fmla="*/ 475488 w 950976"/>
                    <a:gd name="connsiteY23" fmla="*/ 2852928 h 5230368"/>
                    <a:gd name="connsiteX24" fmla="*/ 0 w 950976"/>
                    <a:gd name="connsiteY24" fmla="*/ 1901952 h 5230368"/>
                    <a:gd name="connsiteX25" fmla="*/ 475488 w 950976"/>
                    <a:gd name="connsiteY25" fmla="*/ 1901952 h 5230368"/>
                    <a:gd name="connsiteX26" fmla="*/ 475488 w 950976"/>
                    <a:gd name="connsiteY26" fmla="*/ 2377440 h 5230368"/>
                    <a:gd name="connsiteX27" fmla="*/ 0 w 950976"/>
                    <a:gd name="connsiteY27" fmla="*/ 2377440 h 5230368"/>
                    <a:gd name="connsiteX28" fmla="*/ 475488 w 950976"/>
                    <a:gd name="connsiteY28" fmla="*/ 1426464 h 5230368"/>
                    <a:gd name="connsiteX29" fmla="*/ 950976 w 950976"/>
                    <a:gd name="connsiteY29" fmla="*/ 1426464 h 5230368"/>
                    <a:gd name="connsiteX30" fmla="*/ 950976 w 950976"/>
                    <a:gd name="connsiteY30" fmla="*/ 1901952 h 5230368"/>
                    <a:gd name="connsiteX31" fmla="*/ 475488 w 950976"/>
                    <a:gd name="connsiteY31" fmla="*/ 1901952 h 5230368"/>
                    <a:gd name="connsiteX32" fmla="*/ 0 w 950976"/>
                    <a:gd name="connsiteY32" fmla="*/ 950976 h 5230368"/>
                    <a:gd name="connsiteX33" fmla="*/ 475488 w 950976"/>
                    <a:gd name="connsiteY33" fmla="*/ 950976 h 5230368"/>
                    <a:gd name="connsiteX34" fmla="*/ 475488 w 950976"/>
                    <a:gd name="connsiteY34" fmla="*/ 1426464 h 5230368"/>
                    <a:gd name="connsiteX35" fmla="*/ 0 w 950976"/>
                    <a:gd name="connsiteY35" fmla="*/ 1426464 h 5230368"/>
                    <a:gd name="connsiteX36" fmla="*/ 475488 w 950976"/>
                    <a:gd name="connsiteY36" fmla="*/ 475488 h 5230368"/>
                    <a:gd name="connsiteX37" fmla="*/ 950976 w 950976"/>
                    <a:gd name="connsiteY37" fmla="*/ 475488 h 5230368"/>
                    <a:gd name="connsiteX38" fmla="*/ 950976 w 950976"/>
                    <a:gd name="connsiteY38" fmla="*/ 950976 h 5230368"/>
                    <a:gd name="connsiteX39" fmla="*/ 475488 w 950976"/>
                    <a:gd name="connsiteY39" fmla="*/ 950976 h 5230368"/>
                    <a:gd name="connsiteX40" fmla="*/ 0 w 950976"/>
                    <a:gd name="connsiteY40" fmla="*/ 0 h 5230368"/>
                    <a:gd name="connsiteX41" fmla="*/ 475488 w 950976"/>
                    <a:gd name="connsiteY41" fmla="*/ 0 h 5230368"/>
                    <a:gd name="connsiteX42" fmla="*/ 475488 w 950976"/>
                    <a:gd name="connsiteY42" fmla="*/ 475488 h 5230368"/>
                    <a:gd name="connsiteX43" fmla="*/ 0 w 950976"/>
                    <a:gd name="connsiteY43" fmla="*/ 475488 h 523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8">
                      <a:moveTo>
                        <a:pt x="0" y="4754880"/>
                      </a:moveTo>
                      <a:lnTo>
                        <a:pt x="475488" y="4754880"/>
                      </a:lnTo>
                      <a:lnTo>
                        <a:pt x="475488" y="5230368"/>
                      </a:lnTo>
                      <a:lnTo>
                        <a:pt x="0" y="5230368"/>
                      </a:lnTo>
                      <a:close/>
                      <a:moveTo>
                        <a:pt x="475488" y="4279392"/>
                      </a:moveTo>
                      <a:lnTo>
                        <a:pt x="950976" y="4279392"/>
                      </a:lnTo>
                      <a:lnTo>
                        <a:pt x="950976" y="4754880"/>
                      </a:lnTo>
                      <a:lnTo>
                        <a:pt x="475488" y="4754880"/>
                      </a:lnTo>
                      <a:close/>
                      <a:moveTo>
                        <a:pt x="0" y="3803904"/>
                      </a:moveTo>
                      <a:lnTo>
                        <a:pt x="475488" y="3803904"/>
                      </a:lnTo>
                      <a:lnTo>
                        <a:pt x="475488" y="4279392"/>
                      </a:lnTo>
                      <a:lnTo>
                        <a:pt x="0" y="4279392"/>
                      </a:lnTo>
                      <a:close/>
                      <a:moveTo>
                        <a:pt x="475488" y="3328416"/>
                      </a:moveTo>
                      <a:lnTo>
                        <a:pt x="950976" y="3328416"/>
                      </a:lnTo>
                      <a:lnTo>
                        <a:pt x="950976" y="3803904"/>
                      </a:lnTo>
                      <a:lnTo>
                        <a:pt x="475488" y="3803904"/>
                      </a:lnTo>
                      <a:close/>
                      <a:moveTo>
                        <a:pt x="0" y="2852928"/>
                      </a:moveTo>
                      <a:lnTo>
                        <a:pt x="475488" y="2852928"/>
                      </a:lnTo>
                      <a:lnTo>
                        <a:pt x="475488" y="3328416"/>
                      </a:lnTo>
                      <a:lnTo>
                        <a:pt x="0" y="3328416"/>
                      </a:lnTo>
                      <a:close/>
                      <a:moveTo>
                        <a:pt x="475488" y="2377440"/>
                      </a:moveTo>
                      <a:lnTo>
                        <a:pt x="950976" y="2377440"/>
                      </a:lnTo>
                      <a:lnTo>
                        <a:pt x="950976" y="2852928"/>
                      </a:lnTo>
                      <a:lnTo>
                        <a:pt x="475488" y="2852928"/>
                      </a:lnTo>
                      <a:close/>
                      <a:moveTo>
                        <a:pt x="0" y="1901952"/>
                      </a:moveTo>
                      <a:lnTo>
                        <a:pt x="475488" y="1901952"/>
                      </a:lnTo>
                      <a:lnTo>
                        <a:pt x="475488" y="2377440"/>
                      </a:lnTo>
                      <a:lnTo>
                        <a:pt x="0" y="2377440"/>
                      </a:lnTo>
                      <a:close/>
                      <a:moveTo>
                        <a:pt x="475488" y="1426464"/>
                      </a:moveTo>
                      <a:lnTo>
                        <a:pt x="950976" y="1426464"/>
                      </a:lnTo>
                      <a:lnTo>
                        <a:pt x="950976" y="1901952"/>
                      </a:lnTo>
                      <a:lnTo>
                        <a:pt x="475488" y="1901952"/>
                      </a:lnTo>
                      <a:close/>
                      <a:moveTo>
                        <a:pt x="0" y="950976"/>
                      </a:moveTo>
                      <a:lnTo>
                        <a:pt x="475488" y="950976"/>
                      </a:lnTo>
                      <a:lnTo>
                        <a:pt x="475488" y="1426464"/>
                      </a:lnTo>
                      <a:lnTo>
                        <a:pt x="0" y="1426464"/>
                      </a:lnTo>
                      <a:close/>
                      <a:moveTo>
                        <a:pt x="475488" y="475488"/>
                      </a:moveTo>
                      <a:lnTo>
                        <a:pt x="950976" y="475488"/>
                      </a:lnTo>
                      <a:lnTo>
                        <a:pt x="950976" y="950976"/>
                      </a:lnTo>
                      <a:lnTo>
                        <a:pt x="475488" y="950976"/>
                      </a:lnTo>
                      <a:close/>
                      <a:moveTo>
                        <a:pt x="0" y="0"/>
                      </a:moveTo>
                      <a:lnTo>
                        <a:pt x="475488" y="0"/>
                      </a:lnTo>
                      <a:lnTo>
                        <a:pt x="475488" y="475488"/>
                      </a:lnTo>
                      <a:lnTo>
                        <a:pt x="0" y="4754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049F4E31-6973-1416-2B7A-4F7FE3F50A41}"/>
                    </a:ext>
                  </a:extLst>
                </p:cNvPr>
                <p:cNvSpPr/>
                <p:nvPr/>
              </p:nvSpPr>
              <p:spPr bwMode="auto">
                <a:xfrm>
                  <a:off x="1499616" y="987553"/>
                  <a:ext cx="950976" cy="5230367"/>
                </a:xfrm>
                <a:custGeom>
                  <a:avLst/>
                  <a:gdLst>
                    <a:gd name="connsiteX0" fmla="*/ 475488 w 950976"/>
                    <a:gd name="connsiteY0" fmla="*/ 4754879 h 5230367"/>
                    <a:gd name="connsiteX1" fmla="*/ 950976 w 950976"/>
                    <a:gd name="connsiteY1" fmla="*/ 4754879 h 5230367"/>
                    <a:gd name="connsiteX2" fmla="*/ 950976 w 950976"/>
                    <a:gd name="connsiteY2" fmla="*/ 5230367 h 5230367"/>
                    <a:gd name="connsiteX3" fmla="*/ 475488 w 950976"/>
                    <a:gd name="connsiteY3" fmla="*/ 5230367 h 5230367"/>
                    <a:gd name="connsiteX4" fmla="*/ 0 w 950976"/>
                    <a:gd name="connsiteY4" fmla="*/ 4279391 h 5230367"/>
                    <a:gd name="connsiteX5" fmla="*/ 475488 w 950976"/>
                    <a:gd name="connsiteY5" fmla="*/ 4279391 h 5230367"/>
                    <a:gd name="connsiteX6" fmla="*/ 475488 w 950976"/>
                    <a:gd name="connsiteY6" fmla="*/ 4754879 h 5230367"/>
                    <a:gd name="connsiteX7" fmla="*/ 0 w 950976"/>
                    <a:gd name="connsiteY7" fmla="*/ 4754879 h 5230367"/>
                    <a:gd name="connsiteX8" fmla="*/ 475488 w 950976"/>
                    <a:gd name="connsiteY8" fmla="*/ 3803903 h 5230367"/>
                    <a:gd name="connsiteX9" fmla="*/ 950976 w 950976"/>
                    <a:gd name="connsiteY9" fmla="*/ 3803903 h 5230367"/>
                    <a:gd name="connsiteX10" fmla="*/ 950976 w 950976"/>
                    <a:gd name="connsiteY10" fmla="*/ 4279391 h 5230367"/>
                    <a:gd name="connsiteX11" fmla="*/ 475488 w 950976"/>
                    <a:gd name="connsiteY11" fmla="*/ 4279391 h 5230367"/>
                    <a:gd name="connsiteX12" fmla="*/ 0 w 950976"/>
                    <a:gd name="connsiteY12" fmla="*/ 3328415 h 5230367"/>
                    <a:gd name="connsiteX13" fmla="*/ 475488 w 950976"/>
                    <a:gd name="connsiteY13" fmla="*/ 3328415 h 5230367"/>
                    <a:gd name="connsiteX14" fmla="*/ 475488 w 950976"/>
                    <a:gd name="connsiteY14" fmla="*/ 3803903 h 5230367"/>
                    <a:gd name="connsiteX15" fmla="*/ 0 w 950976"/>
                    <a:gd name="connsiteY15" fmla="*/ 3803903 h 5230367"/>
                    <a:gd name="connsiteX16" fmla="*/ 475488 w 950976"/>
                    <a:gd name="connsiteY16" fmla="*/ 2852927 h 5230367"/>
                    <a:gd name="connsiteX17" fmla="*/ 950976 w 950976"/>
                    <a:gd name="connsiteY17" fmla="*/ 2852927 h 5230367"/>
                    <a:gd name="connsiteX18" fmla="*/ 950976 w 950976"/>
                    <a:gd name="connsiteY18" fmla="*/ 3328415 h 5230367"/>
                    <a:gd name="connsiteX19" fmla="*/ 475488 w 950976"/>
                    <a:gd name="connsiteY19" fmla="*/ 3328415 h 5230367"/>
                    <a:gd name="connsiteX20" fmla="*/ 0 w 950976"/>
                    <a:gd name="connsiteY20" fmla="*/ 2377439 h 5230367"/>
                    <a:gd name="connsiteX21" fmla="*/ 475488 w 950976"/>
                    <a:gd name="connsiteY21" fmla="*/ 2377439 h 5230367"/>
                    <a:gd name="connsiteX22" fmla="*/ 475488 w 950976"/>
                    <a:gd name="connsiteY22" fmla="*/ 2852927 h 5230367"/>
                    <a:gd name="connsiteX23" fmla="*/ 0 w 950976"/>
                    <a:gd name="connsiteY23" fmla="*/ 2852927 h 5230367"/>
                    <a:gd name="connsiteX24" fmla="*/ 475488 w 950976"/>
                    <a:gd name="connsiteY24" fmla="*/ 1901951 h 5230367"/>
                    <a:gd name="connsiteX25" fmla="*/ 950976 w 950976"/>
                    <a:gd name="connsiteY25" fmla="*/ 1901951 h 5230367"/>
                    <a:gd name="connsiteX26" fmla="*/ 950976 w 950976"/>
                    <a:gd name="connsiteY26" fmla="*/ 2377439 h 5230367"/>
                    <a:gd name="connsiteX27" fmla="*/ 475488 w 950976"/>
                    <a:gd name="connsiteY27" fmla="*/ 2377439 h 5230367"/>
                    <a:gd name="connsiteX28" fmla="*/ 0 w 950976"/>
                    <a:gd name="connsiteY28" fmla="*/ 1426463 h 5230367"/>
                    <a:gd name="connsiteX29" fmla="*/ 475488 w 950976"/>
                    <a:gd name="connsiteY29" fmla="*/ 1426463 h 5230367"/>
                    <a:gd name="connsiteX30" fmla="*/ 475488 w 950976"/>
                    <a:gd name="connsiteY30" fmla="*/ 1901951 h 5230367"/>
                    <a:gd name="connsiteX31" fmla="*/ 0 w 950976"/>
                    <a:gd name="connsiteY31" fmla="*/ 1901951 h 5230367"/>
                    <a:gd name="connsiteX32" fmla="*/ 475488 w 950976"/>
                    <a:gd name="connsiteY32" fmla="*/ 950976 h 5230367"/>
                    <a:gd name="connsiteX33" fmla="*/ 950976 w 950976"/>
                    <a:gd name="connsiteY33" fmla="*/ 950976 h 5230367"/>
                    <a:gd name="connsiteX34" fmla="*/ 950976 w 950976"/>
                    <a:gd name="connsiteY34" fmla="*/ 1426463 h 5230367"/>
                    <a:gd name="connsiteX35" fmla="*/ 475488 w 950976"/>
                    <a:gd name="connsiteY35" fmla="*/ 1426463 h 5230367"/>
                    <a:gd name="connsiteX36" fmla="*/ 0 w 950976"/>
                    <a:gd name="connsiteY36" fmla="*/ 475488 h 5230367"/>
                    <a:gd name="connsiteX37" fmla="*/ 475488 w 950976"/>
                    <a:gd name="connsiteY37" fmla="*/ 475488 h 5230367"/>
                    <a:gd name="connsiteX38" fmla="*/ 475488 w 950976"/>
                    <a:gd name="connsiteY38" fmla="*/ 950976 h 5230367"/>
                    <a:gd name="connsiteX39" fmla="*/ 0 w 950976"/>
                    <a:gd name="connsiteY39" fmla="*/ 950976 h 5230367"/>
                    <a:gd name="connsiteX40" fmla="*/ 475488 w 950976"/>
                    <a:gd name="connsiteY40" fmla="*/ 0 h 5230367"/>
                    <a:gd name="connsiteX41" fmla="*/ 950976 w 950976"/>
                    <a:gd name="connsiteY41" fmla="*/ 0 h 5230367"/>
                    <a:gd name="connsiteX42" fmla="*/ 950976 w 950976"/>
                    <a:gd name="connsiteY42" fmla="*/ 475488 h 5230367"/>
                    <a:gd name="connsiteX43" fmla="*/ 475488 w 950976"/>
                    <a:gd name="connsiteY43" fmla="*/ 475488 h 52303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7">
                      <a:moveTo>
                        <a:pt x="475488" y="4754879"/>
                      </a:moveTo>
                      <a:lnTo>
                        <a:pt x="950976" y="4754879"/>
                      </a:lnTo>
                      <a:lnTo>
                        <a:pt x="950976" y="5230367"/>
                      </a:lnTo>
                      <a:lnTo>
                        <a:pt x="475488" y="5230367"/>
                      </a:lnTo>
                      <a:close/>
                      <a:moveTo>
                        <a:pt x="0" y="4279391"/>
                      </a:moveTo>
                      <a:lnTo>
                        <a:pt x="475488" y="4279391"/>
                      </a:lnTo>
                      <a:lnTo>
                        <a:pt x="475488" y="4754879"/>
                      </a:lnTo>
                      <a:lnTo>
                        <a:pt x="0" y="4754879"/>
                      </a:lnTo>
                      <a:close/>
                      <a:moveTo>
                        <a:pt x="475488" y="3803903"/>
                      </a:moveTo>
                      <a:lnTo>
                        <a:pt x="950976" y="3803903"/>
                      </a:lnTo>
                      <a:lnTo>
                        <a:pt x="950976" y="4279391"/>
                      </a:lnTo>
                      <a:lnTo>
                        <a:pt x="475488" y="4279391"/>
                      </a:lnTo>
                      <a:close/>
                      <a:moveTo>
                        <a:pt x="0" y="3328415"/>
                      </a:moveTo>
                      <a:lnTo>
                        <a:pt x="475488" y="3328415"/>
                      </a:lnTo>
                      <a:lnTo>
                        <a:pt x="475488" y="3803903"/>
                      </a:lnTo>
                      <a:lnTo>
                        <a:pt x="0" y="3803903"/>
                      </a:lnTo>
                      <a:close/>
                      <a:moveTo>
                        <a:pt x="475488" y="2852927"/>
                      </a:moveTo>
                      <a:lnTo>
                        <a:pt x="950976" y="2852927"/>
                      </a:lnTo>
                      <a:lnTo>
                        <a:pt x="950976" y="3328415"/>
                      </a:lnTo>
                      <a:lnTo>
                        <a:pt x="475488" y="3328415"/>
                      </a:lnTo>
                      <a:close/>
                      <a:moveTo>
                        <a:pt x="0" y="2377439"/>
                      </a:moveTo>
                      <a:lnTo>
                        <a:pt x="475488" y="2377439"/>
                      </a:lnTo>
                      <a:lnTo>
                        <a:pt x="475488" y="2852927"/>
                      </a:lnTo>
                      <a:lnTo>
                        <a:pt x="0" y="2852927"/>
                      </a:lnTo>
                      <a:close/>
                      <a:moveTo>
                        <a:pt x="475488" y="1901951"/>
                      </a:moveTo>
                      <a:lnTo>
                        <a:pt x="950976" y="1901951"/>
                      </a:lnTo>
                      <a:lnTo>
                        <a:pt x="950976" y="2377439"/>
                      </a:lnTo>
                      <a:lnTo>
                        <a:pt x="475488" y="2377439"/>
                      </a:lnTo>
                      <a:close/>
                      <a:moveTo>
                        <a:pt x="0" y="1426463"/>
                      </a:moveTo>
                      <a:lnTo>
                        <a:pt x="475488" y="1426463"/>
                      </a:lnTo>
                      <a:lnTo>
                        <a:pt x="475488" y="1901951"/>
                      </a:lnTo>
                      <a:lnTo>
                        <a:pt x="0" y="1901951"/>
                      </a:lnTo>
                      <a:close/>
                      <a:moveTo>
                        <a:pt x="475488" y="950976"/>
                      </a:moveTo>
                      <a:lnTo>
                        <a:pt x="950976" y="950976"/>
                      </a:lnTo>
                      <a:lnTo>
                        <a:pt x="950976" y="1426463"/>
                      </a:lnTo>
                      <a:lnTo>
                        <a:pt x="475488" y="1426463"/>
                      </a:lnTo>
                      <a:close/>
                      <a:moveTo>
                        <a:pt x="0" y="475488"/>
                      </a:moveTo>
                      <a:lnTo>
                        <a:pt x="475488" y="475488"/>
                      </a:lnTo>
                      <a:lnTo>
                        <a:pt x="475488" y="950976"/>
                      </a:lnTo>
                      <a:lnTo>
                        <a:pt x="0" y="950976"/>
                      </a:lnTo>
                      <a:close/>
                      <a:moveTo>
                        <a:pt x="475488" y="0"/>
                      </a:moveTo>
                      <a:lnTo>
                        <a:pt x="950976" y="0"/>
                      </a:lnTo>
                      <a:lnTo>
                        <a:pt x="950976" y="475488"/>
                      </a:lnTo>
                      <a:lnTo>
                        <a:pt x="475488" y="47548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BFADCA3A-C717-53E9-7C2D-CFCF5668090C}"/>
                  </a:ext>
                </a:extLst>
              </p:cNvPr>
              <p:cNvGrpSpPr/>
              <p:nvPr/>
            </p:nvGrpSpPr>
            <p:grpSpPr>
              <a:xfrm rot="5400000" flipH="1">
                <a:off x="4294909" y="5056909"/>
                <a:ext cx="554183" cy="3047999"/>
                <a:chOff x="1499616" y="987552"/>
                <a:chExt cx="950976" cy="5230368"/>
              </a:xfrm>
            </p:grpSpPr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826273CD-0F2E-53A8-62F9-B06ADCC629D4}"/>
                    </a:ext>
                  </a:extLst>
                </p:cNvPr>
                <p:cNvSpPr/>
                <p:nvPr/>
              </p:nvSpPr>
              <p:spPr bwMode="auto">
                <a:xfrm>
                  <a:off x="1499616" y="987552"/>
                  <a:ext cx="950976" cy="5230368"/>
                </a:xfrm>
                <a:custGeom>
                  <a:avLst/>
                  <a:gdLst>
                    <a:gd name="connsiteX0" fmla="*/ 0 w 950976"/>
                    <a:gd name="connsiteY0" fmla="*/ 4754880 h 5230368"/>
                    <a:gd name="connsiteX1" fmla="*/ 475488 w 950976"/>
                    <a:gd name="connsiteY1" fmla="*/ 4754880 h 5230368"/>
                    <a:gd name="connsiteX2" fmla="*/ 475488 w 950976"/>
                    <a:gd name="connsiteY2" fmla="*/ 5230368 h 5230368"/>
                    <a:gd name="connsiteX3" fmla="*/ 0 w 950976"/>
                    <a:gd name="connsiteY3" fmla="*/ 5230368 h 5230368"/>
                    <a:gd name="connsiteX4" fmla="*/ 475488 w 950976"/>
                    <a:gd name="connsiteY4" fmla="*/ 4279392 h 5230368"/>
                    <a:gd name="connsiteX5" fmla="*/ 950976 w 950976"/>
                    <a:gd name="connsiteY5" fmla="*/ 4279392 h 5230368"/>
                    <a:gd name="connsiteX6" fmla="*/ 950976 w 950976"/>
                    <a:gd name="connsiteY6" fmla="*/ 4754880 h 5230368"/>
                    <a:gd name="connsiteX7" fmla="*/ 475488 w 950976"/>
                    <a:gd name="connsiteY7" fmla="*/ 4754880 h 5230368"/>
                    <a:gd name="connsiteX8" fmla="*/ 0 w 950976"/>
                    <a:gd name="connsiteY8" fmla="*/ 3803904 h 5230368"/>
                    <a:gd name="connsiteX9" fmla="*/ 475488 w 950976"/>
                    <a:gd name="connsiteY9" fmla="*/ 3803904 h 5230368"/>
                    <a:gd name="connsiteX10" fmla="*/ 475488 w 950976"/>
                    <a:gd name="connsiteY10" fmla="*/ 4279392 h 5230368"/>
                    <a:gd name="connsiteX11" fmla="*/ 0 w 950976"/>
                    <a:gd name="connsiteY11" fmla="*/ 4279392 h 5230368"/>
                    <a:gd name="connsiteX12" fmla="*/ 475488 w 950976"/>
                    <a:gd name="connsiteY12" fmla="*/ 3328416 h 5230368"/>
                    <a:gd name="connsiteX13" fmla="*/ 950976 w 950976"/>
                    <a:gd name="connsiteY13" fmla="*/ 3328416 h 5230368"/>
                    <a:gd name="connsiteX14" fmla="*/ 950976 w 950976"/>
                    <a:gd name="connsiteY14" fmla="*/ 3803904 h 5230368"/>
                    <a:gd name="connsiteX15" fmla="*/ 475488 w 950976"/>
                    <a:gd name="connsiteY15" fmla="*/ 3803904 h 5230368"/>
                    <a:gd name="connsiteX16" fmla="*/ 0 w 950976"/>
                    <a:gd name="connsiteY16" fmla="*/ 2852928 h 5230368"/>
                    <a:gd name="connsiteX17" fmla="*/ 475488 w 950976"/>
                    <a:gd name="connsiteY17" fmla="*/ 2852928 h 5230368"/>
                    <a:gd name="connsiteX18" fmla="*/ 475488 w 950976"/>
                    <a:gd name="connsiteY18" fmla="*/ 3328416 h 5230368"/>
                    <a:gd name="connsiteX19" fmla="*/ 0 w 950976"/>
                    <a:gd name="connsiteY19" fmla="*/ 3328416 h 5230368"/>
                    <a:gd name="connsiteX20" fmla="*/ 475488 w 950976"/>
                    <a:gd name="connsiteY20" fmla="*/ 2377440 h 5230368"/>
                    <a:gd name="connsiteX21" fmla="*/ 950976 w 950976"/>
                    <a:gd name="connsiteY21" fmla="*/ 2377440 h 5230368"/>
                    <a:gd name="connsiteX22" fmla="*/ 950976 w 950976"/>
                    <a:gd name="connsiteY22" fmla="*/ 2852928 h 5230368"/>
                    <a:gd name="connsiteX23" fmla="*/ 475488 w 950976"/>
                    <a:gd name="connsiteY23" fmla="*/ 2852928 h 5230368"/>
                    <a:gd name="connsiteX24" fmla="*/ 0 w 950976"/>
                    <a:gd name="connsiteY24" fmla="*/ 1901952 h 5230368"/>
                    <a:gd name="connsiteX25" fmla="*/ 475488 w 950976"/>
                    <a:gd name="connsiteY25" fmla="*/ 1901952 h 5230368"/>
                    <a:gd name="connsiteX26" fmla="*/ 475488 w 950976"/>
                    <a:gd name="connsiteY26" fmla="*/ 2377440 h 5230368"/>
                    <a:gd name="connsiteX27" fmla="*/ 0 w 950976"/>
                    <a:gd name="connsiteY27" fmla="*/ 2377440 h 5230368"/>
                    <a:gd name="connsiteX28" fmla="*/ 475488 w 950976"/>
                    <a:gd name="connsiteY28" fmla="*/ 1426464 h 5230368"/>
                    <a:gd name="connsiteX29" fmla="*/ 950976 w 950976"/>
                    <a:gd name="connsiteY29" fmla="*/ 1426464 h 5230368"/>
                    <a:gd name="connsiteX30" fmla="*/ 950976 w 950976"/>
                    <a:gd name="connsiteY30" fmla="*/ 1901952 h 5230368"/>
                    <a:gd name="connsiteX31" fmla="*/ 475488 w 950976"/>
                    <a:gd name="connsiteY31" fmla="*/ 1901952 h 5230368"/>
                    <a:gd name="connsiteX32" fmla="*/ 0 w 950976"/>
                    <a:gd name="connsiteY32" fmla="*/ 950976 h 5230368"/>
                    <a:gd name="connsiteX33" fmla="*/ 475488 w 950976"/>
                    <a:gd name="connsiteY33" fmla="*/ 950976 h 5230368"/>
                    <a:gd name="connsiteX34" fmla="*/ 475488 w 950976"/>
                    <a:gd name="connsiteY34" fmla="*/ 1426464 h 5230368"/>
                    <a:gd name="connsiteX35" fmla="*/ 0 w 950976"/>
                    <a:gd name="connsiteY35" fmla="*/ 1426464 h 5230368"/>
                    <a:gd name="connsiteX36" fmla="*/ 475488 w 950976"/>
                    <a:gd name="connsiteY36" fmla="*/ 475488 h 5230368"/>
                    <a:gd name="connsiteX37" fmla="*/ 950976 w 950976"/>
                    <a:gd name="connsiteY37" fmla="*/ 475488 h 5230368"/>
                    <a:gd name="connsiteX38" fmla="*/ 950976 w 950976"/>
                    <a:gd name="connsiteY38" fmla="*/ 950976 h 5230368"/>
                    <a:gd name="connsiteX39" fmla="*/ 475488 w 950976"/>
                    <a:gd name="connsiteY39" fmla="*/ 950976 h 5230368"/>
                    <a:gd name="connsiteX40" fmla="*/ 0 w 950976"/>
                    <a:gd name="connsiteY40" fmla="*/ 0 h 5230368"/>
                    <a:gd name="connsiteX41" fmla="*/ 475488 w 950976"/>
                    <a:gd name="connsiteY41" fmla="*/ 0 h 5230368"/>
                    <a:gd name="connsiteX42" fmla="*/ 475488 w 950976"/>
                    <a:gd name="connsiteY42" fmla="*/ 475488 h 5230368"/>
                    <a:gd name="connsiteX43" fmla="*/ 0 w 950976"/>
                    <a:gd name="connsiteY43" fmla="*/ 475488 h 523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8">
                      <a:moveTo>
                        <a:pt x="0" y="4754880"/>
                      </a:moveTo>
                      <a:lnTo>
                        <a:pt x="475488" y="4754880"/>
                      </a:lnTo>
                      <a:lnTo>
                        <a:pt x="475488" y="5230368"/>
                      </a:lnTo>
                      <a:lnTo>
                        <a:pt x="0" y="5230368"/>
                      </a:lnTo>
                      <a:close/>
                      <a:moveTo>
                        <a:pt x="475488" y="4279392"/>
                      </a:moveTo>
                      <a:lnTo>
                        <a:pt x="950976" y="4279392"/>
                      </a:lnTo>
                      <a:lnTo>
                        <a:pt x="950976" y="4754880"/>
                      </a:lnTo>
                      <a:lnTo>
                        <a:pt x="475488" y="4754880"/>
                      </a:lnTo>
                      <a:close/>
                      <a:moveTo>
                        <a:pt x="0" y="3803904"/>
                      </a:moveTo>
                      <a:lnTo>
                        <a:pt x="475488" y="3803904"/>
                      </a:lnTo>
                      <a:lnTo>
                        <a:pt x="475488" y="4279392"/>
                      </a:lnTo>
                      <a:lnTo>
                        <a:pt x="0" y="4279392"/>
                      </a:lnTo>
                      <a:close/>
                      <a:moveTo>
                        <a:pt x="475488" y="3328416"/>
                      </a:moveTo>
                      <a:lnTo>
                        <a:pt x="950976" y="3328416"/>
                      </a:lnTo>
                      <a:lnTo>
                        <a:pt x="950976" y="3803904"/>
                      </a:lnTo>
                      <a:lnTo>
                        <a:pt x="475488" y="3803904"/>
                      </a:lnTo>
                      <a:close/>
                      <a:moveTo>
                        <a:pt x="0" y="2852928"/>
                      </a:moveTo>
                      <a:lnTo>
                        <a:pt x="475488" y="2852928"/>
                      </a:lnTo>
                      <a:lnTo>
                        <a:pt x="475488" y="3328416"/>
                      </a:lnTo>
                      <a:lnTo>
                        <a:pt x="0" y="3328416"/>
                      </a:lnTo>
                      <a:close/>
                      <a:moveTo>
                        <a:pt x="475488" y="2377440"/>
                      </a:moveTo>
                      <a:lnTo>
                        <a:pt x="950976" y="2377440"/>
                      </a:lnTo>
                      <a:lnTo>
                        <a:pt x="950976" y="2852928"/>
                      </a:lnTo>
                      <a:lnTo>
                        <a:pt x="475488" y="2852928"/>
                      </a:lnTo>
                      <a:close/>
                      <a:moveTo>
                        <a:pt x="0" y="1901952"/>
                      </a:moveTo>
                      <a:lnTo>
                        <a:pt x="475488" y="1901952"/>
                      </a:lnTo>
                      <a:lnTo>
                        <a:pt x="475488" y="2377440"/>
                      </a:lnTo>
                      <a:lnTo>
                        <a:pt x="0" y="2377440"/>
                      </a:lnTo>
                      <a:close/>
                      <a:moveTo>
                        <a:pt x="475488" y="1426464"/>
                      </a:moveTo>
                      <a:lnTo>
                        <a:pt x="950976" y="1426464"/>
                      </a:lnTo>
                      <a:lnTo>
                        <a:pt x="950976" y="1901952"/>
                      </a:lnTo>
                      <a:lnTo>
                        <a:pt x="475488" y="1901952"/>
                      </a:lnTo>
                      <a:close/>
                      <a:moveTo>
                        <a:pt x="0" y="950976"/>
                      </a:moveTo>
                      <a:lnTo>
                        <a:pt x="475488" y="950976"/>
                      </a:lnTo>
                      <a:lnTo>
                        <a:pt x="475488" y="1426464"/>
                      </a:lnTo>
                      <a:lnTo>
                        <a:pt x="0" y="1426464"/>
                      </a:lnTo>
                      <a:close/>
                      <a:moveTo>
                        <a:pt x="475488" y="475488"/>
                      </a:moveTo>
                      <a:lnTo>
                        <a:pt x="950976" y="475488"/>
                      </a:lnTo>
                      <a:lnTo>
                        <a:pt x="950976" y="950976"/>
                      </a:lnTo>
                      <a:lnTo>
                        <a:pt x="475488" y="950976"/>
                      </a:lnTo>
                      <a:close/>
                      <a:moveTo>
                        <a:pt x="0" y="0"/>
                      </a:moveTo>
                      <a:lnTo>
                        <a:pt x="475488" y="0"/>
                      </a:lnTo>
                      <a:lnTo>
                        <a:pt x="475488" y="475488"/>
                      </a:lnTo>
                      <a:lnTo>
                        <a:pt x="0" y="4754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776F0378-2F08-A158-62DA-7E3D60A307B9}"/>
                    </a:ext>
                  </a:extLst>
                </p:cNvPr>
                <p:cNvSpPr/>
                <p:nvPr/>
              </p:nvSpPr>
              <p:spPr bwMode="auto">
                <a:xfrm>
                  <a:off x="1499616" y="987553"/>
                  <a:ext cx="950976" cy="5230367"/>
                </a:xfrm>
                <a:custGeom>
                  <a:avLst/>
                  <a:gdLst>
                    <a:gd name="connsiteX0" fmla="*/ 475488 w 950976"/>
                    <a:gd name="connsiteY0" fmla="*/ 4754879 h 5230367"/>
                    <a:gd name="connsiteX1" fmla="*/ 950976 w 950976"/>
                    <a:gd name="connsiteY1" fmla="*/ 4754879 h 5230367"/>
                    <a:gd name="connsiteX2" fmla="*/ 950976 w 950976"/>
                    <a:gd name="connsiteY2" fmla="*/ 5230367 h 5230367"/>
                    <a:gd name="connsiteX3" fmla="*/ 475488 w 950976"/>
                    <a:gd name="connsiteY3" fmla="*/ 5230367 h 5230367"/>
                    <a:gd name="connsiteX4" fmla="*/ 0 w 950976"/>
                    <a:gd name="connsiteY4" fmla="*/ 4279391 h 5230367"/>
                    <a:gd name="connsiteX5" fmla="*/ 475488 w 950976"/>
                    <a:gd name="connsiteY5" fmla="*/ 4279391 h 5230367"/>
                    <a:gd name="connsiteX6" fmla="*/ 475488 w 950976"/>
                    <a:gd name="connsiteY6" fmla="*/ 4754879 h 5230367"/>
                    <a:gd name="connsiteX7" fmla="*/ 0 w 950976"/>
                    <a:gd name="connsiteY7" fmla="*/ 4754879 h 5230367"/>
                    <a:gd name="connsiteX8" fmla="*/ 475488 w 950976"/>
                    <a:gd name="connsiteY8" fmla="*/ 3803903 h 5230367"/>
                    <a:gd name="connsiteX9" fmla="*/ 950976 w 950976"/>
                    <a:gd name="connsiteY9" fmla="*/ 3803903 h 5230367"/>
                    <a:gd name="connsiteX10" fmla="*/ 950976 w 950976"/>
                    <a:gd name="connsiteY10" fmla="*/ 4279391 h 5230367"/>
                    <a:gd name="connsiteX11" fmla="*/ 475488 w 950976"/>
                    <a:gd name="connsiteY11" fmla="*/ 4279391 h 5230367"/>
                    <a:gd name="connsiteX12" fmla="*/ 0 w 950976"/>
                    <a:gd name="connsiteY12" fmla="*/ 3328415 h 5230367"/>
                    <a:gd name="connsiteX13" fmla="*/ 475488 w 950976"/>
                    <a:gd name="connsiteY13" fmla="*/ 3328415 h 5230367"/>
                    <a:gd name="connsiteX14" fmla="*/ 475488 w 950976"/>
                    <a:gd name="connsiteY14" fmla="*/ 3803903 h 5230367"/>
                    <a:gd name="connsiteX15" fmla="*/ 0 w 950976"/>
                    <a:gd name="connsiteY15" fmla="*/ 3803903 h 5230367"/>
                    <a:gd name="connsiteX16" fmla="*/ 475488 w 950976"/>
                    <a:gd name="connsiteY16" fmla="*/ 2852927 h 5230367"/>
                    <a:gd name="connsiteX17" fmla="*/ 950976 w 950976"/>
                    <a:gd name="connsiteY17" fmla="*/ 2852927 h 5230367"/>
                    <a:gd name="connsiteX18" fmla="*/ 950976 w 950976"/>
                    <a:gd name="connsiteY18" fmla="*/ 3328415 h 5230367"/>
                    <a:gd name="connsiteX19" fmla="*/ 475488 w 950976"/>
                    <a:gd name="connsiteY19" fmla="*/ 3328415 h 5230367"/>
                    <a:gd name="connsiteX20" fmla="*/ 0 w 950976"/>
                    <a:gd name="connsiteY20" fmla="*/ 2377439 h 5230367"/>
                    <a:gd name="connsiteX21" fmla="*/ 475488 w 950976"/>
                    <a:gd name="connsiteY21" fmla="*/ 2377439 h 5230367"/>
                    <a:gd name="connsiteX22" fmla="*/ 475488 w 950976"/>
                    <a:gd name="connsiteY22" fmla="*/ 2852927 h 5230367"/>
                    <a:gd name="connsiteX23" fmla="*/ 0 w 950976"/>
                    <a:gd name="connsiteY23" fmla="*/ 2852927 h 5230367"/>
                    <a:gd name="connsiteX24" fmla="*/ 475488 w 950976"/>
                    <a:gd name="connsiteY24" fmla="*/ 1901951 h 5230367"/>
                    <a:gd name="connsiteX25" fmla="*/ 950976 w 950976"/>
                    <a:gd name="connsiteY25" fmla="*/ 1901951 h 5230367"/>
                    <a:gd name="connsiteX26" fmla="*/ 950976 w 950976"/>
                    <a:gd name="connsiteY26" fmla="*/ 2377439 h 5230367"/>
                    <a:gd name="connsiteX27" fmla="*/ 475488 w 950976"/>
                    <a:gd name="connsiteY27" fmla="*/ 2377439 h 5230367"/>
                    <a:gd name="connsiteX28" fmla="*/ 0 w 950976"/>
                    <a:gd name="connsiteY28" fmla="*/ 1426463 h 5230367"/>
                    <a:gd name="connsiteX29" fmla="*/ 475488 w 950976"/>
                    <a:gd name="connsiteY29" fmla="*/ 1426463 h 5230367"/>
                    <a:gd name="connsiteX30" fmla="*/ 475488 w 950976"/>
                    <a:gd name="connsiteY30" fmla="*/ 1901951 h 5230367"/>
                    <a:gd name="connsiteX31" fmla="*/ 0 w 950976"/>
                    <a:gd name="connsiteY31" fmla="*/ 1901951 h 5230367"/>
                    <a:gd name="connsiteX32" fmla="*/ 475488 w 950976"/>
                    <a:gd name="connsiteY32" fmla="*/ 950976 h 5230367"/>
                    <a:gd name="connsiteX33" fmla="*/ 950976 w 950976"/>
                    <a:gd name="connsiteY33" fmla="*/ 950976 h 5230367"/>
                    <a:gd name="connsiteX34" fmla="*/ 950976 w 950976"/>
                    <a:gd name="connsiteY34" fmla="*/ 1426463 h 5230367"/>
                    <a:gd name="connsiteX35" fmla="*/ 475488 w 950976"/>
                    <a:gd name="connsiteY35" fmla="*/ 1426463 h 5230367"/>
                    <a:gd name="connsiteX36" fmla="*/ 0 w 950976"/>
                    <a:gd name="connsiteY36" fmla="*/ 475488 h 5230367"/>
                    <a:gd name="connsiteX37" fmla="*/ 475488 w 950976"/>
                    <a:gd name="connsiteY37" fmla="*/ 475488 h 5230367"/>
                    <a:gd name="connsiteX38" fmla="*/ 475488 w 950976"/>
                    <a:gd name="connsiteY38" fmla="*/ 950976 h 5230367"/>
                    <a:gd name="connsiteX39" fmla="*/ 0 w 950976"/>
                    <a:gd name="connsiteY39" fmla="*/ 950976 h 5230367"/>
                    <a:gd name="connsiteX40" fmla="*/ 475488 w 950976"/>
                    <a:gd name="connsiteY40" fmla="*/ 0 h 5230367"/>
                    <a:gd name="connsiteX41" fmla="*/ 950976 w 950976"/>
                    <a:gd name="connsiteY41" fmla="*/ 0 h 5230367"/>
                    <a:gd name="connsiteX42" fmla="*/ 950976 w 950976"/>
                    <a:gd name="connsiteY42" fmla="*/ 475488 h 5230367"/>
                    <a:gd name="connsiteX43" fmla="*/ 475488 w 950976"/>
                    <a:gd name="connsiteY43" fmla="*/ 475488 h 52303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7">
                      <a:moveTo>
                        <a:pt x="475488" y="4754879"/>
                      </a:moveTo>
                      <a:lnTo>
                        <a:pt x="950976" y="4754879"/>
                      </a:lnTo>
                      <a:lnTo>
                        <a:pt x="950976" y="5230367"/>
                      </a:lnTo>
                      <a:lnTo>
                        <a:pt x="475488" y="5230367"/>
                      </a:lnTo>
                      <a:close/>
                      <a:moveTo>
                        <a:pt x="0" y="4279391"/>
                      </a:moveTo>
                      <a:lnTo>
                        <a:pt x="475488" y="4279391"/>
                      </a:lnTo>
                      <a:lnTo>
                        <a:pt x="475488" y="4754879"/>
                      </a:lnTo>
                      <a:lnTo>
                        <a:pt x="0" y="4754879"/>
                      </a:lnTo>
                      <a:close/>
                      <a:moveTo>
                        <a:pt x="475488" y="3803903"/>
                      </a:moveTo>
                      <a:lnTo>
                        <a:pt x="950976" y="3803903"/>
                      </a:lnTo>
                      <a:lnTo>
                        <a:pt x="950976" y="4279391"/>
                      </a:lnTo>
                      <a:lnTo>
                        <a:pt x="475488" y="4279391"/>
                      </a:lnTo>
                      <a:close/>
                      <a:moveTo>
                        <a:pt x="0" y="3328415"/>
                      </a:moveTo>
                      <a:lnTo>
                        <a:pt x="475488" y="3328415"/>
                      </a:lnTo>
                      <a:lnTo>
                        <a:pt x="475488" y="3803903"/>
                      </a:lnTo>
                      <a:lnTo>
                        <a:pt x="0" y="3803903"/>
                      </a:lnTo>
                      <a:close/>
                      <a:moveTo>
                        <a:pt x="475488" y="2852927"/>
                      </a:moveTo>
                      <a:lnTo>
                        <a:pt x="950976" y="2852927"/>
                      </a:lnTo>
                      <a:lnTo>
                        <a:pt x="950976" y="3328415"/>
                      </a:lnTo>
                      <a:lnTo>
                        <a:pt x="475488" y="3328415"/>
                      </a:lnTo>
                      <a:close/>
                      <a:moveTo>
                        <a:pt x="0" y="2377439"/>
                      </a:moveTo>
                      <a:lnTo>
                        <a:pt x="475488" y="2377439"/>
                      </a:lnTo>
                      <a:lnTo>
                        <a:pt x="475488" y="2852927"/>
                      </a:lnTo>
                      <a:lnTo>
                        <a:pt x="0" y="2852927"/>
                      </a:lnTo>
                      <a:close/>
                      <a:moveTo>
                        <a:pt x="475488" y="1901951"/>
                      </a:moveTo>
                      <a:lnTo>
                        <a:pt x="950976" y="1901951"/>
                      </a:lnTo>
                      <a:lnTo>
                        <a:pt x="950976" y="2377439"/>
                      </a:lnTo>
                      <a:lnTo>
                        <a:pt x="475488" y="2377439"/>
                      </a:lnTo>
                      <a:close/>
                      <a:moveTo>
                        <a:pt x="0" y="1426463"/>
                      </a:moveTo>
                      <a:lnTo>
                        <a:pt x="475488" y="1426463"/>
                      </a:lnTo>
                      <a:lnTo>
                        <a:pt x="475488" y="1901951"/>
                      </a:lnTo>
                      <a:lnTo>
                        <a:pt x="0" y="1901951"/>
                      </a:lnTo>
                      <a:close/>
                      <a:moveTo>
                        <a:pt x="475488" y="950976"/>
                      </a:moveTo>
                      <a:lnTo>
                        <a:pt x="950976" y="950976"/>
                      </a:lnTo>
                      <a:lnTo>
                        <a:pt x="950976" y="1426463"/>
                      </a:lnTo>
                      <a:lnTo>
                        <a:pt x="475488" y="1426463"/>
                      </a:lnTo>
                      <a:close/>
                      <a:moveTo>
                        <a:pt x="0" y="475488"/>
                      </a:moveTo>
                      <a:lnTo>
                        <a:pt x="475488" y="475488"/>
                      </a:lnTo>
                      <a:lnTo>
                        <a:pt x="475488" y="950976"/>
                      </a:lnTo>
                      <a:lnTo>
                        <a:pt x="0" y="950976"/>
                      </a:lnTo>
                      <a:close/>
                      <a:moveTo>
                        <a:pt x="475488" y="0"/>
                      </a:moveTo>
                      <a:lnTo>
                        <a:pt x="950976" y="0"/>
                      </a:lnTo>
                      <a:lnTo>
                        <a:pt x="950976" y="475488"/>
                      </a:lnTo>
                      <a:lnTo>
                        <a:pt x="475488" y="47548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5E2DB6E4-C68E-D929-9FC6-FE9659397F6D}"/>
                  </a:ext>
                </a:extLst>
              </p:cNvPr>
              <p:cNvGrpSpPr/>
              <p:nvPr/>
            </p:nvGrpSpPr>
            <p:grpSpPr>
              <a:xfrm rot="5400000">
                <a:off x="1246910" y="5056909"/>
                <a:ext cx="554183" cy="3047999"/>
                <a:chOff x="1499616" y="987552"/>
                <a:chExt cx="950976" cy="5230368"/>
              </a:xfrm>
            </p:grpSpPr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C359088C-8DD4-18A2-EC93-2613BA7F2C70}"/>
                    </a:ext>
                  </a:extLst>
                </p:cNvPr>
                <p:cNvSpPr/>
                <p:nvPr/>
              </p:nvSpPr>
              <p:spPr bwMode="auto">
                <a:xfrm>
                  <a:off x="1499616" y="987552"/>
                  <a:ext cx="950976" cy="5230368"/>
                </a:xfrm>
                <a:custGeom>
                  <a:avLst/>
                  <a:gdLst>
                    <a:gd name="connsiteX0" fmla="*/ 0 w 950976"/>
                    <a:gd name="connsiteY0" fmla="*/ 4754880 h 5230368"/>
                    <a:gd name="connsiteX1" fmla="*/ 475488 w 950976"/>
                    <a:gd name="connsiteY1" fmla="*/ 4754880 h 5230368"/>
                    <a:gd name="connsiteX2" fmla="*/ 475488 w 950976"/>
                    <a:gd name="connsiteY2" fmla="*/ 5230368 h 5230368"/>
                    <a:gd name="connsiteX3" fmla="*/ 0 w 950976"/>
                    <a:gd name="connsiteY3" fmla="*/ 5230368 h 5230368"/>
                    <a:gd name="connsiteX4" fmla="*/ 475488 w 950976"/>
                    <a:gd name="connsiteY4" fmla="*/ 4279392 h 5230368"/>
                    <a:gd name="connsiteX5" fmla="*/ 950976 w 950976"/>
                    <a:gd name="connsiteY5" fmla="*/ 4279392 h 5230368"/>
                    <a:gd name="connsiteX6" fmla="*/ 950976 w 950976"/>
                    <a:gd name="connsiteY6" fmla="*/ 4754880 h 5230368"/>
                    <a:gd name="connsiteX7" fmla="*/ 475488 w 950976"/>
                    <a:gd name="connsiteY7" fmla="*/ 4754880 h 5230368"/>
                    <a:gd name="connsiteX8" fmla="*/ 0 w 950976"/>
                    <a:gd name="connsiteY8" fmla="*/ 3803904 h 5230368"/>
                    <a:gd name="connsiteX9" fmla="*/ 475488 w 950976"/>
                    <a:gd name="connsiteY9" fmla="*/ 3803904 h 5230368"/>
                    <a:gd name="connsiteX10" fmla="*/ 475488 w 950976"/>
                    <a:gd name="connsiteY10" fmla="*/ 4279392 h 5230368"/>
                    <a:gd name="connsiteX11" fmla="*/ 0 w 950976"/>
                    <a:gd name="connsiteY11" fmla="*/ 4279392 h 5230368"/>
                    <a:gd name="connsiteX12" fmla="*/ 475488 w 950976"/>
                    <a:gd name="connsiteY12" fmla="*/ 3328416 h 5230368"/>
                    <a:gd name="connsiteX13" fmla="*/ 950976 w 950976"/>
                    <a:gd name="connsiteY13" fmla="*/ 3328416 h 5230368"/>
                    <a:gd name="connsiteX14" fmla="*/ 950976 w 950976"/>
                    <a:gd name="connsiteY14" fmla="*/ 3803904 h 5230368"/>
                    <a:gd name="connsiteX15" fmla="*/ 475488 w 950976"/>
                    <a:gd name="connsiteY15" fmla="*/ 3803904 h 5230368"/>
                    <a:gd name="connsiteX16" fmla="*/ 0 w 950976"/>
                    <a:gd name="connsiteY16" fmla="*/ 2852928 h 5230368"/>
                    <a:gd name="connsiteX17" fmla="*/ 475488 w 950976"/>
                    <a:gd name="connsiteY17" fmla="*/ 2852928 h 5230368"/>
                    <a:gd name="connsiteX18" fmla="*/ 475488 w 950976"/>
                    <a:gd name="connsiteY18" fmla="*/ 3328416 h 5230368"/>
                    <a:gd name="connsiteX19" fmla="*/ 0 w 950976"/>
                    <a:gd name="connsiteY19" fmla="*/ 3328416 h 5230368"/>
                    <a:gd name="connsiteX20" fmla="*/ 475488 w 950976"/>
                    <a:gd name="connsiteY20" fmla="*/ 2377440 h 5230368"/>
                    <a:gd name="connsiteX21" fmla="*/ 950976 w 950976"/>
                    <a:gd name="connsiteY21" fmla="*/ 2377440 h 5230368"/>
                    <a:gd name="connsiteX22" fmla="*/ 950976 w 950976"/>
                    <a:gd name="connsiteY22" fmla="*/ 2852928 h 5230368"/>
                    <a:gd name="connsiteX23" fmla="*/ 475488 w 950976"/>
                    <a:gd name="connsiteY23" fmla="*/ 2852928 h 5230368"/>
                    <a:gd name="connsiteX24" fmla="*/ 0 w 950976"/>
                    <a:gd name="connsiteY24" fmla="*/ 1901952 h 5230368"/>
                    <a:gd name="connsiteX25" fmla="*/ 475488 w 950976"/>
                    <a:gd name="connsiteY25" fmla="*/ 1901952 h 5230368"/>
                    <a:gd name="connsiteX26" fmla="*/ 475488 w 950976"/>
                    <a:gd name="connsiteY26" fmla="*/ 2377440 h 5230368"/>
                    <a:gd name="connsiteX27" fmla="*/ 0 w 950976"/>
                    <a:gd name="connsiteY27" fmla="*/ 2377440 h 5230368"/>
                    <a:gd name="connsiteX28" fmla="*/ 475488 w 950976"/>
                    <a:gd name="connsiteY28" fmla="*/ 1426464 h 5230368"/>
                    <a:gd name="connsiteX29" fmla="*/ 950976 w 950976"/>
                    <a:gd name="connsiteY29" fmla="*/ 1426464 h 5230368"/>
                    <a:gd name="connsiteX30" fmla="*/ 950976 w 950976"/>
                    <a:gd name="connsiteY30" fmla="*/ 1901952 h 5230368"/>
                    <a:gd name="connsiteX31" fmla="*/ 475488 w 950976"/>
                    <a:gd name="connsiteY31" fmla="*/ 1901952 h 5230368"/>
                    <a:gd name="connsiteX32" fmla="*/ 0 w 950976"/>
                    <a:gd name="connsiteY32" fmla="*/ 950976 h 5230368"/>
                    <a:gd name="connsiteX33" fmla="*/ 475488 w 950976"/>
                    <a:gd name="connsiteY33" fmla="*/ 950976 h 5230368"/>
                    <a:gd name="connsiteX34" fmla="*/ 475488 w 950976"/>
                    <a:gd name="connsiteY34" fmla="*/ 1426464 h 5230368"/>
                    <a:gd name="connsiteX35" fmla="*/ 0 w 950976"/>
                    <a:gd name="connsiteY35" fmla="*/ 1426464 h 5230368"/>
                    <a:gd name="connsiteX36" fmla="*/ 475488 w 950976"/>
                    <a:gd name="connsiteY36" fmla="*/ 475488 h 5230368"/>
                    <a:gd name="connsiteX37" fmla="*/ 950976 w 950976"/>
                    <a:gd name="connsiteY37" fmla="*/ 475488 h 5230368"/>
                    <a:gd name="connsiteX38" fmla="*/ 950976 w 950976"/>
                    <a:gd name="connsiteY38" fmla="*/ 950976 h 5230368"/>
                    <a:gd name="connsiteX39" fmla="*/ 475488 w 950976"/>
                    <a:gd name="connsiteY39" fmla="*/ 950976 h 5230368"/>
                    <a:gd name="connsiteX40" fmla="*/ 0 w 950976"/>
                    <a:gd name="connsiteY40" fmla="*/ 0 h 5230368"/>
                    <a:gd name="connsiteX41" fmla="*/ 475488 w 950976"/>
                    <a:gd name="connsiteY41" fmla="*/ 0 h 5230368"/>
                    <a:gd name="connsiteX42" fmla="*/ 475488 w 950976"/>
                    <a:gd name="connsiteY42" fmla="*/ 475488 h 5230368"/>
                    <a:gd name="connsiteX43" fmla="*/ 0 w 950976"/>
                    <a:gd name="connsiteY43" fmla="*/ 475488 h 523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8">
                      <a:moveTo>
                        <a:pt x="0" y="4754880"/>
                      </a:moveTo>
                      <a:lnTo>
                        <a:pt x="475488" y="4754880"/>
                      </a:lnTo>
                      <a:lnTo>
                        <a:pt x="475488" y="5230368"/>
                      </a:lnTo>
                      <a:lnTo>
                        <a:pt x="0" y="5230368"/>
                      </a:lnTo>
                      <a:close/>
                      <a:moveTo>
                        <a:pt x="475488" y="4279392"/>
                      </a:moveTo>
                      <a:lnTo>
                        <a:pt x="950976" y="4279392"/>
                      </a:lnTo>
                      <a:lnTo>
                        <a:pt x="950976" y="4754880"/>
                      </a:lnTo>
                      <a:lnTo>
                        <a:pt x="475488" y="4754880"/>
                      </a:lnTo>
                      <a:close/>
                      <a:moveTo>
                        <a:pt x="0" y="3803904"/>
                      </a:moveTo>
                      <a:lnTo>
                        <a:pt x="475488" y="3803904"/>
                      </a:lnTo>
                      <a:lnTo>
                        <a:pt x="475488" y="4279392"/>
                      </a:lnTo>
                      <a:lnTo>
                        <a:pt x="0" y="4279392"/>
                      </a:lnTo>
                      <a:close/>
                      <a:moveTo>
                        <a:pt x="475488" y="3328416"/>
                      </a:moveTo>
                      <a:lnTo>
                        <a:pt x="950976" y="3328416"/>
                      </a:lnTo>
                      <a:lnTo>
                        <a:pt x="950976" y="3803904"/>
                      </a:lnTo>
                      <a:lnTo>
                        <a:pt x="475488" y="3803904"/>
                      </a:lnTo>
                      <a:close/>
                      <a:moveTo>
                        <a:pt x="0" y="2852928"/>
                      </a:moveTo>
                      <a:lnTo>
                        <a:pt x="475488" y="2852928"/>
                      </a:lnTo>
                      <a:lnTo>
                        <a:pt x="475488" y="3328416"/>
                      </a:lnTo>
                      <a:lnTo>
                        <a:pt x="0" y="3328416"/>
                      </a:lnTo>
                      <a:close/>
                      <a:moveTo>
                        <a:pt x="475488" y="2377440"/>
                      </a:moveTo>
                      <a:lnTo>
                        <a:pt x="950976" y="2377440"/>
                      </a:lnTo>
                      <a:lnTo>
                        <a:pt x="950976" y="2852928"/>
                      </a:lnTo>
                      <a:lnTo>
                        <a:pt x="475488" y="2852928"/>
                      </a:lnTo>
                      <a:close/>
                      <a:moveTo>
                        <a:pt x="0" y="1901952"/>
                      </a:moveTo>
                      <a:lnTo>
                        <a:pt x="475488" y="1901952"/>
                      </a:lnTo>
                      <a:lnTo>
                        <a:pt x="475488" y="2377440"/>
                      </a:lnTo>
                      <a:lnTo>
                        <a:pt x="0" y="2377440"/>
                      </a:lnTo>
                      <a:close/>
                      <a:moveTo>
                        <a:pt x="475488" y="1426464"/>
                      </a:moveTo>
                      <a:lnTo>
                        <a:pt x="950976" y="1426464"/>
                      </a:lnTo>
                      <a:lnTo>
                        <a:pt x="950976" y="1901952"/>
                      </a:lnTo>
                      <a:lnTo>
                        <a:pt x="475488" y="1901952"/>
                      </a:lnTo>
                      <a:close/>
                      <a:moveTo>
                        <a:pt x="0" y="950976"/>
                      </a:moveTo>
                      <a:lnTo>
                        <a:pt x="475488" y="950976"/>
                      </a:lnTo>
                      <a:lnTo>
                        <a:pt x="475488" y="1426464"/>
                      </a:lnTo>
                      <a:lnTo>
                        <a:pt x="0" y="1426464"/>
                      </a:lnTo>
                      <a:close/>
                      <a:moveTo>
                        <a:pt x="475488" y="475488"/>
                      </a:moveTo>
                      <a:lnTo>
                        <a:pt x="950976" y="475488"/>
                      </a:lnTo>
                      <a:lnTo>
                        <a:pt x="950976" y="950976"/>
                      </a:lnTo>
                      <a:lnTo>
                        <a:pt x="475488" y="950976"/>
                      </a:lnTo>
                      <a:close/>
                      <a:moveTo>
                        <a:pt x="0" y="0"/>
                      </a:moveTo>
                      <a:lnTo>
                        <a:pt x="475488" y="0"/>
                      </a:lnTo>
                      <a:lnTo>
                        <a:pt x="475488" y="475488"/>
                      </a:lnTo>
                      <a:lnTo>
                        <a:pt x="0" y="4754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399A2271-230E-0D64-4A42-B8705C64D8B6}"/>
                    </a:ext>
                  </a:extLst>
                </p:cNvPr>
                <p:cNvSpPr/>
                <p:nvPr/>
              </p:nvSpPr>
              <p:spPr bwMode="auto">
                <a:xfrm>
                  <a:off x="1499616" y="987553"/>
                  <a:ext cx="950976" cy="5230367"/>
                </a:xfrm>
                <a:custGeom>
                  <a:avLst/>
                  <a:gdLst>
                    <a:gd name="connsiteX0" fmla="*/ 475488 w 950976"/>
                    <a:gd name="connsiteY0" fmla="*/ 4754879 h 5230367"/>
                    <a:gd name="connsiteX1" fmla="*/ 950976 w 950976"/>
                    <a:gd name="connsiteY1" fmla="*/ 4754879 h 5230367"/>
                    <a:gd name="connsiteX2" fmla="*/ 950976 w 950976"/>
                    <a:gd name="connsiteY2" fmla="*/ 5230367 h 5230367"/>
                    <a:gd name="connsiteX3" fmla="*/ 475488 w 950976"/>
                    <a:gd name="connsiteY3" fmla="*/ 5230367 h 5230367"/>
                    <a:gd name="connsiteX4" fmla="*/ 0 w 950976"/>
                    <a:gd name="connsiteY4" fmla="*/ 4279391 h 5230367"/>
                    <a:gd name="connsiteX5" fmla="*/ 475488 w 950976"/>
                    <a:gd name="connsiteY5" fmla="*/ 4279391 h 5230367"/>
                    <a:gd name="connsiteX6" fmla="*/ 475488 w 950976"/>
                    <a:gd name="connsiteY6" fmla="*/ 4754879 h 5230367"/>
                    <a:gd name="connsiteX7" fmla="*/ 0 w 950976"/>
                    <a:gd name="connsiteY7" fmla="*/ 4754879 h 5230367"/>
                    <a:gd name="connsiteX8" fmla="*/ 475488 w 950976"/>
                    <a:gd name="connsiteY8" fmla="*/ 3803903 h 5230367"/>
                    <a:gd name="connsiteX9" fmla="*/ 950976 w 950976"/>
                    <a:gd name="connsiteY9" fmla="*/ 3803903 h 5230367"/>
                    <a:gd name="connsiteX10" fmla="*/ 950976 w 950976"/>
                    <a:gd name="connsiteY10" fmla="*/ 4279391 h 5230367"/>
                    <a:gd name="connsiteX11" fmla="*/ 475488 w 950976"/>
                    <a:gd name="connsiteY11" fmla="*/ 4279391 h 5230367"/>
                    <a:gd name="connsiteX12" fmla="*/ 0 w 950976"/>
                    <a:gd name="connsiteY12" fmla="*/ 3328415 h 5230367"/>
                    <a:gd name="connsiteX13" fmla="*/ 475488 w 950976"/>
                    <a:gd name="connsiteY13" fmla="*/ 3328415 h 5230367"/>
                    <a:gd name="connsiteX14" fmla="*/ 475488 w 950976"/>
                    <a:gd name="connsiteY14" fmla="*/ 3803903 h 5230367"/>
                    <a:gd name="connsiteX15" fmla="*/ 0 w 950976"/>
                    <a:gd name="connsiteY15" fmla="*/ 3803903 h 5230367"/>
                    <a:gd name="connsiteX16" fmla="*/ 475488 w 950976"/>
                    <a:gd name="connsiteY16" fmla="*/ 2852927 h 5230367"/>
                    <a:gd name="connsiteX17" fmla="*/ 950976 w 950976"/>
                    <a:gd name="connsiteY17" fmla="*/ 2852927 h 5230367"/>
                    <a:gd name="connsiteX18" fmla="*/ 950976 w 950976"/>
                    <a:gd name="connsiteY18" fmla="*/ 3328415 h 5230367"/>
                    <a:gd name="connsiteX19" fmla="*/ 475488 w 950976"/>
                    <a:gd name="connsiteY19" fmla="*/ 3328415 h 5230367"/>
                    <a:gd name="connsiteX20" fmla="*/ 0 w 950976"/>
                    <a:gd name="connsiteY20" fmla="*/ 2377439 h 5230367"/>
                    <a:gd name="connsiteX21" fmla="*/ 475488 w 950976"/>
                    <a:gd name="connsiteY21" fmla="*/ 2377439 h 5230367"/>
                    <a:gd name="connsiteX22" fmla="*/ 475488 w 950976"/>
                    <a:gd name="connsiteY22" fmla="*/ 2852927 h 5230367"/>
                    <a:gd name="connsiteX23" fmla="*/ 0 w 950976"/>
                    <a:gd name="connsiteY23" fmla="*/ 2852927 h 5230367"/>
                    <a:gd name="connsiteX24" fmla="*/ 475488 w 950976"/>
                    <a:gd name="connsiteY24" fmla="*/ 1901951 h 5230367"/>
                    <a:gd name="connsiteX25" fmla="*/ 950976 w 950976"/>
                    <a:gd name="connsiteY25" fmla="*/ 1901951 h 5230367"/>
                    <a:gd name="connsiteX26" fmla="*/ 950976 w 950976"/>
                    <a:gd name="connsiteY26" fmla="*/ 2377439 h 5230367"/>
                    <a:gd name="connsiteX27" fmla="*/ 475488 w 950976"/>
                    <a:gd name="connsiteY27" fmla="*/ 2377439 h 5230367"/>
                    <a:gd name="connsiteX28" fmla="*/ 0 w 950976"/>
                    <a:gd name="connsiteY28" fmla="*/ 1426463 h 5230367"/>
                    <a:gd name="connsiteX29" fmla="*/ 475488 w 950976"/>
                    <a:gd name="connsiteY29" fmla="*/ 1426463 h 5230367"/>
                    <a:gd name="connsiteX30" fmla="*/ 475488 w 950976"/>
                    <a:gd name="connsiteY30" fmla="*/ 1901951 h 5230367"/>
                    <a:gd name="connsiteX31" fmla="*/ 0 w 950976"/>
                    <a:gd name="connsiteY31" fmla="*/ 1901951 h 5230367"/>
                    <a:gd name="connsiteX32" fmla="*/ 475488 w 950976"/>
                    <a:gd name="connsiteY32" fmla="*/ 950976 h 5230367"/>
                    <a:gd name="connsiteX33" fmla="*/ 950976 w 950976"/>
                    <a:gd name="connsiteY33" fmla="*/ 950976 h 5230367"/>
                    <a:gd name="connsiteX34" fmla="*/ 950976 w 950976"/>
                    <a:gd name="connsiteY34" fmla="*/ 1426463 h 5230367"/>
                    <a:gd name="connsiteX35" fmla="*/ 475488 w 950976"/>
                    <a:gd name="connsiteY35" fmla="*/ 1426463 h 5230367"/>
                    <a:gd name="connsiteX36" fmla="*/ 0 w 950976"/>
                    <a:gd name="connsiteY36" fmla="*/ 475488 h 5230367"/>
                    <a:gd name="connsiteX37" fmla="*/ 475488 w 950976"/>
                    <a:gd name="connsiteY37" fmla="*/ 475488 h 5230367"/>
                    <a:gd name="connsiteX38" fmla="*/ 475488 w 950976"/>
                    <a:gd name="connsiteY38" fmla="*/ 950976 h 5230367"/>
                    <a:gd name="connsiteX39" fmla="*/ 0 w 950976"/>
                    <a:gd name="connsiteY39" fmla="*/ 950976 h 5230367"/>
                    <a:gd name="connsiteX40" fmla="*/ 475488 w 950976"/>
                    <a:gd name="connsiteY40" fmla="*/ 0 h 5230367"/>
                    <a:gd name="connsiteX41" fmla="*/ 950976 w 950976"/>
                    <a:gd name="connsiteY41" fmla="*/ 0 h 5230367"/>
                    <a:gd name="connsiteX42" fmla="*/ 950976 w 950976"/>
                    <a:gd name="connsiteY42" fmla="*/ 475488 h 5230367"/>
                    <a:gd name="connsiteX43" fmla="*/ 475488 w 950976"/>
                    <a:gd name="connsiteY43" fmla="*/ 475488 h 52303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7">
                      <a:moveTo>
                        <a:pt x="475488" y="4754879"/>
                      </a:moveTo>
                      <a:lnTo>
                        <a:pt x="950976" y="4754879"/>
                      </a:lnTo>
                      <a:lnTo>
                        <a:pt x="950976" y="5230367"/>
                      </a:lnTo>
                      <a:lnTo>
                        <a:pt x="475488" y="5230367"/>
                      </a:lnTo>
                      <a:close/>
                      <a:moveTo>
                        <a:pt x="0" y="4279391"/>
                      </a:moveTo>
                      <a:lnTo>
                        <a:pt x="475488" y="4279391"/>
                      </a:lnTo>
                      <a:lnTo>
                        <a:pt x="475488" y="4754879"/>
                      </a:lnTo>
                      <a:lnTo>
                        <a:pt x="0" y="4754879"/>
                      </a:lnTo>
                      <a:close/>
                      <a:moveTo>
                        <a:pt x="475488" y="3803903"/>
                      </a:moveTo>
                      <a:lnTo>
                        <a:pt x="950976" y="3803903"/>
                      </a:lnTo>
                      <a:lnTo>
                        <a:pt x="950976" y="4279391"/>
                      </a:lnTo>
                      <a:lnTo>
                        <a:pt x="475488" y="4279391"/>
                      </a:lnTo>
                      <a:close/>
                      <a:moveTo>
                        <a:pt x="0" y="3328415"/>
                      </a:moveTo>
                      <a:lnTo>
                        <a:pt x="475488" y="3328415"/>
                      </a:lnTo>
                      <a:lnTo>
                        <a:pt x="475488" y="3803903"/>
                      </a:lnTo>
                      <a:lnTo>
                        <a:pt x="0" y="3803903"/>
                      </a:lnTo>
                      <a:close/>
                      <a:moveTo>
                        <a:pt x="475488" y="2852927"/>
                      </a:moveTo>
                      <a:lnTo>
                        <a:pt x="950976" y="2852927"/>
                      </a:lnTo>
                      <a:lnTo>
                        <a:pt x="950976" y="3328415"/>
                      </a:lnTo>
                      <a:lnTo>
                        <a:pt x="475488" y="3328415"/>
                      </a:lnTo>
                      <a:close/>
                      <a:moveTo>
                        <a:pt x="0" y="2377439"/>
                      </a:moveTo>
                      <a:lnTo>
                        <a:pt x="475488" y="2377439"/>
                      </a:lnTo>
                      <a:lnTo>
                        <a:pt x="475488" y="2852927"/>
                      </a:lnTo>
                      <a:lnTo>
                        <a:pt x="0" y="2852927"/>
                      </a:lnTo>
                      <a:close/>
                      <a:moveTo>
                        <a:pt x="475488" y="1901951"/>
                      </a:moveTo>
                      <a:lnTo>
                        <a:pt x="950976" y="1901951"/>
                      </a:lnTo>
                      <a:lnTo>
                        <a:pt x="950976" y="2377439"/>
                      </a:lnTo>
                      <a:lnTo>
                        <a:pt x="475488" y="2377439"/>
                      </a:lnTo>
                      <a:close/>
                      <a:moveTo>
                        <a:pt x="0" y="1426463"/>
                      </a:moveTo>
                      <a:lnTo>
                        <a:pt x="475488" y="1426463"/>
                      </a:lnTo>
                      <a:lnTo>
                        <a:pt x="475488" y="1901951"/>
                      </a:lnTo>
                      <a:lnTo>
                        <a:pt x="0" y="1901951"/>
                      </a:lnTo>
                      <a:close/>
                      <a:moveTo>
                        <a:pt x="475488" y="950976"/>
                      </a:moveTo>
                      <a:lnTo>
                        <a:pt x="950976" y="950976"/>
                      </a:lnTo>
                      <a:lnTo>
                        <a:pt x="950976" y="1426463"/>
                      </a:lnTo>
                      <a:lnTo>
                        <a:pt x="475488" y="1426463"/>
                      </a:lnTo>
                      <a:close/>
                      <a:moveTo>
                        <a:pt x="0" y="475488"/>
                      </a:moveTo>
                      <a:lnTo>
                        <a:pt x="475488" y="475488"/>
                      </a:lnTo>
                      <a:lnTo>
                        <a:pt x="475488" y="950976"/>
                      </a:lnTo>
                      <a:lnTo>
                        <a:pt x="0" y="950976"/>
                      </a:lnTo>
                      <a:close/>
                      <a:moveTo>
                        <a:pt x="475488" y="0"/>
                      </a:moveTo>
                      <a:lnTo>
                        <a:pt x="950976" y="0"/>
                      </a:lnTo>
                      <a:lnTo>
                        <a:pt x="950976" y="475488"/>
                      </a:lnTo>
                      <a:lnTo>
                        <a:pt x="475488" y="47548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72202E9C-33D4-779E-975F-6F68D4BB19E3}"/>
                  </a:ext>
                </a:extLst>
              </p:cNvPr>
              <p:cNvGrpSpPr/>
              <p:nvPr/>
            </p:nvGrpSpPr>
            <p:grpSpPr>
              <a:xfrm>
                <a:off x="9144001" y="6302218"/>
                <a:ext cx="3047999" cy="554184"/>
                <a:chOff x="9144001" y="6302218"/>
                <a:chExt cx="3047999" cy="554184"/>
              </a:xfrm>
            </p:grpSpPr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3D37F465-FA81-7D3B-8829-EC7065F49DE3}"/>
                    </a:ext>
                  </a:extLst>
                </p:cNvPr>
                <p:cNvSpPr/>
                <p:nvPr/>
              </p:nvSpPr>
              <p:spPr bwMode="auto">
                <a:xfrm rot="5400000" flipH="1" flipV="1">
                  <a:off x="10390909" y="5055311"/>
                  <a:ext cx="554183" cy="3047999"/>
                </a:xfrm>
                <a:custGeom>
                  <a:avLst/>
                  <a:gdLst>
                    <a:gd name="connsiteX0" fmla="*/ 0 w 950976"/>
                    <a:gd name="connsiteY0" fmla="*/ 4754880 h 5230368"/>
                    <a:gd name="connsiteX1" fmla="*/ 475488 w 950976"/>
                    <a:gd name="connsiteY1" fmla="*/ 4754880 h 5230368"/>
                    <a:gd name="connsiteX2" fmla="*/ 475488 w 950976"/>
                    <a:gd name="connsiteY2" fmla="*/ 5230368 h 5230368"/>
                    <a:gd name="connsiteX3" fmla="*/ 0 w 950976"/>
                    <a:gd name="connsiteY3" fmla="*/ 5230368 h 5230368"/>
                    <a:gd name="connsiteX4" fmla="*/ 475488 w 950976"/>
                    <a:gd name="connsiteY4" fmla="*/ 4279392 h 5230368"/>
                    <a:gd name="connsiteX5" fmla="*/ 950976 w 950976"/>
                    <a:gd name="connsiteY5" fmla="*/ 4279392 h 5230368"/>
                    <a:gd name="connsiteX6" fmla="*/ 950976 w 950976"/>
                    <a:gd name="connsiteY6" fmla="*/ 4754880 h 5230368"/>
                    <a:gd name="connsiteX7" fmla="*/ 475488 w 950976"/>
                    <a:gd name="connsiteY7" fmla="*/ 4754880 h 5230368"/>
                    <a:gd name="connsiteX8" fmla="*/ 0 w 950976"/>
                    <a:gd name="connsiteY8" fmla="*/ 3803904 h 5230368"/>
                    <a:gd name="connsiteX9" fmla="*/ 475488 w 950976"/>
                    <a:gd name="connsiteY9" fmla="*/ 3803904 h 5230368"/>
                    <a:gd name="connsiteX10" fmla="*/ 475488 w 950976"/>
                    <a:gd name="connsiteY10" fmla="*/ 4279392 h 5230368"/>
                    <a:gd name="connsiteX11" fmla="*/ 0 w 950976"/>
                    <a:gd name="connsiteY11" fmla="*/ 4279392 h 5230368"/>
                    <a:gd name="connsiteX12" fmla="*/ 475488 w 950976"/>
                    <a:gd name="connsiteY12" fmla="*/ 3328416 h 5230368"/>
                    <a:gd name="connsiteX13" fmla="*/ 950976 w 950976"/>
                    <a:gd name="connsiteY13" fmla="*/ 3328416 h 5230368"/>
                    <a:gd name="connsiteX14" fmla="*/ 950976 w 950976"/>
                    <a:gd name="connsiteY14" fmla="*/ 3803904 h 5230368"/>
                    <a:gd name="connsiteX15" fmla="*/ 475488 w 950976"/>
                    <a:gd name="connsiteY15" fmla="*/ 3803904 h 5230368"/>
                    <a:gd name="connsiteX16" fmla="*/ 0 w 950976"/>
                    <a:gd name="connsiteY16" fmla="*/ 2852928 h 5230368"/>
                    <a:gd name="connsiteX17" fmla="*/ 475488 w 950976"/>
                    <a:gd name="connsiteY17" fmla="*/ 2852928 h 5230368"/>
                    <a:gd name="connsiteX18" fmla="*/ 475488 w 950976"/>
                    <a:gd name="connsiteY18" fmla="*/ 3328416 h 5230368"/>
                    <a:gd name="connsiteX19" fmla="*/ 0 w 950976"/>
                    <a:gd name="connsiteY19" fmla="*/ 3328416 h 5230368"/>
                    <a:gd name="connsiteX20" fmla="*/ 475488 w 950976"/>
                    <a:gd name="connsiteY20" fmla="*/ 2377440 h 5230368"/>
                    <a:gd name="connsiteX21" fmla="*/ 950976 w 950976"/>
                    <a:gd name="connsiteY21" fmla="*/ 2377440 h 5230368"/>
                    <a:gd name="connsiteX22" fmla="*/ 950976 w 950976"/>
                    <a:gd name="connsiteY22" fmla="*/ 2852928 h 5230368"/>
                    <a:gd name="connsiteX23" fmla="*/ 475488 w 950976"/>
                    <a:gd name="connsiteY23" fmla="*/ 2852928 h 5230368"/>
                    <a:gd name="connsiteX24" fmla="*/ 0 w 950976"/>
                    <a:gd name="connsiteY24" fmla="*/ 1901952 h 5230368"/>
                    <a:gd name="connsiteX25" fmla="*/ 475488 w 950976"/>
                    <a:gd name="connsiteY25" fmla="*/ 1901952 h 5230368"/>
                    <a:gd name="connsiteX26" fmla="*/ 475488 w 950976"/>
                    <a:gd name="connsiteY26" fmla="*/ 2377440 h 5230368"/>
                    <a:gd name="connsiteX27" fmla="*/ 0 w 950976"/>
                    <a:gd name="connsiteY27" fmla="*/ 2377440 h 5230368"/>
                    <a:gd name="connsiteX28" fmla="*/ 475488 w 950976"/>
                    <a:gd name="connsiteY28" fmla="*/ 1426464 h 5230368"/>
                    <a:gd name="connsiteX29" fmla="*/ 950976 w 950976"/>
                    <a:gd name="connsiteY29" fmla="*/ 1426464 h 5230368"/>
                    <a:gd name="connsiteX30" fmla="*/ 950976 w 950976"/>
                    <a:gd name="connsiteY30" fmla="*/ 1901952 h 5230368"/>
                    <a:gd name="connsiteX31" fmla="*/ 475488 w 950976"/>
                    <a:gd name="connsiteY31" fmla="*/ 1901952 h 5230368"/>
                    <a:gd name="connsiteX32" fmla="*/ 0 w 950976"/>
                    <a:gd name="connsiteY32" fmla="*/ 950976 h 5230368"/>
                    <a:gd name="connsiteX33" fmla="*/ 475488 w 950976"/>
                    <a:gd name="connsiteY33" fmla="*/ 950976 h 5230368"/>
                    <a:gd name="connsiteX34" fmla="*/ 475488 w 950976"/>
                    <a:gd name="connsiteY34" fmla="*/ 1426464 h 5230368"/>
                    <a:gd name="connsiteX35" fmla="*/ 0 w 950976"/>
                    <a:gd name="connsiteY35" fmla="*/ 1426464 h 5230368"/>
                    <a:gd name="connsiteX36" fmla="*/ 475488 w 950976"/>
                    <a:gd name="connsiteY36" fmla="*/ 475488 h 5230368"/>
                    <a:gd name="connsiteX37" fmla="*/ 950976 w 950976"/>
                    <a:gd name="connsiteY37" fmla="*/ 475488 h 5230368"/>
                    <a:gd name="connsiteX38" fmla="*/ 950976 w 950976"/>
                    <a:gd name="connsiteY38" fmla="*/ 950976 h 5230368"/>
                    <a:gd name="connsiteX39" fmla="*/ 475488 w 950976"/>
                    <a:gd name="connsiteY39" fmla="*/ 950976 h 5230368"/>
                    <a:gd name="connsiteX40" fmla="*/ 0 w 950976"/>
                    <a:gd name="connsiteY40" fmla="*/ 0 h 5230368"/>
                    <a:gd name="connsiteX41" fmla="*/ 475488 w 950976"/>
                    <a:gd name="connsiteY41" fmla="*/ 0 h 5230368"/>
                    <a:gd name="connsiteX42" fmla="*/ 475488 w 950976"/>
                    <a:gd name="connsiteY42" fmla="*/ 475488 h 5230368"/>
                    <a:gd name="connsiteX43" fmla="*/ 0 w 950976"/>
                    <a:gd name="connsiteY43" fmla="*/ 475488 h 523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8">
                      <a:moveTo>
                        <a:pt x="0" y="4754880"/>
                      </a:moveTo>
                      <a:lnTo>
                        <a:pt x="475488" y="4754880"/>
                      </a:lnTo>
                      <a:lnTo>
                        <a:pt x="475488" y="5230368"/>
                      </a:lnTo>
                      <a:lnTo>
                        <a:pt x="0" y="5230368"/>
                      </a:lnTo>
                      <a:close/>
                      <a:moveTo>
                        <a:pt x="475488" y="4279392"/>
                      </a:moveTo>
                      <a:lnTo>
                        <a:pt x="950976" y="4279392"/>
                      </a:lnTo>
                      <a:lnTo>
                        <a:pt x="950976" y="4754880"/>
                      </a:lnTo>
                      <a:lnTo>
                        <a:pt x="475488" y="4754880"/>
                      </a:lnTo>
                      <a:close/>
                      <a:moveTo>
                        <a:pt x="0" y="3803904"/>
                      </a:moveTo>
                      <a:lnTo>
                        <a:pt x="475488" y="3803904"/>
                      </a:lnTo>
                      <a:lnTo>
                        <a:pt x="475488" y="4279392"/>
                      </a:lnTo>
                      <a:lnTo>
                        <a:pt x="0" y="4279392"/>
                      </a:lnTo>
                      <a:close/>
                      <a:moveTo>
                        <a:pt x="475488" y="3328416"/>
                      </a:moveTo>
                      <a:lnTo>
                        <a:pt x="950976" y="3328416"/>
                      </a:lnTo>
                      <a:lnTo>
                        <a:pt x="950976" y="3803904"/>
                      </a:lnTo>
                      <a:lnTo>
                        <a:pt x="475488" y="3803904"/>
                      </a:lnTo>
                      <a:close/>
                      <a:moveTo>
                        <a:pt x="0" y="2852928"/>
                      </a:moveTo>
                      <a:lnTo>
                        <a:pt x="475488" y="2852928"/>
                      </a:lnTo>
                      <a:lnTo>
                        <a:pt x="475488" y="3328416"/>
                      </a:lnTo>
                      <a:lnTo>
                        <a:pt x="0" y="3328416"/>
                      </a:lnTo>
                      <a:close/>
                      <a:moveTo>
                        <a:pt x="475488" y="2377440"/>
                      </a:moveTo>
                      <a:lnTo>
                        <a:pt x="950976" y="2377440"/>
                      </a:lnTo>
                      <a:lnTo>
                        <a:pt x="950976" y="2852928"/>
                      </a:lnTo>
                      <a:lnTo>
                        <a:pt x="475488" y="2852928"/>
                      </a:lnTo>
                      <a:close/>
                      <a:moveTo>
                        <a:pt x="0" y="1901952"/>
                      </a:moveTo>
                      <a:lnTo>
                        <a:pt x="475488" y="1901952"/>
                      </a:lnTo>
                      <a:lnTo>
                        <a:pt x="475488" y="2377440"/>
                      </a:lnTo>
                      <a:lnTo>
                        <a:pt x="0" y="2377440"/>
                      </a:lnTo>
                      <a:close/>
                      <a:moveTo>
                        <a:pt x="475488" y="1426464"/>
                      </a:moveTo>
                      <a:lnTo>
                        <a:pt x="950976" y="1426464"/>
                      </a:lnTo>
                      <a:lnTo>
                        <a:pt x="950976" y="1901952"/>
                      </a:lnTo>
                      <a:lnTo>
                        <a:pt x="475488" y="1901952"/>
                      </a:lnTo>
                      <a:close/>
                      <a:moveTo>
                        <a:pt x="0" y="950976"/>
                      </a:moveTo>
                      <a:lnTo>
                        <a:pt x="475488" y="950976"/>
                      </a:lnTo>
                      <a:lnTo>
                        <a:pt x="475488" y="1426464"/>
                      </a:lnTo>
                      <a:lnTo>
                        <a:pt x="0" y="1426464"/>
                      </a:lnTo>
                      <a:close/>
                      <a:moveTo>
                        <a:pt x="475488" y="475488"/>
                      </a:moveTo>
                      <a:lnTo>
                        <a:pt x="950976" y="475488"/>
                      </a:lnTo>
                      <a:lnTo>
                        <a:pt x="950976" y="950976"/>
                      </a:lnTo>
                      <a:lnTo>
                        <a:pt x="475488" y="950976"/>
                      </a:lnTo>
                      <a:close/>
                      <a:moveTo>
                        <a:pt x="0" y="0"/>
                      </a:moveTo>
                      <a:lnTo>
                        <a:pt x="475488" y="0"/>
                      </a:lnTo>
                      <a:lnTo>
                        <a:pt x="475488" y="475488"/>
                      </a:lnTo>
                      <a:lnTo>
                        <a:pt x="0" y="4754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76FAB0F5-5D5E-21ED-BB5D-62F012A6BA35}"/>
                    </a:ext>
                  </a:extLst>
                </p:cNvPr>
                <p:cNvSpPr/>
                <p:nvPr/>
              </p:nvSpPr>
              <p:spPr bwMode="auto">
                <a:xfrm rot="5400000" flipH="1" flipV="1">
                  <a:off x="10390909" y="5055311"/>
                  <a:ext cx="554183" cy="3047998"/>
                </a:xfrm>
                <a:custGeom>
                  <a:avLst/>
                  <a:gdLst>
                    <a:gd name="connsiteX0" fmla="*/ 475488 w 950976"/>
                    <a:gd name="connsiteY0" fmla="*/ 4754879 h 5230367"/>
                    <a:gd name="connsiteX1" fmla="*/ 950976 w 950976"/>
                    <a:gd name="connsiteY1" fmla="*/ 4754879 h 5230367"/>
                    <a:gd name="connsiteX2" fmla="*/ 950976 w 950976"/>
                    <a:gd name="connsiteY2" fmla="*/ 5230367 h 5230367"/>
                    <a:gd name="connsiteX3" fmla="*/ 475488 w 950976"/>
                    <a:gd name="connsiteY3" fmla="*/ 5230367 h 5230367"/>
                    <a:gd name="connsiteX4" fmla="*/ 0 w 950976"/>
                    <a:gd name="connsiteY4" fmla="*/ 4279391 h 5230367"/>
                    <a:gd name="connsiteX5" fmla="*/ 475488 w 950976"/>
                    <a:gd name="connsiteY5" fmla="*/ 4279391 h 5230367"/>
                    <a:gd name="connsiteX6" fmla="*/ 475488 w 950976"/>
                    <a:gd name="connsiteY6" fmla="*/ 4754879 h 5230367"/>
                    <a:gd name="connsiteX7" fmla="*/ 0 w 950976"/>
                    <a:gd name="connsiteY7" fmla="*/ 4754879 h 5230367"/>
                    <a:gd name="connsiteX8" fmla="*/ 475488 w 950976"/>
                    <a:gd name="connsiteY8" fmla="*/ 3803903 h 5230367"/>
                    <a:gd name="connsiteX9" fmla="*/ 950976 w 950976"/>
                    <a:gd name="connsiteY9" fmla="*/ 3803903 h 5230367"/>
                    <a:gd name="connsiteX10" fmla="*/ 950976 w 950976"/>
                    <a:gd name="connsiteY10" fmla="*/ 4279391 h 5230367"/>
                    <a:gd name="connsiteX11" fmla="*/ 475488 w 950976"/>
                    <a:gd name="connsiteY11" fmla="*/ 4279391 h 5230367"/>
                    <a:gd name="connsiteX12" fmla="*/ 0 w 950976"/>
                    <a:gd name="connsiteY12" fmla="*/ 3328415 h 5230367"/>
                    <a:gd name="connsiteX13" fmla="*/ 475488 w 950976"/>
                    <a:gd name="connsiteY13" fmla="*/ 3328415 h 5230367"/>
                    <a:gd name="connsiteX14" fmla="*/ 475488 w 950976"/>
                    <a:gd name="connsiteY14" fmla="*/ 3803903 h 5230367"/>
                    <a:gd name="connsiteX15" fmla="*/ 0 w 950976"/>
                    <a:gd name="connsiteY15" fmla="*/ 3803903 h 5230367"/>
                    <a:gd name="connsiteX16" fmla="*/ 475488 w 950976"/>
                    <a:gd name="connsiteY16" fmla="*/ 2852927 h 5230367"/>
                    <a:gd name="connsiteX17" fmla="*/ 950976 w 950976"/>
                    <a:gd name="connsiteY17" fmla="*/ 2852927 h 5230367"/>
                    <a:gd name="connsiteX18" fmla="*/ 950976 w 950976"/>
                    <a:gd name="connsiteY18" fmla="*/ 3328415 h 5230367"/>
                    <a:gd name="connsiteX19" fmla="*/ 475488 w 950976"/>
                    <a:gd name="connsiteY19" fmla="*/ 3328415 h 5230367"/>
                    <a:gd name="connsiteX20" fmla="*/ 0 w 950976"/>
                    <a:gd name="connsiteY20" fmla="*/ 2377439 h 5230367"/>
                    <a:gd name="connsiteX21" fmla="*/ 475488 w 950976"/>
                    <a:gd name="connsiteY21" fmla="*/ 2377439 h 5230367"/>
                    <a:gd name="connsiteX22" fmla="*/ 475488 w 950976"/>
                    <a:gd name="connsiteY22" fmla="*/ 2852927 h 5230367"/>
                    <a:gd name="connsiteX23" fmla="*/ 0 w 950976"/>
                    <a:gd name="connsiteY23" fmla="*/ 2852927 h 5230367"/>
                    <a:gd name="connsiteX24" fmla="*/ 475488 w 950976"/>
                    <a:gd name="connsiteY24" fmla="*/ 1901951 h 5230367"/>
                    <a:gd name="connsiteX25" fmla="*/ 950976 w 950976"/>
                    <a:gd name="connsiteY25" fmla="*/ 1901951 h 5230367"/>
                    <a:gd name="connsiteX26" fmla="*/ 950976 w 950976"/>
                    <a:gd name="connsiteY26" fmla="*/ 2377439 h 5230367"/>
                    <a:gd name="connsiteX27" fmla="*/ 475488 w 950976"/>
                    <a:gd name="connsiteY27" fmla="*/ 2377439 h 5230367"/>
                    <a:gd name="connsiteX28" fmla="*/ 0 w 950976"/>
                    <a:gd name="connsiteY28" fmla="*/ 1426463 h 5230367"/>
                    <a:gd name="connsiteX29" fmla="*/ 475488 w 950976"/>
                    <a:gd name="connsiteY29" fmla="*/ 1426463 h 5230367"/>
                    <a:gd name="connsiteX30" fmla="*/ 475488 w 950976"/>
                    <a:gd name="connsiteY30" fmla="*/ 1901951 h 5230367"/>
                    <a:gd name="connsiteX31" fmla="*/ 0 w 950976"/>
                    <a:gd name="connsiteY31" fmla="*/ 1901951 h 5230367"/>
                    <a:gd name="connsiteX32" fmla="*/ 475488 w 950976"/>
                    <a:gd name="connsiteY32" fmla="*/ 950976 h 5230367"/>
                    <a:gd name="connsiteX33" fmla="*/ 950976 w 950976"/>
                    <a:gd name="connsiteY33" fmla="*/ 950976 h 5230367"/>
                    <a:gd name="connsiteX34" fmla="*/ 950976 w 950976"/>
                    <a:gd name="connsiteY34" fmla="*/ 1426463 h 5230367"/>
                    <a:gd name="connsiteX35" fmla="*/ 475488 w 950976"/>
                    <a:gd name="connsiteY35" fmla="*/ 1426463 h 5230367"/>
                    <a:gd name="connsiteX36" fmla="*/ 0 w 950976"/>
                    <a:gd name="connsiteY36" fmla="*/ 475488 h 5230367"/>
                    <a:gd name="connsiteX37" fmla="*/ 475488 w 950976"/>
                    <a:gd name="connsiteY37" fmla="*/ 475488 h 5230367"/>
                    <a:gd name="connsiteX38" fmla="*/ 475488 w 950976"/>
                    <a:gd name="connsiteY38" fmla="*/ 950976 h 5230367"/>
                    <a:gd name="connsiteX39" fmla="*/ 0 w 950976"/>
                    <a:gd name="connsiteY39" fmla="*/ 950976 h 5230367"/>
                    <a:gd name="connsiteX40" fmla="*/ 475488 w 950976"/>
                    <a:gd name="connsiteY40" fmla="*/ 0 h 5230367"/>
                    <a:gd name="connsiteX41" fmla="*/ 950976 w 950976"/>
                    <a:gd name="connsiteY41" fmla="*/ 0 h 5230367"/>
                    <a:gd name="connsiteX42" fmla="*/ 950976 w 950976"/>
                    <a:gd name="connsiteY42" fmla="*/ 475488 h 5230367"/>
                    <a:gd name="connsiteX43" fmla="*/ 475488 w 950976"/>
                    <a:gd name="connsiteY43" fmla="*/ 475488 h 52303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7">
                      <a:moveTo>
                        <a:pt x="475488" y="4754879"/>
                      </a:moveTo>
                      <a:lnTo>
                        <a:pt x="950976" y="4754879"/>
                      </a:lnTo>
                      <a:lnTo>
                        <a:pt x="950976" y="5230367"/>
                      </a:lnTo>
                      <a:lnTo>
                        <a:pt x="475488" y="5230367"/>
                      </a:lnTo>
                      <a:close/>
                      <a:moveTo>
                        <a:pt x="0" y="4279391"/>
                      </a:moveTo>
                      <a:lnTo>
                        <a:pt x="475488" y="4279391"/>
                      </a:lnTo>
                      <a:lnTo>
                        <a:pt x="475488" y="4754879"/>
                      </a:lnTo>
                      <a:lnTo>
                        <a:pt x="0" y="4754879"/>
                      </a:lnTo>
                      <a:close/>
                      <a:moveTo>
                        <a:pt x="475488" y="3803903"/>
                      </a:moveTo>
                      <a:lnTo>
                        <a:pt x="950976" y="3803903"/>
                      </a:lnTo>
                      <a:lnTo>
                        <a:pt x="950976" y="4279391"/>
                      </a:lnTo>
                      <a:lnTo>
                        <a:pt x="475488" y="4279391"/>
                      </a:lnTo>
                      <a:close/>
                      <a:moveTo>
                        <a:pt x="0" y="3328415"/>
                      </a:moveTo>
                      <a:lnTo>
                        <a:pt x="475488" y="3328415"/>
                      </a:lnTo>
                      <a:lnTo>
                        <a:pt x="475488" y="3803903"/>
                      </a:lnTo>
                      <a:lnTo>
                        <a:pt x="0" y="3803903"/>
                      </a:lnTo>
                      <a:close/>
                      <a:moveTo>
                        <a:pt x="475488" y="2852927"/>
                      </a:moveTo>
                      <a:lnTo>
                        <a:pt x="950976" y="2852927"/>
                      </a:lnTo>
                      <a:lnTo>
                        <a:pt x="950976" y="3328415"/>
                      </a:lnTo>
                      <a:lnTo>
                        <a:pt x="475488" y="3328415"/>
                      </a:lnTo>
                      <a:close/>
                      <a:moveTo>
                        <a:pt x="0" y="2377439"/>
                      </a:moveTo>
                      <a:lnTo>
                        <a:pt x="475488" y="2377439"/>
                      </a:lnTo>
                      <a:lnTo>
                        <a:pt x="475488" y="2852927"/>
                      </a:lnTo>
                      <a:lnTo>
                        <a:pt x="0" y="2852927"/>
                      </a:lnTo>
                      <a:close/>
                      <a:moveTo>
                        <a:pt x="475488" y="1901951"/>
                      </a:moveTo>
                      <a:lnTo>
                        <a:pt x="950976" y="1901951"/>
                      </a:lnTo>
                      <a:lnTo>
                        <a:pt x="950976" y="2377439"/>
                      </a:lnTo>
                      <a:lnTo>
                        <a:pt x="475488" y="2377439"/>
                      </a:lnTo>
                      <a:close/>
                      <a:moveTo>
                        <a:pt x="0" y="1426463"/>
                      </a:moveTo>
                      <a:lnTo>
                        <a:pt x="475488" y="1426463"/>
                      </a:lnTo>
                      <a:lnTo>
                        <a:pt x="475488" y="1901951"/>
                      </a:lnTo>
                      <a:lnTo>
                        <a:pt x="0" y="1901951"/>
                      </a:lnTo>
                      <a:close/>
                      <a:moveTo>
                        <a:pt x="475488" y="950976"/>
                      </a:moveTo>
                      <a:lnTo>
                        <a:pt x="950976" y="950976"/>
                      </a:lnTo>
                      <a:lnTo>
                        <a:pt x="950976" y="1426463"/>
                      </a:lnTo>
                      <a:lnTo>
                        <a:pt x="475488" y="1426463"/>
                      </a:lnTo>
                      <a:close/>
                      <a:moveTo>
                        <a:pt x="0" y="475488"/>
                      </a:moveTo>
                      <a:lnTo>
                        <a:pt x="475488" y="475488"/>
                      </a:lnTo>
                      <a:lnTo>
                        <a:pt x="475488" y="950976"/>
                      </a:lnTo>
                      <a:lnTo>
                        <a:pt x="0" y="950976"/>
                      </a:lnTo>
                      <a:close/>
                      <a:moveTo>
                        <a:pt x="475488" y="0"/>
                      </a:moveTo>
                      <a:lnTo>
                        <a:pt x="950976" y="0"/>
                      </a:lnTo>
                      <a:lnTo>
                        <a:pt x="950976" y="475488"/>
                      </a:lnTo>
                      <a:lnTo>
                        <a:pt x="475488" y="47548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</p:grp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15AB97E-9A7E-81B6-3AF1-08E7760BB444}"/>
                </a:ext>
              </a:extLst>
            </p:cNvPr>
            <p:cNvGrpSpPr/>
            <p:nvPr/>
          </p:nvGrpSpPr>
          <p:grpSpPr>
            <a:xfrm>
              <a:off x="5785337" y="6594271"/>
              <a:ext cx="5785335" cy="263729"/>
              <a:chOff x="2" y="6302218"/>
              <a:chExt cx="12191998" cy="555782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D445A57E-C145-861E-36DD-5BD5BEF7B83B}"/>
                  </a:ext>
                </a:extLst>
              </p:cNvPr>
              <p:cNvGrpSpPr/>
              <p:nvPr/>
            </p:nvGrpSpPr>
            <p:grpSpPr>
              <a:xfrm rot="5400000">
                <a:off x="7342908" y="5056909"/>
                <a:ext cx="554183" cy="3047999"/>
                <a:chOff x="1499616" y="987552"/>
                <a:chExt cx="950976" cy="5230368"/>
              </a:xfrm>
            </p:grpSpPr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6D9CF994-26F0-DA1A-AC57-6B890E9F28F2}"/>
                    </a:ext>
                  </a:extLst>
                </p:cNvPr>
                <p:cNvSpPr/>
                <p:nvPr/>
              </p:nvSpPr>
              <p:spPr bwMode="auto">
                <a:xfrm>
                  <a:off x="1499616" y="987552"/>
                  <a:ext cx="950976" cy="5230368"/>
                </a:xfrm>
                <a:custGeom>
                  <a:avLst/>
                  <a:gdLst>
                    <a:gd name="connsiteX0" fmla="*/ 0 w 950976"/>
                    <a:gd name="connsiteY0" fmla="*/ 4754880 h 5230368"/>
                    <a:gd name="connsiteX1" fmla="*/ 475488 w 950976"/>
                    <a:gd name="connsiteY1" fmla="*/ 4754880 h 5230368"/>
                    <a:gd name="connsiteX2" fmla="*/ 475488 w 950976"/>
                    <a:gd name="connsiteY2" fmla="*/ 5230368 h 5230368"/>
                    <a:gd name="connsiteX3" fmla="*/ 0 w 950976"/>
                    <a:gd name="connsiteY3" fmla="*/ 5230368 h 5230368"/>
                    <a:gd name="connsiteX4" fmla="*/ 475488 w 950976"/>
                    <a:gd name="connsiteY4" fmla="*/ 4279392 h 5230368"/>
                    <a:gd name="connsiteX5" fmla="*/ 950976 w 950976"/>
                    <a:gd name="connsiteY5" fmla="*/ 4279392 h 5230368"/>
                    <a:gd name="connsiteX6" fmla="*/ 950976 w 950976"/>
                    <a:gd name="connsiteY6" fmla="*/ 4754880 h 5230368"/>
                    <a:gd name="connsiteX7" fmla="*/ 475488 w 950976"/>
                    <a:gd name="connsiteY7" fmla="*/ 4754880 h 5230368"/>
                    <a:gd name="connsiteX8" fmla="*/ 0 w 950976"/>
                    <a:gd name="connsiteY8" fmla="*/ 3803904 h 5230368"/>
                    <a:gd name="connsiteX9" fmla="*/ 475488 w 950976"/>
                    <a:gd name="connsiteY9" fmla="*/ 3803904 h 5230368"/>
                    <a:gd name="connsiteX10" fmla="*/ 475488 w 950976"/>
                    <a:gd name="connsiteY10" fmla="*/ 4279392 h 5230368"/>
                    <a:gd name="connsiteX11" fmla="*/ 0 w 950976"/>
                    <a:gd name="connsiteY11" fmla="*/ 4279392 h 5230368"/>
                    <a:gd name="connsiteX12" fmla="*/ 475488 w 950976"/>
                    <a:gd name="connsiteY12" fmla="*/ 3328416 h 5230368"/>
                    <a:gd name="connsiteX13" fmla="*/ 950976 w 950976"/>
                    <a:gd name="connsiteY13" fmla="*/ 3328416 h 5230368"/>
                    <a:gd name="connsiteX14" fmla="*/ 950976 w 950976"/>
                    <a:gd name="connsiteY14" fmla="*/ 3803904 h 5230368"/>
                    <a:gd name="connsiteX15" fmla="*/ 475488 w 950976"/>
                    <a:gd name="connsiteY15" fmla="*/ 3803904 h 5230368"/>
                    <a:gd name="connsiteX16" fmla="*/ 0 w 950976"/>
                    <a:gd name="connsiteY16" fmla="*/ 2852928 h 5230368"/>
                    <a:gd name="connsiteX17" fmla="*/ 475488 w 950976"/>
                    <a:gd name="connsiteY17" fmla="*/ 2852928 h 5230368"/>
                    <a:gd name="connsiteX18" fmla="*/ 475488 w 950976"/>
                    <a:gd name="connsiteY18" fmla="*/ 3328416 h 5230368"/>
                    <a:gd name="connsiteX19" fmla="*/ 0 w 950976"/>
                    <a:gd name="connsiteY19" fmla="*/ 3328416 h 5230368"/>
                    <a:gd name="connsiteX20" fmla="*/ 475488 w 950976"/>
                    <a:gd name="connsiteY20" fmla="*/ 2377440 h 5230368"/>
                    <a:gd name="connsiteX21" fmla="*/ 950976 w 950976"/>
                    <a:gd name="connsiteY21" fmla="*/ 2377440 h 5230368"/>
                    <a:gd name="connsiteX22" fmla="*/ 950976 w 950976"/>
                    <a:gd name="connsiteY22" fmla="*/ 2852928 h 5230368"/>
                    <a:gd name="connsiteX23" fmla="*/ 475488 w 950976"/>
                    <a:gd name="connsiteY23" fmla="*/ 2852928 h 5230368"/>
                    <a:gd name="connsiteX24" fmla="*/ 0 w 950976"/>
                    <a:gd name="connsiteY24" fmla="*/ 1901952 h 5230368"/>
                    <a:gd name="connsiteX25" fmla="*/ 475488 w 950976"/>
                    <a:gd name="connsiteY25" fmla="*/ 1901952 h 5230368"/>
                    <a:gd name="connsiteX26" fmla="*/ 475488 w 950976"/>
                    <a:gd name="connsiteY26" fmla="*/ 2377440 h 5230368"/>
                    <a:gd name="connsiteX27" fmla="*/ 0 w 950976"/>
                    <a:gd name="connsiteY27" fmla="*/ 2377440 h 5230368"/>
                    <a:gd name="connsiteX28" fmla="*/ 475488 w 950976"/>
                    <a:gd name="connsiteY28" fmla="*/ 1426464 h 5230368"/>
                    <a:gd name="connsiteX29" fmla="*/ 950976 w 950976"/>
                    <a:gd name="connsiteY29" fmla="*/ 1426464 h 5230368"/>
                    <a:gd name="connsiteX30" fmla="*/ 950976 w 950976"/>
                    <a:gd name="connsiteY30" fmla="*/ 1901952 h 5230368"/>
                    <a:gd name="connsiteX31" fmla="*/ 475488 w 950976"/>
                    <a:gd name="connsiteY31" fmla="*/ 1901952 h 5230368"/>
                    <a:gd name="connsiteX32" fmla="*/ 0 w 950976"/>
                    <a:gd name="connsiteY32" fmla="*/ 950976 h 5230368"/>
                    <a:gd name="connsiteX33" fmla="*/ 475488 w 950976"/>
                    <a:gd name="connsiteY33" fmla="*/ 950976 h 5230368"/>
                    <a:gd name="connsiteX34" fmla="*/ 475488 w 950976"/>
                    <a:gd name="connsiteY34" fmla="*/ 1426464 h 5230368"/>
                    <a:gd name="connsiteX35" fmla="*/ 0 w 950976"/>
                    <a:gd name="connsiteY35" fmla="*/ 1426464 h 5230368"/>
                    <a:gd name="connsiteX36" fmla="*/ 475488 w 950976"/>
                    <a:gd name="connsiteY36" fmla="*/ 475488 h 5230368"/>
                    <a:gd name="connsiteX37" fmla="*/ 950976 w 950976"/>
                    <a:gd name="connsiteY37" fmla="*/ 475488 h 5230368"/>
                    <a:gd name="connsiteX38" fmla="*/ 950976 w 950976"/>
                    <a:gd name="connsiteY38" fmla="*/ 950976 h 5230368"/>
                    <a:gd name="connsiteX39" fmla="*/ 475488 w 950976"/>
                    <a:gd name="connsiteY39" fmla="*/ 950976 h 5230368"/>
                    <a:gd name="connsiteX40" fmla="*/ 0 w 950976"/>
                    <a:gd name="connsiteY40" fmla="*/ 0 h 5230368"/>
                    <a:gd name="connsiteX41" fmla="*/ 475488 w 950976"/>
                    <a:gd name="connsiteY41" fmla="*/ 0 h 5230368"/>
                    <a:gd name="connsiteX42" fmla="*/ 475488 w 950976"/>
                    <a:gd name="connsiteY42" fmla="*/ 475488 h 5230368"/>
                    <a:gd name="connsiteX43" fmla="*/ 0 w 950976"/>
                    <a:gd name="connsiteY43" fmla="*/ 475488 h 523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8">
                      <a:moveTo>
                        <a:pt x="0" y="4754880"/>
                      </a:moveTo>
                      <a:lnTo>
                        <a:pt x="475488" y="4754880"/>
                      </a:lnTo>
                      <a:lnTo>
                        <a:pt x="475488" y="5230368"/>
                      </a:lnTo>
                      <a:lnTo>
                        <a:pt x="0" y="5230368"/>
                      </a:lnTo>
                      <a:close/>
                      <a:moveTo>
                        <a:pt x="475488" y="4279392"/>
                      </a:moveTo>
                      <a:lnTo>
                        <a:pt x="950976" y="4279392"/>
                      </a:lnTo>
                      <a:lnTo>
                        <a:pt x="950976" y="4754880"/>
                      </a:lnTo>
                      <a:lnTo>
                        <a:pt x="475488" y="4754880"/>
                      </a:lnTo>
                      <a:close/>
                      <a:moveTo>
                        <a:pt x="0" y="3803904"/>
                      </a:moveTo>
                      <a:lnTo>
                        <a:pt x="475488" y="3803904"/>
                      </a:lnTo>
                      <a:lnTo>
                        <a:pt x="475488" y="4279392"/>
                      </a:lnTo>
                      <a:lnTo>
                        <a:pt x="0" y="4279392"/>
                      </a:lnTo>
                      <a:close/>
                      <a:moveTo>
                        <a:pt x="475488" y="3328416"/>
                      </a:moveTo>
                      <a:lnTo>
                        <a:pt x="950976" y="3328416"/>
                      </a:lnTo>
                      <a:lnTo>
                        <a:pt x="950976" y="3803904"/>
                      </a:lnTo>
                      <a:lnTo>
                        <a:pt x="475488" y="3803904"/>
                      </a:lnTo>
                      <a:close/>
                      <a:moveTo>
                        <a:pt x="0" y="2852928"/>
                      </a:moveTo>
                      <a:lnTo>
                        <a:pt x="475488" y="2852928"/>
                      </a:lnTo>
                      <a:lnTo>
                        <a:pt x="475488" y="3328416"/>
                      </a:lnTo>
                      <a:lnTo>
                        <a:pt x="0" y="3328416"/>
                      </a:lnTo>
                      <a:close/>
                      <a:moveTo>
                        <a:pt x="475488" y="2377440"/>
                      </a:moveTo>
                      <a:lnTo>
                        <a:pt x="950976" y="2377440"/>
                      </a:lnTo>
                      <a:lnTo>
                        <a:pt x="950976" y="2852928"/>
                      </a:lnTo>
                      <a:lnTo>
                        <a:pt x="475488" y="2852928"/>
                      </a:lnTo>
                      <a:close/>
                      <a:moveTo>
                        <a:pt x="0" y="1901952"/>
                      </a:moveTo>
                      <a:lnTo>
                        <a:pt x="475488" y="1901952"/>
                      </a:lnTo>
                      <a:lnTo>
                        <a:pt x="475488" y="2377440"/>
                      </a:lnTo>
                      <a:lnTo>
                        <a:pt x="0" y="2377440"/>
                      </a:lnTo>
                      <a:close/>
                      <a:moveTo>
                        <a:pt x="475488" y="1426464"/>
                      </a:moveTo>
                      <a:lnTo>
                        <a:pt x="950976" y="1426464"/>
                      </a:lnTo>
                      <a:lnTo>
                        <a:pt x="950976" y="1901952"/>
                      </a:lnTo>
                      <a:lnTo>
                        <a:pt x="475488" y="1901952"/>
                      </a:lnTo>
                      <a:close/>
                      <a:moveTo>
                        <a:pt x="0" y="950976"/>
                      </a:moveTo>
                      <a:lnTo>
                        <a:pt x="475488" y="950976"/>
                      </a:lnTo>
                      <a:lnTo>
                        <a:pt x="475488" y="1426464"/>
                      </a:lnTo>
                      <a:lnTo>
                        <a:pt x="0" y="1426464"/>
                      </a:lnTo>
                      <a:close/>
                      <a:moveTo>
                        <a:pt x="475488" y="475488"/>
                      </a:moveTo>
                      <a:lnTo>
                        <a:pt x="950976" y="475488"/>
                      </a:lnTo>
                      <a:lnTo>
                        <a:pt x="950976" y="950976"/>
                      </a:lnTo>
                      <a:lnTo>
                        <a:pt x="475488" y="950976"/>
                      </a:lnTo>
                      <a:close/>
                      <a:moveTo>
                        <a:pt x="0" y="0"/>
                      </a:moveTo>
                      <a:lnTo>
                        <a:pt x="475488" y="0"/>
                      </a:lnTo>
                      <a:lnTo>
                        <a:pt x="475488" y="475488"/>
                      </a:lnTo>
                      <a:lnTo>
                        <a:pt x="0" y="4754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019B7460-F786-E0DA-ECA5-84D0D2838096}"/>
                    </a:ext>
                  </a:extLst>
                </p:cNvPr>
                <p:cNvSpPr/>
                <p:nvPr/>
              </p:nvSpPr>
              <p:spPr bwMode="auto">
                <a:xfrm>
                  <a:off x="1499616" y="987553"/>
                  <a:ext cx="950976" cy="5230367"/>
                </a:xfrm>
                <a:custGeom>
                  <a:avLst/>
                  <a:gdLst>
                    <a:gd name="connsiteX0" fmla="*/ 475488 w 950976"/>
                    <a:gd name="connsiteY0" fmla="*/ 4754879 h 5230367"/>
                    <a:gd name="connsiteX1" fmla="*/ 950976 w 950976"/>
                    <a:gd name="connsiteY1" fmla="*/ 4754879 h 5230367"/>
                    <a:gd name="connsiteX2" fmla="*/ 950976 w 950976"/>
                    <a:gd name="connsiteY2" fmla="*/ 5230367 h 5230367"/>
                    <a:gd name="connsiteX3" fmla="*/ 475488 w 950976"/>
                    <a:gd name="connsiteY3" fmla="*/ 5230367 h 5230367"/>
                    <a:gd name="connsiteX4" fmla="*/ 0 w 950976"/>
                    <a:gd name="connsiteY4" fmla="*/ 4279391 h 5230367"/>
                    <a:gd name="connsiteX5" fmla="*/ 475488 w 950976"/>
                    <a:gd name="connsiteY5" fmla="*/ 4279391 h 5230367"/>
                    <a:gd name="connsiteX6" fmla="*/ 475488 w 950976"/>
                    <a:gd name="connsiteY6" fmla="*/ 4754879 h 5230367"/>
                    <a:gd name="connsiteX7" fmla="*/ 0 w 950976"/>
                    <a:gd name="connsiteY7" fmla="*/ 4754879 h 5230367"/>
                    <a:gd name="connsiteX8" fmla="*/ 475488 w 950976"/>
                    <a:gd name="connsiteY8" fmla="*/ 3803903 h 5230367"/>
                    <a:gd name="connsiteX9" fmla="*/ 950976 w 950976"/>
                    <a:gd name="connsiteY9" fmla="*/ 3803903 h 5230367"/>
                    <a:gd name="connsiteX10" fmla="*/ 950976 w 950976"/>
                    <a:gd name="connsiteY10" fmla="*/ 4279391 h 5230367"/>
                    <a:gd name="connsiteX11" fmla="*/ 475488 w 950976"/>
                    <a:gd name="connsiteY11" fmla="*/ 4279391 h 5230367"/>
                    <a:gd name="connsiteX12" fmla="*/ 0 w 950976"/>
                    <a:gd name="connsiteY12" fmla="*/ 3328415 h 5230367"/>
                    <a:gd name="connsiteX13" fmla="*/ 475488 w 950976"/>
                    <a:gd name="connsiteY13" fmla="*/ 3328415 h 5230367"/>
                    <a:gd name="connsiteX14" fmla="*/ 475488 w 950976"/>
                    <a:gd name="connsiteY14" fmla="*/ 3803903 h 5230367"/>
                    <a:gd name="connsiteX15" fmla="*/ 0 w 950976"/>
                    <a:gd name="connsiteY15" fmla="*/ 3803903 h 5230367"/>
                    <a:gd name="connsiteX16" fmla="*/ 475488 w 950976"/>
                    <a:gd name="connsiteY16" fmla="*/ 2852927 h 5230367"/>
                    <a:gd name="connsiteX17" fmla="*/ 950976 w 950976"/>
                    <a:gd name="connsiteY17" fmla="*/ 2852927 h 5230367"/>
                    <a:gd name="connsiteX18" fmla="*/ 950976 w 950976"/>
                    <a:gd name="connsiteY18" fmla="*/ 3328415 h 5230367"/>
                    <a:gd name="connsiteX19" fmla="*/ 475488 w 950976"/>
                    <a:gd name="connsiteY19" fmla="*/ 3328415 h 5230367"/>
                    <a:gd name="connsiteX20" fmla="*/ 0 w 950976"/>
                    <a:gd name="connsiteY20" fmla="*/ 2377439 h 5230367"/>
                    <a:gd name="connsiteX21" fmla="*/ 475488 w 950976"/>
                    <a:gd name="connsiteY21" fmla="*/ 2377439 h 5230367"/>
                    <a:gd name="connsiteX22" fmla="*/ 475488 w 950976"/>
                    <a:gd name="connsiteY22" fmla="*/ 2852927 h 5230367"/>
                    <a:gd name="connsiteX23" fmla="*/ 0 w 950976"/>
                    <a:gd name="connsiteY23" fmla="*/ 2852927 h 5230367"/>
                    <a:gd name="connsiteX24" fmla="*/ 475488 w 950976"/>
                    <a:gd name="connsiteY24" fmla="*/ 1901951 h 5230367"/>
                    <a:gd name="connsiteX25" fmla="*/ 950976 w 950976"/>
                    <a:gd name="connsiteY25" fmla="*/ 1901951 h 5230367"/>
                    <a:gd name="connsiteX26" fmla="*/ 950976 w 950976"/>
                    <a:gd name="connsiteY26" fmla="*/ 2377439 h 5230367"/>
                    <a:gd name="connsiteX27" fmla="*/ 475488 w 950976"/>
                    <a:gd name="connsiteY27" fmla="*/ 2377439 h 5230367"/>
                    <a:gd name="connsiteX28" fmla="*/ 0 w 950976"/>
                    <a:gd name="connsiteY28" fmla="*/ 1426463 h 5230367"/>
                    <a:gd name="connsiteX29" fmla="*/ 475488 w 950976"/>
                    <a:gd name="connsiteY29" fmla="*/ 1426463 h 5230367"/>
                    <a:gd name="connsiteX30" fmla="*/ 475488 w 950976"/>
                    <a:gd name="connsiteY30" fmla="*/ 1901951 h 5230367"/>
                    <a:gd name="connsiteX31" fmla="*/ 0 w 950976"/>
                    <a:gd name="connsiteY31" fmla="*/ 1901951 h 5230367"/>
                    <a:gd name="connsiteX32" fmla="*/ 475488 w 950976"/>
                    <a:gd name="connsiteY32" fmla="*/ 950976 h 5230367"/>
                    <a:gd name="connsiteX33" fmla="*/ 950976 w 950976"/>
                    <a:gd name="connsiteY33" fmla="*/ 950976 h 5230367"/>
                    <a:gd name="connsiteX34" fmla="*/ 950976 w 950976"/>
                    <a:gd name="connsiteY34" fmla="*/ 1426463 h 5230367"/>
                    <a:gd name="connsiteX35" fmla="*/ 475488 w 950976"/>
                    <a:gd name="connsiteY35" fmla="*/ 1426463 h 5230367"/>
                    <a:gd name="connsiteX36" fmla="*/ 0 w 950976"/>
                    <a:gd name="connsiteY36" fmla="*/ 475488 h 5230367"/>
                    <a:gd name="connsiteX37" fmla="*/ 475488 w 950976"/>
                    <a:gd name="connsiteY37" fmla="*/ 475488 h 5230367"/>
                    <a:gd name="connsiteX38" fmla="*/ 475488 w 950976"/>
                    <a:gd name="connsiteY38" fmla="*/ 950976 h 5230367"/>
                    <a:gd name="connsiteX39" fmla="*/ 0 w 950976"/>
                    <a:gd name="connsiteY39" fmla="*/ 950976 h 5230367"/>
                    <a:gd name="connsiteX40" fmla="*/ 475488 w 950976"/>
                    <a:gd name="connsiteY40" fmla="*/ 0 h 5230367"/>
                    <a:gd name="connsiteX41" fmla="*/ 950976 w 950976"/>
                    <a:gd name="connsiteY41" fmla="*/ 0 h 5230367"/>
                    <a:gd name="connsiteX42" fmla="*/ 950976 w 950976"/>
                    <a:gd name="connsiteY42" fmla="*/ 475488 h 5230367"/>
                    <a:gd name="connsiteX43" fmla="*/ 475488 w 950976"/>
                    <a:gd name="connsiteY43" fmla="*/ 475488 h 52303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7">
                      <a:moveTo>
                        <a:pt x="475488" y="4754879"/>
                      </a:moveTo>
                      <a:lnTo>
                        <a:pt x="950976" y="4754879"/>
                      </a:lnTo>
                      <a:lnTo>
                        <a:pt x="950976" y="5230367"/>
                      </a:lnTo>
                      <a:lnTo>
                        <a:pt x="475488" y="5230367"/>
                      </a:lnTo>
                      <a:close/>
                      <a:moveTo>
                        <a:pt x="0" y="4279391"/>
                      </a:moveTo>
                      <a:lnTo>
                        <a:pt x="475488" y="4279391"/>
                      </a:lnTo>
                      <a:lnTo>
                        <a:pt x="475488" y="4754879"/>
                      </a:lnTo>
                      <a:lnTo>
                        <a:pt x="0" y="4754879"/>
                      </a:lnTo>
                      <a:close/>
                      <a:moveTo>
                        <a:pt x="475488" y="3803903"/>
                      </a:moveTo>
                      <a:lnTo>
                        <a:pt x="950976" y="3803903"/>
                      </a:lnTo>
                      <a:lnTo>
                        <a:pt x="950976" y="4279391"/>
                      </a:lnTo>
                      <a:lnTo>
                        <a:pt x="475488" y="4279391"/>
                      </a:lnTo>
                      <a:close/>
                      <a:moveTo>
                        <a:pt x="0" y="3328415"/>
                      </a:moveTo>
                      <a:lnTo>
                        <a:pt x="475488" y="3328415"/>
                      </a:lnTo>
                      <a:lnTo>
                        <a:pt x="475488" y="3803903"/>
                      </a:lnTo>
                      <a:lnTo>
                        <a:pt x="0" y="3803903"/>
                      </a:lnTo>
                      <a:close/>
                      <a:moveTo>
                        <a:pt x="475488" y="2852927"/>
                      </a:moveTo>
                      <a:lnTo>
                        <a:pt x="950976" y="2852927"/>
                      </a:lnTo>
                      <a:lnTo>
                        <a:pt x="950976" y="3328415"/>
                      </a:lnTo>
                      <a:lnTo>
                        <a:pt x="475488" y="3328415"/>
                      </a:lnTo>
                      <a:close/>
                      <a:moveTo>
                        <a:pt x="0" y="2377439"/>
                      </a:moveTo>
                      <a:lnTo>
                        <a:pt x="475488" y="2377439"/>
                      </a:lnTo>
                      <a:lnTo>
                        <a:pt x="475488" y="2852927"/>
                      </a:lnTo>
                      <a:lnTo>
                        <a:pt x="0" y="2852927"/>
                      </a:lnTo>
                      <a:close/>
                      <a:moveTo>
                        <a:pt x="475488" y="1901951"/>
                      </a:moveTo>
                      <a:lnTo>
                        <a:pt x="950976" y="1901951"/>
                      </a:lnTo>
                      <a:lnTo>
                        <a:pt x="950976" y="2377439"/>
                      </a:lnTo>
                      <a:lnTo>
                        <a:pt x="475488" y="2377439"/>
                      </a:lnTo>
                      <a:close/>
                      <a:moveTo>
                        <a:pt x="0" y="1426463"/>
                      </a:moveTo>
                      <a:lnTo>
                        <a:pt x="475488" y="1426463"/>
                      </a:lnTo>
                      <a:lnTo>
                        <a:pt x="475488" y="1901951"/>
                      </a:lnTo>
                      <a:lnTo>
                        <a:pt x="0" y="1901951"/>
                      </a:lnTo>
                      <a:close/>
                      <a:moveTo>
                        <a:pt x="475488" y="950976"/>
                      </a:moveTo>
                      <a:lnTo>
                        <a:pt x="950976" y="950976"/>
                      </a:lnTo>
                      <a:lnTo>
                        <a:pt x="950976" y="1426463"/>
                      </a:lnTo>
                      <a:lnTo>
                        <a:pt x="475488" y="1426463"/>
                      </a:lnTo>
                      <a:close/>
                      <a:moveTo>
                        <a:pt x="0" y="475488"/>
                      </a:moveTo>
                      <a:lnTo>
                        <a:pt x="475488" y="475488"/>
                      </a:lnTo>
                      <a:lnTo>
                        <a:pt x="475488" y="950976"/>
                      </a:lnTo>
                      <a:lnTo>
                        <a:pt x="0" y="950976"/>
                      </a:lnTo>
                      <a:close/>
                      <a:moveTo>
                        <a:pt x="475488" y="0"/>
                      </a:moveTo>
                      <a:lnTo>
                        <a:pt x="950976" y="0"/>
                      </a:lnTo>
                      <a:lnTo>
                        <a:pt x="950976" y="475488"/>
                      </a:lnTo>
                      <a:lnTo>
                        <a:pt x="475488" y="47548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25B995DC-1F4F-0E74-2FA4-E427F29D457C}"/>
                  </a:ext>
                </a:extLst>
              </p:cNvPr>
              <p:cNvGrpSpPr/>
              <p:nvPr/>
            </p:nvGrpSpPr>
            <p:grpSpPr>
              <a:xfrm rot="5400000" flipH="1">
                <a:off x="4294909" y="5056909"/>
                <a:ext cx="554183" cy="3047999"/>
                <a:chOff x="1499616" y="987552"/>
                <a:chExt cx="950976" cy="5230368"/>
              </a:xfrm>
            </p:grpSpPr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FA81A104-4BAB-0AD7-E180-DA74F4DCF12D}"/>
                    </a:ext>
                  </a:extLst>
                </p:cNvPr>
                <p:cNvSpPr/>
                <p:nvPr/>
              </p:nvSpPr>
              <p:spPr bwMode="auto">
                <a:xfrm>
                  <a:off x="1499616" y="987552"/>
                  <a:ext cx="950976" cy="5230368"/>
                </a:xfrm>
                <a:custGeom>
                  <a:avLst/>
                  <a:gdLst>
                    <a:gd name="connsiteX0" fmla="*/ 0 w 950976"/>
                    <a:gd name="connsiteY0" fmla="*/ 4754880 h 5230368"/>
                    <a:gd name="connsiteX1" fmla="*/ 475488 w 950976"/>
                    <a:gd name="connsiteY1" fmla="*/ 4754880 h 5230368"/>
                    <a:gd name="connsiteX2" fmla="*/ 475488 w 950976"/>
                    <a:gd name="connsiteY2" fmla="*/ 5230368 h 5230368"/>
                    <a:gd name="connsiteX3" fmla="*/ 0 w 950976"/>
                    <a:gd name="connsiteY3" fmla="*/ 5230368 h 5230368"/>
                    <a:gd name="connsiteX4" fmla="*/ 475488 w 950976"/>
                    <a:gd name="connsiteY4" fmla="*/ 4279392 h 5230368"/>
                    <a:gd name="connsiteX5" fmla="*/ 950976 w 950976"/>
                    <a:gd name="connsiteY5" fmla="*/ 4279392 h 5230368"/>
                    <a:gd name="connsiteX6" fmla="*/ 950976 w 950976"/>
                    <a:gd name="connsiteY6" fmla="*/ 4754880 h 5230368"/>
                    <a:gd name="connsiteX7" fmla="*/ 475488 w 950976"/>
                    <a:gd name="connsiteY7" fmla="*/ 4754880 h 5230368"/>
                    <a:gd name="connsiteX8" fmla="*/ 0 w 950976"/>
                    <a:gd name="connsiteY8" fmla="*/ 3803904 h 5230368"/>
                    <a:gd name="connsiteX9" fmla="*/ 475488 w 950976"/>
                    <a:gd name="connsiteY9" fmla="*/ 3803904 h 5230368"/>
                    <a:gd name="connsiteX10" fmla="*/ 475488 w 950976"/>
                    <a:gd name="connsiteY10" fmla="*/ 4279392 h 5230368"/>
                    <a:gd name="connsiteX11" fmla="*/ 0 w 950976"/>
                    <a:gd name="connsiteY11" fmla="*/ 4279392 h 5230368"/>
                    <a:gd name="connsiteX12" fmla="*/ 475488 w 950976"/>
                    <a:gd name="connsiteY12" fmla="*/ 3328416 h 5230368"/>
                    <a:gd name="connsiteX13" fmla="*/ 950976 w 950976"/>
                    <a:gd name="connsiteY13" fmla="*/ 3328416 h 5230368"/>
                    <a:gd name="connsiteX14" fmla="*/ 950976 w 950976"/>
                    <a:gd name="connsiteY14" fmla="*/ 3803904 h 5230368"/>
                    <a:gd name="connsiteX15" fmla="*/ 475488 w 950976"/>
                    <a:gd name="connsiteY15" fmla="*/ 3803904 h 5230368"/>
                    <a:gd name="connsiteX16" fmla="*/ 0 w 950976"/>
                    <a:gd name="connsiteY16" fmla="*/ 2852928 h 5230368"/>
                    <a:gd name="connsiteX17" fmla="*/ 475488 w 950976"/>
                    <a:gd name="connsiteY17" fmla="*/ 2852928 h 5230368"/>
                    <a:gd name="connsiteX18" fmla="*/ 475488 w 950976"/>
                    <a:gd name="connsiteY18" fmla="*/ 3328416 h 5230368"/>
                    <a:gd name="connsiteX19" fmla="*/ 0 w 950976"/>
                    <a:gd name="connsiteY19" fmla="*/ 3328416 h 5230368"/>
                    <a:gd name="connsiteX20" fmla="*/ 475488 w 950976"/>
                    <a:gd name="connsiteY20" fmla="*/ 2377440 h 5230368"/>
                    <a:gd name="connsiteX21" fmla="*/ 950976 w 950976"/>
                    <a:gd name="connsiteY21" fmla="*/ 2377440 h 5230368"/>
                    <a:gd name="connsiteX22" fmla="*/ 950976 w 950976"/>
                    <a:gd name="connsiteY22" fmla="*/ 2852928 h 5230368"/>
                    <a:gd name="connsiteX23" fmla="*/ 475488 w 950976"/>
                    <a:gd name="connsiteY23" fmla="*/ 2852928 h 5230368"/>
                    <a:gd name="connsiteX24" fmla="*/ 0 w 950976"/>
                    <a:gd name="connsiteY24" fmla="*/ 1901952 h 5230368"/>
                    <a:gd name="connsiteX25" fmla="*/ 475488 w 950976"/>
                    <a:gd name="connsiteY25" fmla="*/ 1901952 h 5230368"/>
                    <a:gd name="connsiteX26" fmla="*/ 475488 w 950976"/>
                    <a:gd name="connsiteY26" fmla="*/ 2377440 h 5230368"/>
                    <a:gd name="connsiteX27" fmla="*/ 0 w 950976"/>
                    <a:gd name="connsiteY27" fmla="*/ 2377440 h 5230368"/>
                    <a:gd name="connsiteX28" fmla="*/ 475488 w 950976"/>
                    <a:gd name="connsiteY28" fmla="*/ 1426464 h 5230368"/>
                    <a:gd name="connsiteX29" fmla="*/ 950976 w 950976"/>
                    <a:gd name="connsiteY29" fmla="*/ 1426464 h 5230368"/>
                    <a:gd name="connsiteX30" fmla="*/ 950976 w 950976"/>
                    <a:gd name="connsiteY30" fmla="*/ 1901952 h 5230368"/>
                    <a:gd name="connsiteX31" fmla="*/ 475488 w 950976"/>
                    <a:gd name="connsiteY31" fmla="*/ 1901952 h 5230368"/>
                    <a:gd name="connsiteX32" fmla="*/ 0 w 950976"/>
                    <a:gd name="connsiteY32" fmla="*/ 950976 h 5230368"/>
                    <a:gd name="connsiteX33" fmla="*/ 475488 w 950976"/>
                    <a:gd name="connsiteY33" fmla="*/ 950976 h 5230368"/>
                    <a:gd name="connsiteX34" fmla="*/ 475488 w 950976"/>
                    <a:gd name="connsiteY34" fmla="*/ 1426464 h 5230368"/>
                    <a:gd name="connsiteX35" fmla="*/ 0 w 950976"/>
                    <a:gd name="connsiteY35" fmla="*/ 1426464 h 5230368"/>
                    <a:gd name="connsiteX36" fmla="*/ 475488 w 950976"/>
                    <a:gd name="connsiteY36" fmla="*/ 475488 h 5230368"/>
                    <a:gd name="connsiteX37" fmla="*/ 950976 w 950976"/>
                    <a:gd name="connsiteY37" fmla="*/ 475488 h 5230368"/>
                    <a:gd name="connsiteX38" fmla="*/ 950976 w 950976"/>
                    <a:gd name="connsiteY38" fmla="*/ 950976 h 5230368"/>
                    <a:gd name="connsiteX39" fmla="*/ 475488 w 950976"/>
                    <a:gd name="connsiteY39" fmla="*/ 950976 h 5230368"/>
                    <a:gd name="connsiteX40" fmla="*/ 0 w 950976"/>
                    <a:gd name="connsiteY40" fmla="*/ 0 h 5230368"/>
                    <a:gd name="connsiteX41" fmla="*/ 475488 w 950976"/>
                    <a:gd name="connsiteY41" fmla="*/ 0 h 5230368"/>
                    <a:gd name="connsiteX42" fmla="*/ 475488 w 950976"/>
                    <a:gd name="connsiteY42" fmla="*/ 475488 h 5230368"/>
                    <a:gd name="connsiteX43" fmla="*/ 0 w 950976"/>
                    <a:gd name="connsiteY43" fmla="*/ 475488 h 523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8">
                      <a:moveTo>
                        <a:pt x="0" y="4754880"/>
                      </a:moveTo>
                      <a:lnTo>
                        <a:pt x="475488" y="4754880"/>
                      </a:lnTo>
                      <a:lnTo>
                        <a:pt x="475488" y="5230368"/>
                      </a:lnTo>
                      <a:lnTo>
                        <a:pt x="0" y="5230368"/>
                      </a:lnTo>
                      <a:close/>
                      <a:moveTo>
                        <a:pt x="475488" y="4279392"/>
                      </a:moveTo>
                      <a:lnTo>
                        <a:pt x="950976" y="4279392"/>
                      </a:lnTo>
                      <a:lnTo>
                        <a:pt x="950976" y="4754880"/>
                      </a:lnTo>
                      <a:lnTo>
                        <a:pt x="475488" y="4754880"/>
                      </a:lnTo>
                      <a:close/>
                      <a:moveTo>
                        <a:pt x="0" y="3803904"/>
                      </a:moveTo>
                      <a:lnTo>
                        <a:pt x="475488" y="3803904"/>
                      </a:lnTo>
                      <a:lnTo>
                        <a:pt x="475488" y="4279392"/>
                      </a:lnTo>
                      <a:lnTo>
                        <a:pt x="0" y="4279392"/>
                      </a:lnTo>
                      <a:close/>
                      <a:moveTo>
                        <a:pt x="475488" y="3328416"/>
                      </a:moveTo>
                      <a:lnTo>
                        <a:pt x="950976" y="3328416"/>
                      </a:lnTo>
                      <a:lnTo>
                        <a:pt x="950976" y="3803904"/>
                      </a:lnTo>
                      <a:lnTo>
                        <a:pt x="475488" y="3803904"/>
                      </a:lnTo>
                      <a:close/>
                      <a:moveTo>
                        <a:pt x="0" y="2852928"/>
                      </a:moveTo>
                      <a:lnTo>
                        <a:pt x="475488" y="2852928"/>
                      </a:lnTo>
                      <a:lnTo>
                        <a:pt x="475488" y="3328416"/>
                      </a:lnTo>
                      <a:lnTo>
                        <a:pt x="0" y="3328416"/>
                      </a:lnTo>
                      <a:close/>
                      <a:moveTo>
                        <a:pt x="475488" y="2377440"/>
                      </a:moveTo>
                      <a:lnTo>
                        <a:pt x="950976" y="2377440"/>
                      </a:lnTo>
                      <a:lnTo>
                        <a:pt x="950976" y="2852928"/>
                      </a:lnTo>
                      <a:lnTo>
                        <a:pt x="475488" y="2852928"/>
                      </a:lnTo>
                      <a:close/>
                      <a:moveTo>
                        <a:pt x="0" y="1901952"/>
                      </a:moveTo>
                      <a:lnTo>
                        <a:pt x="475488" y="1901952"/>
                      </a:lnTo>
                      <a:lnTo>
                        <a:pt x="475488" y="2377440"/>
                      </a:lnTo>
                      <a:lnTo>
                        <a:pt x="0" y="2377440"/>
                      </a:lnTo>
                      <a:close/>
                      <a:moveTo>
                        <a:pt x="475488" y="1426464"/>
                      </a:moveTo>
                      <a:lnTo>
                        <a:pt x="950976" y="1426464"/>
                      </a:lnTo>
                      <a:lnTo>
                        <a:pt x="950976" y="1901952"/>
                      </a:lnTo>
                      <a:lnTo>
                        <a:pt x="475488" y="1901952"/>
                      </a:lnTo>
                      <a:close/>
                      <a:moveTo>
                        <a:pt x="0" y="950976"/>
                      </a:moveTo>
                      <a:lnTo>
                        <a:pt x="475488" y="950976"/>
                      </a:lnTo>
                      <a:lnTo>
                        <a:pt x="475488" y="1426464"/>
                      </a:lnTo>
                      <a:lnTo>
                        <a:pt x="0" y="1426464"/>
                      </a:lnTo>
                      <a:close/>
                      <a:moveTo>
                        <a:pt x="475488" y="475488"/>
                      </a:moveTo>
                      <a:lnTo>
                        <a:pt x="950976" y="475488"/>
                      </a:lnTo>
                      <a:lnTo>
                        <a:pt x="950976" y="950976"/>
                      </a:lnTo>
                      <a:lnTo>
                        <a:pt x="475488" y="950976"/>
                      </a:lnTo>
                      <a:close/>
                      <a:moveTo>
                        <a:pt x="0" y="0"/>
                      </a:moveTo>
                      <a:lnTo>
                        <a:pt x="475488" y="0"/>
                      </a:lnTo>
                      <a:lnTo>
                        <a:pt x="475488" y="475488"/>
                      </a:lnTo>
                      <a:lnTo>
                        <a:pt x="0" y="4754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301525A2-4791-342D-1D8D-8826F85D7F98}"/>
                    </a:ext>
                  </a:extLst>
                </p:cNvPr>
                <p:cNvSpPr/>
                <p:nvPr/>
              </p:nvSpPr>
              <p:spPr bwMode="auto">
                <a:xfrm>
                  <a:off x="1499616" y="987553"/>
                  <a:ext cx="950976" cy="5230367"/>
                </a:xfrm>
                <a:custGeom>
                  <a:avLst/>
                  <a:gdLst>
                    <a:gd name="connsiteX0" fmla="*/ 475488 w 950976"/>
                    <a:gd name="connsiteY0" fmla="*/ 4754879 h 5230367"/>
                    <a:gd name="connsiteX1" fmla="*/ 950976 w 950976"/>
                    <a:gd name="connsiteY1" fmla="*/ 4754879 h 5230367"/>
                    <a:gd name="connsiteX2" fmla="*/ 950976 w 950976"/>
                    <a:gd name="connsiteY2" fmla="*/ 5230367 h 5230367"/>
                    <a:gd name="connsiteX3" fmla="*/ 475488 w 950976"/>
                    <a:gd name="connsiteY3" fmla="*/ 5230367 h 5230367"/>
                    <a:gd name="connsiteX4" fmla="*/ 0 w 950976"/>
                    <a:gd name="connsiteY4" fmla="*/ 4279391 h 5230367"/>
                    <a:gd name="connsiteX5" fmla="*/ 475488 w 950976"/>
                    <a:gd name="connsiteY5" fmla="*/ 4279391 h 5230367"/>
                    <a:gd name="connsiteX6" fmla="*/ 475488 w 950976"/>
                    <a:gd name="connsiteY6" fmla="*/ 4754879 h 5230367"/>
                    <a:gd name="connsiteX7" fmla="*/ 0 w 950976"/>
                    <a:gd name="connsiteY7" fmla="*/ 4754879 h 5230367"/>
                    <a:gd name="connsiteX8" fmla="*/ 475488 w 950976"/>
                    <a:gd name="connsiteY8" fmla="*/ 3803903 h 5230367"/>
                    <a:gd name="connsiteX9" fmla="*/ 950976 w 950976"/>
                    <a:gd name="connsiteY9" fmla="*/ 3803903 h 5230367"/>
                    <a:gd name="connsiteX10" fmla="*/ 950976 w 950976"/>
                    <a:gd name="connsiteY10" fmla="*/ 4279391 h 5230367"/>
                    <a:gd name="connsiteX11" fmla="*/ 475488 w 950976"/>
                    <a:gd name="connsiteY11" fmla="*/ 4279391 h 5230367"/>
                    <a:gd name="connsiteX12" fmla="*/ 0 w 950976"/>
                    <a:gd name="connsiteY12" fmla="*/ 3328415 h 5230367"/>
                    <a:gd name="connsiteX13" fmla="*/ 475488 w 950976"/>
                    <a:gd name="connsiteY13" fmla="*/ 3328415 h 5230367"/>
                    <a:gd name="connsiteX14" fmla="*/ 475488 w 950976"/>
                    <a:gd name="connsiteY14" fmla="*/ 3803903 h 5230367"/>
                    <a:gd name="connsiteX15" fmla="*/ 0 w 950976"/>
                    <a:gd name="connsiteY15" fmla="*/ 3803903 h 5230367"/>
                    <a:gd name="connsiteX16" fmla="*/ 475488 w 950976"/>
                    <a:gd name="connsiteY16" fmla="*/ 2852927 h 5230367"/>
                    <a:gd name="connsiteX17" fmla="*/ 950976 w 950976"/>
                    <a:gd name="connsiteY17" fmla="*/ 2852927 h 5230367"/>
                    <a:gd name="connsiteX18" fmla="*/ 950976 w 950976"/>
                    <a:gd name="connsiteY18" fmla="*/ 3328415 h 5230367"/>
                    <a:gd name="connsiteX19" fmla="*/ 475488 w 950976"/>
                    <a:gd name="connsiteY19" fmla="*/ 3328415 h 5230367"/>
                    <a:gd name="connsiteX20" fmla="*/ 0 w 950976"/>
                    <a:gd name="connsiteY20" fmla="*/ 2377439 h 5230367"/>
                    <a:gd name="connsiteX21" fmla="*/ 475488 w 950976"/>
                    <a:gd name="connsiteY21" fmla="*/ 2377439 h 5230367"/>
                    <a:gd name="connsiteX22" fmla="*/ 475488 w 950976"/>
                    <a:gd name="connsiteY22" fmla="*/ 2852927 h 5230367"/>
                    <a:gd name="connsiteX23" fmla="*/ 0 w 950976"/>
                    <a:gd name="connsiteY23" fmla="*/ 2852927 h 5230367"/>
                    <a:gd name="connsiteX24" fmla="*/ 475488 w 950976"/>
                    <a:gd name="connsiteY24" fmla="*/ 1901951 h 5230367"/>
                    <a:gd name="connsiteX25" fmla="*/ 950976 w 950976"/>
                    <a:gd name="connsiteY25" fmla="*/ 1901951 h 5230367"/>
                    <a:gd name="connsiteX26" fmla="*/ 950976 w 950976"/>
                    <a:gd name="connsiteY26" fmla="*/ 2377439 h 5230367"/>
                    <a:gd name="connsiteX27" fmla="*/ 475488 w 950976"/>
                    <a:gd name="connsiteY27" fmla="*/ 2377439 h 5230367"/>
                    <a:gd name="connsiteX28" fmla="*/ 0 w 950976"/>
                    <a:gd name="connsiteY28" fmla="*/ 1426463 h 5230367"/>
                    <a:gd name="connsiteX29" fmla="*/ 475488 w 950976"/>
                    <a:gd name="connsiteY29" fmla="*/ 1426463 h 5230367"/>
                    <a:gd name="connsiteX30" fmla="*/ 475488 w 950976"/>
                    <a:gd name="connsiteY30" fmla="*/ 1901951 h 5230367"/>
                    <a:gd name="connsiteX31" fmla="*/ 0 w 950976"/>
                    <a:gd name="connsiteY31" fmla="*/ 1901951 h 5230367"/>
                    <a:gd name="connsiteX32" fmla="*/ 475488 w 950976"/>
                    <a:gd name="connsiteY32" fmla="*/ 950976 h 5230367"/>
                    <a:gd name="connsiteX33" fmla="*/ 950976 w 950976"/>
                    <a:gd name="connsiteY33" fmla="*/ 950976 h 5230367"/>
                    <a:gd name="connsiteX34" fmla="*/ 950976 w 950976"/>
                    <a:gd name="connsiteY34" fmla="*/ 1426463 h 5230367"/>
                    <a:gd name="connsiteX35" fmla="*/ 475488 w 950976"/>
                    <a:gd name="connsiteY35" fmla="*/ 1426463 h 5230367"/>
                    <a:gd name="connsiteX36" fmla="*/ 0 w 950976"/>
                    <a:gd name="connsiteY36" fmla="*/ 475488 h 5230367"/>
                    <a:gd name="connsiteX37" fmla="*/ 475488 w 950976"/>
                    <a:gd name="connsiteY37" fmla="*/ 475488 h 5230367"/>
                    <a:gd name="connsiteX38" fmla="*/ 475488 w 950976"/>
                    <a:gd name="connsiteY38" fmla="*/ 950976 h 5230367"/>
                    <a:gd name="connsiteX39" fmla="*/ 0 w 950976"/>
                    <a:gd name="connsiteY39" fmla="*/ 950976 h 5230367"/>
                    <a:gd name="connsiteX40" fmla="*/ 475488 w 950976"/>
                    <a:gd name="connsiteY40" fmla="*/ 0 h 5230367"/>
                    <a:gd name="connsiteX41" fmla="*/ 950976 w 950976"/>
                    <a:gd name="connsiteY41" fmla="*/ 0 h 5230367"/>
                    <a:gd name="connsiteX42" fmla="*/ 950976 w 950976"/>
                    <a:gd name="connsiteY42" fmla="*/ 475488 h 5230367"/>
                    <a:gd name="connsiteX43" fmla="*/ 475488 w 950976"/>
                    <a:gd name="connsiteY43" fmla="*/ 475488 h 52303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7">
                      <a:moveTo>
                        <a:pt x="475488" y="4754879"/>
                      </a:moveTo>
                      <a:lnTo>
                        <a:pt x="950976" y="4754879"/>
                      </a:lnTo>
                      <a:lnTo>
                        <a:pt x="950976" y="5230367"/>
                      </a:lnTo>
                      <a:lnTo>
                        <a:pt x="475488" y="5230367"/>
                      </a:lnTo>
                      <a:close/>
                      <a:moveTo>
                        <a:pt x="0" y="4279391"/>
                      </a:moveTo>
                      <a:lnTo>
                        <a:pt x="475488" y="4279391"/>
                      </a:lnTo>
                      <a:lnTo>
                        <a:pt x="475488" y="4754879"/>
                      </a:lnTo>
                      <a:lnTo>
                        <a:pt x="0" y="4754879"/>
                      </a:lnTo>
                      <a:close/>
                      <a:moveTo>
                        <a:pt x="475488" y="3803903"/>
                      </a:moveTo>
                      <a:lnTo>
                        <a:pt x="950976" y="3803903"/>
                      </a:lnTo>
                      <a:lnTo>
                        <a:pt x="950976" y="4279391"/>
                      </a:lnTo>
                      <a:lnTo>
                        <a:pt x="475488" y="4279391"/>
                      </a:lnTo>
                      <a:close/>
                      <a:moveTo>
                        <a:pt x="0" y="3328415"/>
                      </a:moveTo>
                      <a:lnTo>
                        <a:pt x="475488" y="3328415"/>
                      </a:lnTo>
                      <a:lnTo>
                        <a:pt x="475488" y="3803903"/>
                      </a:lnTo>
                      <a:lnTo>
                        <a:pt x="0" y="3803903"/>
                      </a:lnTo>
                      <a:close/>
                      <a:moveTo>
                        <a:pt x="475488" y="2852927"/>
                      </a:moveTo>
                      <a:lnTo>
                        <a:pt x="950976" y="2852927"/>
                      </a:lnTo>
                      <a:lnTo>
                        <a:pt x="950976" y="3328415"/>
                      </a:lnTo>
                      <a:lnTo>
                        <a:pt x="475488" y="3328415"/>
                      </a:lnTo>
                      <a:close/>
                      <a:moveTo>
                        <a:pt x="0" y="2377439"/>
                      </a:moveTo>
                      <a:lnTo>
                        <a:pt x="475488" y="2377439"/>
                      </a:lnTo>
                      <a:lnTo>
                        <a:pt x="475488" y="2852927"/>
                      </a:lnTo>
                      <a:lnTo>
                        <a:pt x="0" y="2852927"/>
                      </a:lnTo>
                      <a:close/>
                      <a:moveTo>
                        <a:pt x="475488" y="1901951"/>
                      </a:moveTo>
                      <a:lnTo>
                        <a:pt x="950976" y="1901951"/>
                      </a:lnTo>
                      <a:lnTo>
                        <a:pt x="950976" y="2377439"/>
                      </a:lnTo>
                      <a:lnTo>
                        <a:pt x="475488" y="2377439"/>
                      </a:lnTo>
                      <a:close/>
                      <a:moveTo>
                        <a:pt x="0" y="1426463"/>
                      </a:moveTo>
                      <a:lnTo>
                        <a:pt x="475488" y="1426463"/>
                      </a:lnTo>
                      <a:lnTo>
                        <a:pt x="475488" y="1901951"/>
                      </a:lnTo>
                      <a:lnTo>
                        <a:pt x="0" y="1901951"/>
                      </a:lnTo>
                      <a:close/>
                      <a:moveTo>
                        <a:pt x="475488" y="950976"/>
                      </a:moveTo>
                      <a:lnTo>
                        <a:pt x="950976" y="950976"/>
                      </a:lnTo>
                      <a:lnTo>
                        <a:pt x="950976" y="1426463"/>
                      </a:lnTo>
                      <a:lnTo>
                        <a:pt x="475488" y="1426463"/>
                      </a:lnTo>
                      <a:close/>
                      <a:moveTo>
                        <a:pt x="0" y="475488"/>
                      </a:moveTo>
                      <a:lnTo>
                        <a:pt x="475488" y="475488"/>
                      </a:lnTo>
                      <a:lnTo>
                        <a:pt x="475488" y="950976"/>
                      </a:lnTo>
                      <a:lnTo>
                        <a:pt x="0" y="950976"/>
                      </a:lnTo>
                      <a:close/>
                      <a:moveTo>
                        <a:pt x="475488" y="0"/>
                      </a:moveTo>
                      <a:lnTo>
                        <a:pt x="950976" y="0"/>
                      </a:lnTo>
                      <a:lnTo>
                        <a:pt x="950976" y="475488"/>
                      </a:lnTo>
                      <a:lnTo>
                        <a:pt x="475488" y="47548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E3BF8027-86AC-2F08-C996-EEA203F1E749}"/>
                  </a:ext>
                </a:extLst>
              </p:cNvPr>
              <p:cNvGrpSpPr/>
              <p:nvPr/>
            </p:nvGrpSpPr>
            <p:grpSpPr>
              <a:xfrm rot="5400000">
                <a:off x="1246910" y="5056909"/>
                <a:ext cx="554183" cy="3047999"/>
                <a:chOff x="1499616" y="987552"/>
                <a:chExt cx="950976" cy="5230368"/>
              </a:xfrm>
            </p:grpSpPr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5FEB01CB-6876-23BE-8C0E-8AAC832623E4}"/>
                    </a:ext>
                  </a:extLst>
                </p:cNvPr>
                <p:cNvSpPr/>
                <p:nvPr/>
              </p:nvSpPr>
              <p:spPr bwMode="auto">
                <a:xfrm>
                  <a:off x="1499616" y="987552"/>
                  <a:ext cx="950976" cy="5230368"/>
                </a:xfrm>
                <a:custGeom>
                  <a:avLst/>
                  <a:gdLst>
                    <a:gd name="connsiteX0" fmla="*/ 0 w 950976"/>
                    <a:gd name="connsiteY0" fmla="*/ 4754880 h 5230368"/>
                    <a:gd name="connsiteX1" fmla="*/ 475488 w 950976"/>
                    <a:gd name="connsiteY1" fmla="*/ 4754880 h 5230368"/>
                    <a:gd name="connsiteX2" fmla="*/ 475488 w 950976"/>
                    <a:gd name="connsiteY2" fmla="*/ 5230368 h 5230368"/>
                    <a:gd name="connsiteX3" fmla="*/ 0 w 950976"/>
                    <a:gd name="connsiteY3" fmla="*/ 5230368 h 5230368"/>
                    <a:gd name="connsiteX4" fmla="*/ 475488 w 950976"/>
                    <a:gd name="connsiteY4" fmla="*/ 4279392 h 5230368"/>
                    <a:gd name="connsiteX5" fmla="*/ 950976 w 950976"/>
                    <a:gd name="connsiteY5" fmla="*/ 4279392 h 5230368"/>
                    <a:gd name="connsiteX6" fmla="*/ 950976 w 950976"/>
                    <a:gd name="connsiteY6" fmla="*/ 4754880 h 5230368"/>
                    <a:gd name="connsiteX7" fmla="*/ 475488 w 950976"/>
                    <a:gd name="connsiteY7" fmla="*/ 4754880 h 5230368"/>
                    <a:gd name="connsiteX8" fmla="*/ 0 w 950976"/>
                    <a:gd name="connsiteY8" fmla="*/ 3803904 h 5230368"/>
                    <a:gd name="connsiteX9" fmla="*/ 475488 w 950976"/>
                    <a:gd name="connsiteY9" fmla="*/ 3803904 h 5230368"/>
                    <a:gd name="connsiteX10" fmla="*/ 475488 w 950976"/>
                    <a:gd name="connsiteY10" fmla="*/ 4279392 h 5230368"/>
                    <a:gd name="connsiteX11" fmla="*/ 0 w 950976"/>
                    <a:gd name="connsiteY11" fmla="*/ 4279392 h 5230368"/>
                    <a:gd name="connsiteX12" fmla="*/ 475488 w 950976"/>
                    <a:gd name="connsiteY12" fmla="*/ 3328416 h 5230368"/>
                    <a:gd name="connsiteX13" fmla="*/ 950976 w 950976"/>
                    <a:gd name="connsiteY13" fmla="*/ 3328416 h 5230368"/>
                    <a:gd name="connsiteX14" fmla="*/ 950976 w 950976"/>
                    <a:gd name="connsiteY14" fmla="*/ 3803904 h 5230368"/>
                    <a:gd name="connsiteX15" fmla="*/ 475488 w 950976"/>
                    <a:gd name="connsiteY15" fmla="*/ 3803904 h 5230368"/>
                    <a:gd name="connsiteX16" fmla="*/ 0 w 950976"/>
                    <a:gd name="connsiteY16" fmla="*/ 2852928 h 5230368"/>
                    <a:gd name="connsiteX17" fmla="*/ 475488 w 950976"/>
                    <a:gd name="connsiteY17" fmla="*/ 2852928 h 5230368"/>
                    <a:gd name="connsiteX18" fmla="*/ 475488 w 950976"/>
                    <a:gd name="connsiteY18" fmla="*/ 3328416 h 5230368"/>
                    <a:gd name="connsiteX19" fmla="*/ 0 w 950976"/>
                    <a:gd name="connsiteY19" fmla="*/ 3328416 h 5230368"/>
                    <a:gd name="connsiteX20" fmla="*/ 475488 w 950976"/>
                    <a:gd name="connsiteY20" fmla="*/ 2377440 h 5230368"/>
                    <a:gd name="connsiteX21" fmla="*/ 950976 w 950976"/>
                    <a:gd name="connsiteY21" fmla="*/ 2377440 h 5230368"/>
                    <a:gd name="connsiteX22" fmla="*/ 950976 w 950976"/>
                    <a:gd name="connsiteY22" fmla="*/ 2852928 h 5230368"/>
                    <a:gd name="connsiteX23" fmla="*/ 475488 w 950976"/>
                    <a:gd name="connsiteY23" fmla="*/ 2852928 h 5230368"/>
                    <a:gd name="connsiteX24" fmla="*/ 0 w 950976"/>
                    <a:gd name="connsiteY24" fmla="*/ 1901952 h 5230368"/>
                    <a:gd name="connsiteX25" fmla="*/ 475488 w 950976"/>
                    <a:gd name="connsiteY25" fmla="*/ 1901952 h 5230368"/>
                    <a:gd name="connsiteX26" fmla="*/ 475488 w 950976"/>
                    <a:gd name="connsiteY26" fmla="*/ 2377440 h 5230368"/>
                    <a:gd name="connsiteX27" fmla="*/ 0 w 950976"/>
                    <a:gd name="connsiteY27" fmla="*/ 2377440 h 5230368"/>
                    <a:gd name="connsiteX28" fmla="*/ 475488 w 950976"/>
                    <a:gd name="connsiteY28" fmla="*/ 1426464 h 5230368"/>
                    <a:gd name="connsiteX29" fmla="*/ 950976 w 950976"/>
                    <a:gd name="connsiteY29" fmla="*/ 1426464 h 5230368"/>
                    <a:gd name="connsiteX30" fmla="*/ 950976 w 950976"/>
                    <a:gd name="connsiteY30" fmla="*/ 1901952 h 5230368"/>
                    <a:gd name="connsiteX31" fmla="*/ 475488 w 950976"/>
                    <a:gd name="connsiteY31" fmla="*/ 1901952 h 5230368"/>
                    <a:gd name="connsiteX32" fmla="*/ 0 w 950976"/>
                    <a:gd name="connsiteY32" fmla="*/ 950976 h 5230368"/>
                    <a:gd name="connsiteX33" fmla="*/ 475488 w 950976"/>
                    <a:gd name="connsiteY33" fmla="*/ 950976 h 5230368"/>
                    <a:gd name="connsiteX34" fmla="*/ 475488 w 950976"/>
                    <a:gd name="connsiteY34" fmla="*/ 1426464 h 5230368"/>
                    <a:gd name="connsiteX35" fmla="*/ 0 w 950976"/>
                    <a:gd name="connsiteY35" fmla="*/ 1426464 h 5230368"/>
                    <a:gd name="connsiteX36" fmla="*/ 475488 w 950976"/>
                    <a:gd name="connsiteY36" fmla="*/ 475488 h 5230368"/>
                    <a:gd name="connsiteX37" fmla="*/ 950976 w 950976"/>
                    <a:gd name="connsiteY37" fmla="*/ 475488 h 5230368"/>
                    <a:gd name="connsiteX38" fmla="*/ 950976 w 950976"/>
                    <a:gd name="connsiteY38" fmla="*/ 950976 h 5230368"/>
                    <a:gd name="connsiteX39" fmla="*/ 475488 w 950976"/>
                    <a:gd name="connsiteY39" fmla="*/ 950976 h 5230368"/>
                    <a:gd name="connsiteX40" fmla="*/ 0 w 950976"/>
                    <a:gd name="connsiteY40" fmla="*/ 0 h 5230368"/>
                    <a:gd name="connsiteX41" fmla="*/ 475488 w 950976"/>
                    <a:gd name="connsiteY41" fmla="*/ 0 h 5230368"/>
                    <a:gd name="connsiteX42" fmla="*/ 475488 w 950976"/>
                    <a:gd name="connsiteY42" fmla="*/ 475488 h 5230368"/>
                    <a:gd name="connsiteX43" fmla="*/ 0 w 950976"/>
                    <a:gd name="connsiteY43" fmla="*/ 475488 h 523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8">
                      <a:moveTo>
                        <a:pt x="0" y="4754880"/>
                      </a:moveTo>
                      <a:lnTo>
                        <a:pt x="475488" y="4754880"/>
                      </a:lnTo>
                      <a:lnTo>
                        <a:pt x="475488" y="5230368"/>
                      </a:lnTo>
                      <a:lnTo>
                        <a:pt x="0" y="5230368"/>
                      </a:lnTo>
                      <a:close/>
                      <a:moveTo>
                        <a:pt x="475488" y="4279392"/>
                      </a:moveTo>
                      <a:lnTo>
                        <a:pt x="950976" y="4279392"/>
                      </a:lnTo>
                      <a:lnTo>
                        <a:pt x="950976" y="4754880"/>
                      </a:lnTo>
                      <a:lnTo>
                        <a:pt x="475488" y="4754880"/>
                      </a:lnTo>
                      <a:close/>
                      <a:moveTo>
                        <a:pt x="0" y="3803904"/>
                      </a:moveTo>
                      <a:lnTo>
                        <a:pt x="475488" y="3803904"/>
                      </a:lnTo>
                      <a:lnTo>
                        <a:pt x="475488" y="4279392"/>
                      </a:lnTo>
                      <a:lnTo>
                        <a:pt x="0" y="4279392"/>
                      </a:lnTo>
                      <a:close/>
                      <a:moveTo>
                        <a:pt x="475488" y="3328416"/>
                      </a:moveTo>
                      <a:lnTo>
                        <a:pt x="950976" y="3328416"/>
                      </a:lnTo>
                      <a:lnTo>
                        <a:pt x="950976" y="3803904"/>
                      </a:lnTo>
                      <a:lnTo>
                        <a:pt x="475488" y="3803904"/>
                      </a:lnTo>
                      <a:close/>
                      <a:moveTo>
                        <a:pt x="0" y="2852928"/>
                      </a:moveTo>
                      <a:lnTo>
                        <a:pt x="475488" y="2852928"/>
                      </a:lnTo>
                      <a:lnTo>
                        <a:pt x="475488" y="3328416"/>
                      </a:lnTo>
                      <a:lnTo>
                        <a:pt x="0" y="3328416"/>
                      </a:lnTo>
                      <a:close/>
                      <a:moveTo>
                        <a:pt x="475488" y="2377440"/>
                      </a:moveTo>
                      <a:lnTo>
                        <a:pt x="950976" y="2377440"/>
                      </a:lnTo>
                      <a:lnTo>
                        <a:pt x="950976" y="2852928"/>
                      </a:lnTo>
                      <a:lnTo>
                        <a:pt x="475488" y="2852928"/>
                      </a:lnTo>
                      <a:close/>
                      <a:moveTo>
                        <a:pt x="0" y="1901952"/>
                      </a:moveTo>
                      <a:lnTo>
                        <a:pt x="475488" y="1901952"/>
                      </a:lnTo>
                      <a:lnTo>
                        <a:pt x="475488" y="2377440"/>
                      </a:lnTo>
                      <a:lnTo>
                        <a:pt x="0" y="2377440"/>
                      </a:lnTo>
                      <a:close/>
                      <a:moveTo>
                        <a:pt x="475488" y="1426464"/>
                      </a:moveTo>
                      <a:lnTo>
                        <a:pt x="950976" y="1426464"/>
                      </a:lnTo>
                      <a:lnTo>
                        <a:pt x="950976" y="1901952"/>
                      </a:lnTo>
                      <a:lnTo>
                        <a:pt x="475488" y="1901952"/>
                      </a:lnTo>
                      <a:close/>
                      <a:moveTo>
                        <a:pt x="0" y="950976"/>
                      </a:moveTo>
                      <a:lnTo>
                        <a:pt x="475488" y="950976"/>
                      </a:lnTo>
                      <a:lnTo>
                        <a:pt x="475488" y="1426464"/>
                      </a:lnTo>
                      <a:lnTo>
                        <a:pt x="0" y="1426464"/>
                      </a:lnTo>
                      <a:close/>
                      <a:moveTo>
                        <a:pt x="475488" y="475488"/>
                      </a:moveTo>
                      <a:lnTo>
                        <a:pt x="950976" y="475488"/>
                      </a:lnTo>
                      <a:lnTo>
                        <a:pt x="950976" y="950976"/>
                      </a:lnTo>
                      <a:lnTo>
                        <a:pt x="475488" y="950976"/>
                      </a:lnTo>
                      <a:close/>
                      <a:moveTo>
                        <a:pt x="0" y="0"/>
                      </a:moveTo>
                      <a:lnTo>
                        <a:pt x="475488" y="0"/>
                      </a:lnTo>
                      <a:lnTo>
                        <a:pt x="475488" y="475488"/>
                      </a:lnTo>
                      <a:lnTo>
                        <a:pt x="0" y="4754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6345786E-8743-1632-964F-B8C52CB1812D}"/>
                    </a:ext>
                  </a:extLst>
                </p:cNvPr>
                <p:cNvSpPr/>
                <p:nvPr/>
              </p:nvSpPr>
              <p:spPr bwMode="auto">
                <a:xfrm>
                  <a:off x="1499616" y="987553"/>
                  <a:ext cx="950976" cy="5230367"/>
                </a:xfrm>
                <a:custGeom>
                  <a:avLst/>
                  <a:gdLst>
                    <a:gd name="connsiteX0" fmla="*/ 475488 w 950976"/>
                    <a:gd name="connsiteY0" fmla="*/ 4754879 h 5230367"/>
                    <a:gd name="connsiteX1" fmla="*/ 950976 w 950976"/>
                    <a:gd name="connsiteY1" fmla="*/ 4754879 h 5230367"/>
                    <a:gd name="connsiteX2" fmla="*/ 950976 w 950976"/>
                    <a:gd name="connsiteY2" fmla="*/ 5230367 h 5230367"/>
                    <a:gd name="connsiteX3" fmla="*/ 475488 w 950976"/>
                    <a:gd name="connsiteY3" fmla="*/ 5230367 h 5230367"/>
                    <a:gd name="connsiteX4" fmla="*/ 0 w 950976"/>
                    <a:gd name="connsiteY4" fmla="*/ 4279391 h 5230367"/>
                    <a:gd name="connsiteX5" fmla="*/ 475488 w 950976"/>
                    <a:gd name="connsiteY5" fmla="*/ 4279391 h 5230367"/>
                    <a:gd name="connsiteX6" fmla="*/ 475488 w 950976"/>
                    <a:gd name="connsiteY6" fmla="*/ 4754879 h 5230367"/>
                    <a:gd name="connsiteX7" fmla="*/ 0 w 950976"/>
                    <a:gd name="connsiteY7" fmla="*/ 4754879 h 5230367"/>
                    <a:gd name="connsiteX8" fmla="*/ 475488 w 950976"/>
                    <a:gd name="connsiteY8" fmla="*/ 3803903 h 5230367"/>
                    <a:gd name="connsiteX9" fmla="*/ 950976 w 950976"/>
                    <a:gd name="connsiteY9" fmla="*/ 3803903 h 5230367"/>
                    <a:gd name="connsiteX10" fmla="*/ 950976 w 950976"/>
                    <a:gd name="connsiteY10" fmla="*/ 4279391 h 5230367"/>
                    <a:gd name="connsiteX11" fmla="*/ 475488 w 950976"/>
                    <a:gd name="connsiteY11" fmla="*/ 4279391 h 5230367"/>
                    <a:gd name="connsiteX12" fmla="*/ 0 w 950976"/>
                    <a:gd name="connsiteY12" fmla="*/ 3328415 h 5230367"/>
                    <a:gd name="connsiteX13" fmla="*/ 475488 w 950976"/>
                    <a:gd name="connsiteY13" fmla="*/ 3328415 h 5230367"/>
                    <a:gd name="connsiteX14" fmla="*/ 475488 w 950976"/>
                    <a:gd name="connsiteY14" fmla="*/ 3803903 h 5230367"/>
                    <a:gd name="connsiteX15" fmla="*/ 0 w 950976"/>
                    <a:gd name="connsiteY15" fmla="*/ 3803903 h 5230367"/>
                    <a:gd name="connsiteX16" fmla="*/ 475488 w 950976"/>
                    <a:gd name="connsiteY16" fmla="*/ 2852927 h 5230367"/>
                    <a:gd name="connsiteX17" fmla="*/ 950976 w 950976"/>
                    <a:gd name="connsiteY17" fmla="*/ 2852927 h 5230367"/>
                    <a:gd name="connsiteX18" fmla="*/ 950976 w 950976"/>
                    <a:gd name="connsiteY18" fmla="*/ 3328415 h 5230367"/>
                    <a:gd name="connsiteX19" fmla="*/ 475488 w 950976"/>
                    <a:gd name="connsiteY19" fmla="*/ 3328415 h 5230367"/>
                    <a:gd name="connsiteX20" fmla="*/ 0 w 950976"/>
                    <a:gd name="connsiteY20" fmla="*/ 2377439 h 5230367"/>
                    <a:gd name="connsiteX21" fmla="*/ 475488 w 950976"/>
                    <a:gd name="connsiteY21" fmla="*/ 2377439 h 5230367"/>
                    <a:gd name="connsiteX22" fmla="*/ 475488 w 950976"/>
                    <a:gd name="connsiteY22" fmla="*/ 2852927 h 5230367"/>
                    <a:gd name="connsiteX23" fmla="*/ 0 w 950976"/>
                    <a:gd name="connsiteY23" fmla="*/ 2852927 h 5230367"/>
                    <a:gd name="connsiteX24" fmla="*/ 475488 w 950976"/>
                    <a:gd name="connsiteY24" fmla="*/ 1901951 h 5230367"/>
                    <a:gd name="connsiteX25" fmla="*/ 950976 w 950976"/>
                    <a:gd name="connsiteY25" fmla="*/ 1901951 h 5230367"/>
                    <a:gd name="connsiteX26" fmla="*/ 950976 w 950976"/>
                    <a:gd name="connsiteY26" fmla="*/ 2377439 h 5230367"/>
                    <a:gd name="connsiteX27" fmla="*/ 475488 w 950976"/>
                    <a:gd name="connsiteY27" fmla="*/ 2377439 h 5230367"/>
                    <a:gd name="connsiteX28" fmla="*/ 0 w 950976"/>
                    <a:gd name="connsiteY28" fmla="*/ 1426463 h 5230367"/>
                    <a:gd name="connsiteX29" fmla="*/ 475488 w 950976"/>
                    <a:gd name="connsiteY29" fmla="*/ 1426463 h 5230367"/>
                    <a:gd name="connsiteX30" fmla="*/ 475488 w 950976"/>
                    <a:gd name="connsiteY30" fmla="*/ 1901951 h 5230367"/>
                    <a:gd name="connsiteX31" fmla="*/ 0 w 950976"/>
                    <a:gd name="connsiteY31" fmla="*/ 1901951 h 5230367"/>
                    <a:gd name="connsiteX32" fmla="*/ 475488 w 950976"/>
                    <a:gd name="connsiteY32" fmla="*/ 950976 h 5230367"/>
                    <a:gd name="connsiteX33" fmla="*/ 950976 w 950976"/>
                    <a:gd name="connsiteY33" fmla="*/ 950976 h 5230367"/>
                    <a:gd name="connsiteX34" fmla="*/ 950976 w 950976"/>
                    <a:gd name="connsiteY34" fmla="*/ 1426463 h 5230367"/>
                    <a:gd name="connsiteX35" fmla="*/ 475488 w 950976"/>
                    <a:gd name="connsiteY35" fmla="*/ 1426463 h 5230367"/>
                    <a:gd name="connsiteX36" fmla="*/ 0 w 950976"/>
                    <a:gd name="connsiteY36" fmla="*/ 475488 h 5230367"/>
                    <a:gd name="connsiteX37" fmla="*/ 475488 w 950976"/>
                    <a:gd name="connsiteY37" fmla="*/ 475488 h 5230367"/>
                    <a:gd name="connsiteX38" fmla="*/ 475488 w 950976"/>
                    <a:gd name="connsiteY38" fmla="*/ 950976 h 5230367"/>
                    <a:gd name="connsiteX39" fmla="*/ 0 w 950976"/>
                    <a:gd name="connsiteY39" fmla="*/ 950976 h 5230367"/>
                    <a:gd name="connsiteX40" fmla="*/ 475488 w 950976"/>
                    <a:gd name="connsiteY40" fmla="*/ 0 h 5230367"/>
                    <a:gd name="connsiteX41" fmla="*/ 950976 w 950976"/>
                    <a:gd name="connsiteY41" fmla="*/ 0 h 5230367"/>
                    <a:gd name="connsiteX42" fmla="*/ 950976 w 950976"/>
                    <a:gd name="connsiteY42" fmla="*/ 475488 h 5230367"/>
                    <a:gd name="connsiteX43" fmla="*/ 475488 w 950976"/>
                    <a:gd name="connsiteY43" fmla="*/ 475488 h 52303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7">
                      <a:moveTo>
                        <a:pt x="475488" y="4754879"/>
                      </a:moveTo>
                      <a:lnTo>
                        <a:pt x="950976" y="4754879"/>
                      </a:lnTo>
                      <a:lnTo>
                        <a:pt x="950976" y="5230367"/>
                      </a:lnTo>
                      <a:lnTo>
                        <a:pt x="475488" y="5230367"/>
                      </a:lnTo>
                      <a:close/>
                      <a:moveTo>
                        <a:pt x="0" y="4279391"/>
                      </a:moveTo>
                      <a:lnTo>
                        <a:pt x="475488" y="4279391"/>
                      </a:lnTo>
                      <a:lnTo>
                        <a:pt x="475488" y="4754879"/>
                      </a:lnTo>
                      <a:lnTo>
                        <a:pt x="0" y="4754879"/>
                      </a:lnTo>
                      <a:close/>
                      <a:moveTo>
                        <a:pt x="475488" y="3803903"/>
                      </a:moveTo>
                      <a:lnTo>
                        <a:pt x="950976" y="3803903"/>
                      </a:lnTo>
                      <a:lnTo>
                        <a:pt x="950976" y="4279391"/>
                      </a:lnTo>
                      <a:lnTo>
                        <a:pt x="475488" y="4279391"/>
                      </a:lnTo>
                      <a:close/>
                      <a:moveTo>
                        <a:pt x="0" y="3328415"/>
                      </a:moveTo>
                      <a:lnTo>
                        <a:pt x="475488" y="3328415"/>
                      </a:lnTo>
                      <a:lnTo>
                        <a:pt x="475488" y="3803903"/>
                      </a:lnTo>
                      <a:lnTo>
                        <a:pt x="0" y="3803903"/>
                      </a:lnTo>
                      <a:close/>
                      <a:moveTo>
                        <a:pt x="475488" y="2852927"/>
                      </a:moveTo>
                      <a:lnTo>
                        <a:pt x="950976" y="2852927"/>
                      </a:lnTo>
                      <a:lnTo>
                        <a:pt x="950976" y="3328415"/>
                      </a:lnTo>
                      <a:lnTo>
                        <a:pt x="475488" y="3328415"/>
                      </a:lnTo>
                      <a:close/>
                      <a:moveTo>
                        <a:pt x="0" y="2377439"/>
                      </a:moveTo>
                      <a:lnTo>
                        <a:pt x="475488" y="2377439"/>
                      </a:lnTo>
                      <a:lnTo>
                        <a:pt x="475488" y="2852927"/>
                      </a:lnTo>
                      <a:lnTo>
                        <a:pt x="0" y="2852927"/>
                      </a:lnTo>
                      <a:close/>
                      <a:moveTo>
                        <a:pt x="475488" y="1901951"/>
                      </a:moveTo>
                      <a:lnTo>
                        <a:pt x="950976" y="1901951"/>
                      </a:lnTo>
                      <a:lnTo>
                        <a:pt x="950976" y="2377439"/>
                      </a:lnTo>
                      <a:lnTo>
                        <a:pt x="475488" y="2377439"/>
                      </a:lnTo>
                      <a:close/>
                      <a:moveTo>
                        <a:pt x="0" y="1426463"/>
                      </a:moveTo>
                      <a:lnTo>
                        <a:pt x="475488" y="1426463"/>
                      </a:lnTo>
                      <a:lnTo>
                        <a:pt x="475488" y="1901951"/>
                      </a:lnTo>
                      <a:lnTo>
                        <a:pt x="0" y="1901951"/>
                      </a:lnTo>
                      <a:close/>
                      <a:moveTo>
                        <a:pt x="475488" y="950976"/>
                      </a:moveTo>
                      <a:lnTo>
                        <a:pt x="950976" y="950976"/>
                      </a:lnTo>
                      <a:lnTo>
                        <a:pt x="950976" y="1426463"/>
                      </a:lnTo>
                      <a:lnTo>
                        <a:pt x="475488" y="1426463"/>
                      </a:lnTo>
                      <a:close/>
                      <a:moveTo>
                        <a:pt x="0" y="475488"/>
                      </a:moveTo>
                      <a:lnTo>
                        <a:pt x="475488" y="475488"/>
                      </a:lnTo>
                      <a:lnTo>
                        <a:pt x="475488" y="950976"/>
                      </a:lnTo>
                      <a:lnTo>
                        <a:pt x="0" y="950976"/>
                      </a:lnTo>
                      <a:close/>
                      <a:moveTo>
                        <a:pt x="475488" y="0"/>
                      </a:moveTo>
                      <a:lnTo>
                        <a:pt x="950976" y="0"/>
                      </a:lnTo>
                      <a:lnTo>
                        <a:pt x="950976" y="475488"/>
                      </a:lnTo>
                      <a:lnTo>
                        <a:pt x="475488" y="47548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C32AFECC-F70E-58E8-CFEE-76003792F0C8}"/>
                  </a:ext>
                </a:extLst>
              </p:cNvPr>
              <p:cNvGrpSpPr/>
              <p:nvPr/>
            </p:nvGrpSpPr>
            <p:grpSpPr>
              <a:xfrm>
                <a:off x="9144001" y="6302218"/>
                <a:ext cx="3047999" cy="554184"/>
                <a:chOff x="9144001" y="6302218"/>
                <a:chExt cx="3047999" cy="554184"/>
              </a:xfrm>
            </p:grpSpPr>
            <p:sp>
              <p:nvSpPr>
                <p:cNvPr id="13" name="Freeform: Shape 12">
                  <a:extLst>
                    <a:ext uri="{FF2B5EF4-FFF2-40B4-BE49-F238E27FC236}">
                      <a16:creationId xmlns:a16="http://schemas.microsoft.com/office/drawing/2014/main" id="{2544570C-C7EB-DD81-0092-7BEE0C6DAFC9}"/>
                    </a:ext>
                  </a:extLst>
                </p:cNvPr>
                <p:cNvSpPr/>
                <p:nvPr/>
              </p:nvSpPr>
              <p:spPr bwMode="auto">
                <a:xfrm rot="5400000" flipH="1" flipV="1">
                  <a:off x="10390909" y="5055311"/>
                  <a:ext cx="554183" cy="3047999"/>
                </a:xfrm>
                <a:custGeom>
                  <a:avLst/>
                  <a:gdLst>
                    <a:gd name="connsiteX0" fmla="*/ 0 w 950976"/>
                    <a:gd name="connsiteY0" fmla="*/ 4754880 h 5230368"/>
                    <a:gd name="connsiteX1" fmla="*/ 475488 w 950976"/>
                    <a:gd name="connsiteY1" fmla="*/ 4754880 h 5230368"/>
                    <a:gd name="connsiteX2" fmla="*/ 475488 w 950976"/>
                    <a:gd name="connsiteY2" fmla="*/ 5230368 h 5230368"/>
                    <a:gd name="connsiteX3" fmla="*/ 0 w 950976"/>
                    <a:gd name="connsiteY3" fmla="*/ 5230368 h 5230368"/>
                    <a:gd name="connsiteX4" fmla="*/ 475488 w 950976"/>
                    <a:gd name="connsiteY4" fmla="*/ 4279392 h 5230368"/>
                    <a:gd name="connsiteX5" fmla="*/ 950976 w 950976"/>
                    <a:gd name="connsiteY5" fmla="*/ 4279392 h 5230368"/>
                    <a:gd name="connsiteX6" fmla="*/ 950976 w 950976"/>
                    <a:gd name="connsiteY6" fmla="*/ 4754880 h 5230368"/>
                    <a:gd name="connsiteX7" fmla="*/ 475488 w 950976"/>
                    <a:gd name="connsiteY7" fmla="*/ 4754880 h 5230368"/>
                    <a:gd name="connsiteX8" fmla="*/ 0 w 950976"/>
                    <a:gd name="connsiteY8" fmla="*/ 3803904 h 5230368"/>
                    <a:gd name="connsiteX9" fmla="*/ 475488 w 950976"/>
                    <a:gd name="connsiteY9" fmla="*/ 3803904 h 5230368"/>
                    <a:gd name="connsiteX10" fmla="*/ 475488 w 950976"/>
                    <a:gd name="connsiteY10" fmla="*/ 4279392 h 5230368"/>
                    <a:gd name="connsiteX11" fmla="*/ 0 w 950976"/>
                    <a:gd name="connsiteY11" fmla="*/ 4279392 h 5230368"/>
                    <a:gd name="connsiteX12" fmla="*/ 475488 w 950976"/>
                    <a:gd name="connsiteY12" fmla="*/ 3328416 h 5230368"/>
                    <a:gd name="connsiteX13" fmla="*/ 950976 w 950976"/>
                    <a:gd name="connsiteY13" fmla="*/ 3328416 h 5230368"/>
                    <a:gd name="connsiteX14" fmla="*/ 950976 w 950976"/>
                    <a:gd name="connsiteY14" fmla="*/ 3803904 h 5230368"/>
                    <a:gd name="connsiteX15" fmla="*/ 475488 w 950976"/>
                    <a:gd name="connsiteY15" fmla="*/ 3803904 h 5230368"/>
                    <a:gd name="connsiteX16" fmla="*/ 0 w 950976"/>
                    <a:gd name="connsiteY16" fmla="*/ 2852928 h 5230368"/>
                    <a:gd name="connsiteX17" fmla="*/ 475488 w 950976"/>
                    <a:gd name="connsiteY17" fmla="*/ 2852928 h 5230368"/>
                    <a:gd name="connsiteX18" fmla="*/ 475488 w 950976"/>
                    <a:gd name="connsiteY18" fmla="*/ 3328416 h 5230368"/>
                    <a:gd name="connsiteX19" fmla="*/ 0 w 950976"/>
                    <a:gd name="connsiteY19" fmla="*/ 3328416 h 5230368"/>
                    <a:gd name="connsiteX20" fmla="*/ 475488 w 950976"/>
                    <a:gd name="connsiteY20" fmla="*/ 2377440 h 5230368"/>
                    <a:gd name="connsiteX21" fmla="*/ 950976 w 950976"/>
                    <a:gd name="connsiteY21" fmla="*/ 2377440 h 5230368"/>
                    <a:gd name="connsiteX22" fmla="*/ 950976 w 950976"/>
                    <a:gd name="connsiteY22" fmla="*/ 2852928 h 5230368"/>
                    <a:gd name="connsiteX23" fmla="*/ 475488 w 950976"/>
                    <a:gd name="connsiteY23" fmla="*/ 2852928 h 5230368"/>
                    <a:gd name="connsiteX24" fmla="*/ 0 w 950976"/>
                    <a:gd name="connsiteY24" fmla="*/ 1901952 h 5230368"/>
                    <a:gd name="connsiteX25" fmla="*/ 475488 w 950976"/>
                    <a:gd name="connsiteY25" fmla="*/ 1901952 h 5230368"/>
                    <a:gd name="connsiteX26" fmla="*/ 475488 w 950976"/>
                    <a:gd name="connsiteY26" fmla="*/ 2377440 h 5230368"/>
                    <a:gd name="connsiteX27" fmla="*/ 0 w 950976"/>
                    <a:gd name="connsiteY27" fmla="*/ 2377440 h 5230368"/>
                    <a:gd name="connsiteX28" fmla="*/ 475488 w 950976"/>
                    <a:gd name="connsiteY28" fmla="*/ 1426464 h 5230368"/>
                    <a:gd name="connsiteX29" fmla="*/ 950976 w 950976"/>
                    <a:gd name="connsiteY29" fmla="*/ 1426464 h 5230368"/>
                    <a:gd name="connsiteX30" fmla="*/ 950976 w 950976"/>
                    <a:gd name="connsiteY30" fmla="*/ 1901952 h 5230368"/>
                    <a:gd name="connsiteX31" fmla="*/ 475488 w 950976"/>
                    <a:gd name="connsiteY31" fmla="*/ 1901952 h 5230368"/>
                    <a:gd name="connsiteX32" fmla="*/ 0 w 950976"/>
                    <a:gd name="connsiteY32" fmla="*/ 950976 h 5230368"/>
                    <a:gd name="connsiteX33" fmla="*/ 475488 w 950976"/>
                    <a:gd name="connsiteY33" fmla="*/ 950976 h 5230368"/>
                    <a:gd name="connsiteX34" fmla="*/ 475488 w 950976"/>
                    <a:gd name="connsiteY34" fmla="*/ 1426464 h 5230368"/>
                    <a:gd name="connsiteX35" fmla="*/ 0 w 950976"/>
                    <a:gd name="connsiteY35" fmla="*/ 1426464 h 5230368"/>
                    <a:gd name="connsiteX36" fmla="*/ 475488 w 950976"/>
                    <a:gd name="connsiteY36" fmla="*/ 475488 h 5230368"/>
                    <a:gd name="connsiteX37" fmla="*/ 950976 w 950976"/>
                    <a:gd name="connsiteY37" fmla="*/ 475488 h 5230368"/>
                    <a:gd name="connsiteX38" fmla="*/ 950976 w 950976"/>
                    <a:gd name="connsiteY38" fmla="*/ 950976 h 5230368"/>
                    <a:gd name="connsiteX39" fmla="*/ 475488 w 950976"/>
                    <a:gd name="connsiteY39" fmla="*/ 950976 h 5230368"/>
                    <a:gd name="connsiteX40" fmla="*/ 0 w 950976"/>
                    <a:gd name="connsiteY40" fmla="*/ 0 h 5230368"/>
                    <a:gd name="connsiteX41" fmla="*/ 475488 w 950976"/>
                    <a:gd name="connsiteY41" fmla="*/ 0 h 5230368"/>
                    <a:gd name="connsiteX42" fmla="*/ 475488 w 950976"/>
                    <a:gd name="connsiteY42" fmla="*/ 475488 h 5230368"/>
                    <a:gd name="connsiteX43" fmla="*/ 0 w 950976"/>
                    <a:gd name="connsiteY43" fmla="*/ 475488 h 523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8">
                      <a:moveTo>
                        <a:pt x="0" y="4754880"/>
                      </a:moveTo>
                      <a:lnTo>
                        <a:pt x="475488" y="4754880"/>
                      </a:lnTo>
                      <a:lnTo>
                        <a:pt x="475488" y="5230368"/>
                      </a:lnTo>
                      <a:lnTo>
                        <a:pt x="0" y="5230368"/>
                      </a:lnTo>
                      <a:close/>
                      <a:moveTo>
                        <a:pt x="475488" y="4279392"/>
                      </a:moveTo>
                      <a:lnTo>
                        <a:pt x="950976" y="4279392"/>
                      </a:lnTo>
                      <a:lnTo>
                        <a:pt x="950976" y="4754880"/>
                      </a:lnTo>
                      <a:lnTo>
                        <a:pt x="475488" y="4754880"/>
                      </a:lnTo>
                      <a:close/>
                      <a:moveTo>
                        <a:pt x="0" y="3803904"/>
                      </a:moveTo>
                      <a:lnTo>
                        <a:pt x="475488" y="3803904"/>
                      </a:lnTo>
                      <a:lnTo>
                        <a:pt x="475488" y="4279392"/>
                      </a:lnTo>
                      <a:lnTo>
                        <a:pt x="0" y="4279392"/>
                      </a:lnTo>
                      <a:close/>
                      <a:moveTo>
                        <a:pt x="475488" y="3328416"/>
                      </a:moveTo>
                      <a:lnTo>
                        <a:pt x="950976" y="3328416"/>
                      </a:lnTo>
                      <a:lnTo>
                        <a:pt x="950976" y="3803904"/>
                      </a:lnTo>
                      <a:lnTo>
                        <a:pt x="475488" y="3803904"/>
                      </a:lnTo>
                      <a:close/>
                      <a:moveTo>
                        <a:pt x="0" y="2852928"/>
                      </a:moveTo>
                      <a:lnTo>
                        <a:pt x="475488" y="2852928"/>
                      </a:lnTo>
                      <a:lnTo>
                        <a:pt x="475488" y="3328416"/>
                      </a:lnTo>
                      <a:lnTo>
                        <a:pt x="0" y="3328416"/>
                      </a:lnTo>
                      <a:close/>
                      <a:moveTo>
                        <a:pt x="475488" y="2377440"/>
                      </a:moveTo>
                      <a:lnTo>
                        <a:pt x="950976" y="2377440"/>
                      </a:lnTo>
                      <a:lnTo>
                        <a:pt x="950976" y="2852928"/>
                      </a:lnTo>
                      <a:lnTo>
                        <a:pt x="475488" y="2852928"/>
                      </a:lnTo>
                      <a:close/>
                      <a:moveTo>
                        <a:pt x="0" y="1901952"/>
                      </a:moveTo>
                      <a:lnTo>
                        <a:pt x="475488" y="1901952"/>
                      </a:lnTo>
                      <a:lnTo>
                        <a:pt x="475488" y="2377440"/>
                      </a:lnTo>
                      <a:lnTo>
                        <a:pt x="0" y="2377440"/>
                      </a:lnTo>
                      <a:close/>
                      <a:moveTo>
                        <a:pt x="475488" y="1426464"/>
                      </a:moveTo>
                      <a:lnTo>
                        <a:pt x="950976" y="1426464"/>
                      </a:lnTo>
                      <a:lnTo>
                        <a:pt x="950976" y="1901952"/>
                      </a:lnTo>
                      <a:lnTo>
                        <a:pt x="475488" y="1901952"/>
                      </a:lnTo>
                      <a:close/>
                      <a:moveTo>
                        <a:pt x="0" y="950976"/>
                      </a:moveTo>
                      <a:lnTo>
                        <a:pt x="475488" y="950976"/>
                      </a:lnTo>
                      <a:lnTo>
                        <a:pt x="475488" y="1426464"/>
                      </a:lnTo>
                      <a:lnTo>
                        <a:pt x="0" y="1426464"/>
                      </a:lnTo>
                      <a:close/>
                      <a:moveTo>
                        <a:pt x="475488" y="475488"/>
                      </a:moveTo>
                      <a:lnTo>
                        <a:pt x="950976" y="475488"/>
                      </a:lnTo>
                      <a:lnTo>
                        <a:pt x="950976" y="950976"/>
                      </a:lnTo>
                      <a:lnTo>
                        <a:pt x="475488" y="950976"/>
                      </a:lnTo>
                      <a:close/>
                      <a:moveTo>
                        <a:pt x="0" y="0"/>
                      </a:moveTo>
                      <a:lnTo>
                        <a:pt x="475488" y="0"/>
                      </a:lnTo>
                      <a:lnTo>
                        <a:pt x="475488" y="475488"/>
                      </a:lnTo>
                      <a:lnTo>
                        <a:pt x="0" y="4754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  <p:sp>
              <p:nvSpPr>
                <p:cNvPr id="14" name="Freeform: Shape 13">
                  <a:extLst>
                    <a:ext uri="{FF2B5EF4-FFF2-40B4-BE49-F238E27FC236}">
                      <a16:creationId xmlns:a16="http://schemas.microsoft.com/office/drawing/2014/main" id="{9EC3ECFC-5C75-E25A-7368-47687B1DC553}"/>
                    </a:ext>
                  </a:extLst>
                </p:cNvPr>
                <p:cNvSpPr/>
                <p:nvPr/>
              </p:nvSpPr>
              <p:spPr bwMode="auto">
                <a:xfrm rot="5400000" flipH="1" flipV="1">
                  <a:off x="10390909" y="5055311"/>
                  <a:ext cx="554183" cy="3047998"/>
                </a:xfrm>
                <a:custGeom>
                  <a:avLst/>
                  <a:gdLst>
                    <a:gd name="connsiteX0" fmla="*/ 475488 w 950976"/>
                    <a:gd name="connsiteY0" fmla="*/ 4754879 h 5230367"/>
                    <a:gd name="connsiteX1" fmla="*/ 950976 w 950976"/>
                    <a:gd name="connsiteY1" fmla="*/ 4754879 h 5230367"/>
                    <a:gd name="connsiteX2" fmla="*/ 950976 w 950976"/>
                    <a:gd name="connsiteY2" fmla="*/ 5230367 h 5230367"/>
                    <a:gd name="connsiteX3" fmla="*/ 475488 w 950976"/>
                    <a:gd name="connsiteY3" fmla="*/ 5230367 h 5230367"/>
                    <a:gd name="connsiteX4" fmla="*/ 0 w 950976"/>
                    <a:gd name="connsiteY4" fmla="*/ 4279391 h 5230367"/>
                    <a:gd name="connsiteX5" fmla="*/ 475488 w 950976"/>
                    <a:gd name="connsiteY5" fmla="*/ 4279391 h 5230367"/>
                    <a:gd name="connsiteX6" fmla="*/ 475488 w 950976"/>
                    <a:gd name="connsiteY6" fmla="*/ 4754879 h 5230367"/>
                    <a:gd name="connsiteX7" fmla="*/ 0 w 950976"/>
                    <a:gd name="connsiteY7" fmla="*/ 4754879 h 5230367"/>
                    <a:gd name="connsiteX8" fmla="*/ 475488 w 950976"/>
                    <a:gd name="connsiteY8" fmla="*/ 3803903 h 5230367"/>
                    <a:gd name="connsiteX9" fmla="*/ 950976 w 950976"/>
                    <a:gd name="connsiteY9" fmla="*/ 3803903 h 5230367"/>
                    <a:gd name="connsiteX10" fmla="*/ 950976 w 950976"/>
                    <a:gd name="connsiteY10" fmla="*/ 4279391 h 5230367"/>
                    <a:gd name="connsiteX11" fmla="*/ 475488 w 950976"/>
                    <a:gd name="connsiteY11" fmla="*/ 4279391 h 5230367"/>
                    <a:gd name="connsiteX12" fmla="*/ 0 w 950976"/>
                    <a:gd name="connsiteY12" fmla="*/ 3328415 h 5230367"/>
                    <a:gd name="connsiteX13" fmla="*/ 475488 w 950976"/>
                    <a:gd name="connsiteY13" fmla="*/ 3328415 h 5230367"/>
                    <a:gd name="connsiteX14" fmla="*/ 475488 w 950976"/>
                    <a:gd name="connsiteY14" fmla="*/ 3803903 h 5230367"/>
                    <a:gd name="connsiteX15" fmla="*/ 0 w 950976"/>
                    <a:gd name="connsiteY15" fmla="*/ 3803903 h 5230367"/>
                    <a:gd name="connsiteX16" fmla="*/ 475488 w 950976"/>
                    <a:gd name="connsiteY16" fmla="*/ 2852927 h 5230367"/>
                    <a:gd name="connsiteX17" fmla="*/ 950976 w 950976"/>
                    <a:gd name="connsiteY17" fmla="*/ 2852927 h 5230367"/>
                    <a:gd name="connsiteX18" fmla="*/ 950976 w 950976"/>
                    <a:gd name="connsiteY18" fmla="*/ 3328415 h 5230367"/>
                    <a:gd name="connsiteX19" fmla="*/ 475488 w 950976"/>
                    <a:gd name="connsiteY19" fmla="*/ 3328415 h 5230367"/>
                    <a:gd name="connsiteX20" fmla="*/ 0 w 950976"/>
                    <a:gd name="connsiteY20" fmla="*/ 2377439 h 5230367"/>
                    <a:gd name="connsiteX21" fmla="*/ 475488 w 950976"/>
                    <a:gd name="connsiteY21" fmla="*/ 2377439 h 5230367"/>
                    <a:gd name="connsiteX22" fmla="*/ 475488 w 950976"/>
                    <a:gd name="connsiteY22" fmla="*/ 2852927 h 5230367"/>
                    <a:gd name="connsiteX23" fmla="*/ 0 w 950976"/>
                    <a:gd name="connsiteY23" fmla="*/ 2852927 h 5230367"/>
                    <a:gd name="connsiteX24" fmla="*/ 475488 w 950976"/>
                    <a:gd name="connsiteY24" fmla="*/ 1901951 h 5230367"/>
                    <a:gd name="connsiteX25" fmla="*/ 950976 w 950976"/>
                    <a:gd name="connsiteY25" fmla="*/ 1901951 h 5230367"/>
                    <a:gd name="connsiteX26" fmla="*/ 950976 w 950976"/>
                    <a:gd name="connsiteY26" fmla="*/ 2377439 h 5230367"/>
                    <a:gd name="connsiteX27" fmla="*/ 475488 w 950976"/>
                    <a:gd name="connsiteY27" fmla="*/ 2377439 h 5230367"/>
                    <a:gd name="connsiteX28" fmla="*/ 0 w 950976"/>
                    <a:gd name="connsiteY28" fmla="*/ 1426463 h 5230367"/>
                    <a:gd name="connsiteX29" fmla="*/ 475488 w 950976"/>
                    <a:gd name="connsiteY29" fmla="*/ 1426463 h 5230367"/>
                    <a:gd name="connsiteX30" fmla="*/ 475488 w 950976"/>
                    <a:gd name="connsiteY30" fmla="*/ 1901951 h 5230367"/>
                    <a:gd name="connsiteX31" fmla="*/ 0 w 950976"/>
                    <a:gd name="connsiteY31" fmla="*/ 1901951 h 5230367"/>
                    <a:gd name="connsiteX32" fmla="*/ 475488 w 950976"/>
                    <a:gd name="connsiteY32" fmla="*/ 950976 h 5230367"/>
                    <a:gd name="connsiteX33" fmla="*/ 950976 w 950976"/>
                    <a:gd name="connsiteY33" fmla="*/ 950976 h 5230367"/>
                    <a:gd name="connsiteX34" fmla="*/ 950976 w 950976"/>
                    <a:gd name="connsiteY34" fmla="*/ 1426463 h 5230367"/>
                    <a:gd name="connsiteX35" fmla="*/ 475488 w 950976"/>
                    <a:gd name="connsiteY35" fmla="*/ 1426463 h 5230367"/>
                    <a:gd name="connsiteX36" fmla="*/ 0 w 950976"/>
                    <a:gd name="connsiteY36" fmla="*/ 475488 h 5230367"/>
                    <a:gd name="connsiteX37" fmla="*/ 475488 w 950976"/>
                    <a:gd name="connsiteY37" fmla="*/ 475488 h 5230367"/>
                    <a:gd name="connsiteX38" fmla="*/ 475488 w 950976"/>
                    <a:gd name="connsiteY38" fmla="*/ 950976 h 5230367"/>
                    <a:gd name="connsiteX39" fmla="*/ 0 w 950976"/>
                    <a:gd name="connsiteY39" fmla="*/ 950976 h 5230367"/>
                    <a:gd name="connsiteX40" fmla="*/ 475488 w 950976"/>
                    <a:gd name="connsiteY40" fmla="*/ 0 h 5230367"/>
                    <a:gd name="connsiteX41" fmla="*/ 950976 w 950976"/>
                    <a:gd name="connsiteY41" fmla="*/ 0 h 5230367"/>
                    <a:gd name="connsiteX42" fmla="*/ 950976 w 950976"/>
                    <a:gd name="connsiteY42" fmla="*/ 475488 h 5230367"/>
                    <a:gd name="connsiteX43" fmla="*/ 475488 w 950976"/>
                    <a:gd name="connsiteY43" fmla="*/ 475488 h 52303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7">
                      <a:moveTo>
                        <a:pt x="475488" y="4754879"/>
                      </a:moveTo>
                      <a:lnTo>
                        <a:pt x="950976" y="4754879"/>
                      </a:lnTo>
                      <a:lnTo>
                        <a:pt x="950976" y="5230367"/>
                      </a:lnTo>
                      <a:lnTo>
                        <a:pt x="475488" y="5230367"/>
                      </a:lnTo>
                      <a:close/>
                      <a:moveTo>
                        <a:pt x="0" y="4279391"/>
                      </a:moveTo>
                      <a:lnTo>
                        <a:pt x="475488" y="4279391"/>
                      </a:lnTo>
                      <a:lnTo>
                        <a:pt x="475488" y="4754879"/>
                      </a:lnTo>
                      <a:lnTo>
                        <a:pt x="0" y="4754879"/>
                      </a:lnTo>
                      <a:close/>
                      <a:moveTo>
                        <a:pt x="475488" y="3803903"/>
                      </a:moveTo>
                      <a:lnTo>
                        <a:pt x="950976" y="3803903"/>
                      </a:lnTo>
                      <a:lnTo>
                        <a:pt x="950976" y="4279391"/>
                      </a:lnTo>
                      <a:lnTo>
                        <a:pt x="475488" y="4279391"/>
                      </a:lnTo>
                      <a:close/>
                      <a:moveTo>
                        <a:pt x="0" y="3328415"/>
                      </a:moveTo>
                      <a:lnTo>
                        <a:pt x="475488" y="3328415"/>
                      </a:lnTo>
                      <a:lnTo>
                        <a:pt x="475488" y="3803903"/>
                      </a:lnTo>
                      <a:lnTo>
                        <a:pt x="0" y="3803903"/>
                      </a:lnTo>
                      <a:close/>
                      <a:moveTo>
                        <a:pt x="475488" y="2852927"/>
                      </a:moveTo>
                      <a:lnTo>
                        <a:pt x="950976" y="2852927"/>
                      </a:lnTo>
                      <a:lnTo>
                        <a:pt x="950976" y="3328415"/>
                      </a:lnTo>
                      <a:lnTo>
                        <a:pt x="475488" y="3328415"/>
                      </a:lnTo>
                      <a:close/>
                      <a:moveTo>
                        <a:pt x="0" y="2377439"/>
                      </a:moveTo>
                      <a:lnTo>
                        <a:pt x="475488" y="2377439"/>
                      </a:lnTo>
                      <a:lnTo>
                        <a:pt x="475488" y="2852927"/>
                      </a:lnTo>
                      <a:lnTo>
                        <a:pt x="0" y="2852927"/>
                      </a:lnTo>
                      <a:close/>
                      <a:moveTo>
                        <a:pt x="475488" y="1901951"/>
                      </a:moveTo>
                      <a:lnTo>
                        <a:pt x="950976" y="1901951"/>
                      </a:lnTo>
                      <a:lnTo>
                        <a:pt x="950976" y="2377439"/>
                      </a:lnTo>
                      <a:lnTo>
                        <a:pt x="475488" y="2377439"/>
                      </a:lnTo>
                      <a:close/>
                      <a:moveTo>
                        <a:pt x="0" y="1426463"/>
                      </a:moveTo>
                      <a:lnTo>
                        <a:pt x="475488" y="1426463"/>
                      </a:lnTo>
                      <a:lnTo>
                        <a:pt x="475488" y="1901951"/>
                      </a:lnTo>
                      <a:lnTo>
                        <a:pt x="0" y="1901951"/>
                      </a:lnTo>
                      <a:close/>
                      <a:moveTo>
                        <a:pt x="475488" y="950976"/>
                      </a:moveTo>
                      <a:lnTo>
                        <a:pt x="950976" y="950976"/>
                      </a:lnTo>
                      <a:lnTo>
                        <a:pt x="950976" y="1426463"/>
                      </a:lnTo>
                      <a:lnTo>
                        <a:pt x="475488" y="1426463"/>
                      </a:lnTo>
                      <a:close/>
                      <a:moveTo>
                        <a:pt x="0" y="475488"/>
                      </a:moveTo>
                      <a:lnTo>
                        <a:pt x="475488" y="475488"/>
                      </a:lnTo>
                      <a:lnTo>
                        <a:pt x="475488" y="950976"/>
                      </a:lnTo>
                      <a:lnTo>
                        <a:pt x="0" y="950976"/>
                      </a:lnTo>
                      <a:close/>
                      <a:moveTo>
                        <a:pt x="475488" y="0"/>
                      </a:moveTo>
                      <a:lnTo>
                        <a:pt x="950976" y="0"/>
                      </a:lnTo>
                      <a:lnTo>
                        <a:pt x="950976" y="475488"/>
                      </a:lnTo>
                      <a:lnTo>
                        <a:pt x="475488" y="47548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</p:grpSp>
        </p:grp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BA6727C-D4C4-B29A-7CF1-502C767CAEEE}"/>
                </a:ext>
              </a:extLst>
            </p:cNvPr>
            <p:cNvSpPr/>
            <p:nvPr/>
          </p:nvSpPr>
          <p:spPr bwMode="auto">
            <a:xfrm rot="5400000">
              <a:off x="11749850" y="6415852"/>
              <a:ext cx="262970" cy="621326"/>
            </a:xfrm>
            <a:custGeom>
              <a:avLst/>
              <a:gdLst>
                <a:gd name="connsiteX0" fmla="*/ 131485 w 262970"/>
                <a:gd name="connsiteY0" fmla="*/ 226871 h 621326"/>
                <a:gd name="connsiteX1" fmla="*/ 131485 w 262970"/>
                <a:gd name="connsiteY1" fmla="*/ 95386 h 621326"/>
                <a:gd name="connsiteX2" fmla="*/ 262970 w 262970"/>
                <a:gd name="connsiteY2" fmla="*/ 95386 h 621326"/>
                <a:gd name="connsiteX3" fmla="*/ 262970 w 262970"/>
                <a:gd name="connsiteY3" fmla="*/ 226871 h 621326"/>
                <a:gd name="connsiteX4" fmla="*/ 131485 w 262970"/>
                <a:gd name="connsiteY4" fmla="*/ 489841 h 621326"/>
                <a:gd name="connsiteX5" fmla="*/ 131485 w 262970"/>
                <a:gd name="connsiteY5" fmla="*/ 358356 h 621326"/>
                <a:gd name="connsiteX6" fmla="*/ 262970 w 262970"/>
                <a:gd name="connsiteY6" fmla="*/ 358356 h 621326"/>
                <a:gd name="connsiteX7" fmla="*/ 262970 w 262970"/>
                <a:gd name="connsiteY7" fmla="*/ 489841 h 621326"/>
                <a:gd name="connsiteX8" fmla="*/ 0 w 262970"/>
                <a:gd name="connsiteY8" fmla="*/ 95386 h 621326"/>
                <a:gd name="connsiteX9" fmla="*/ 0 w 262970"/>
                <a:gd name="connsiteY9" fmla="*/ 0 h 621326"/>
                <a:gd name="connsiteX10" fmla="*/ 131485 w 262970"/>
                <a:gd name="connsiteY10" fmla="*/ 0 h 621326"/>
                <a:gd name="connsiteX11" fmla="*/ 131485 w 262970"/>
                <a:gd name="connsiteY11" fmla="*/ 95386 h 621326"/>
                <a:gd name="connsiteX12" fmla="*/ 0 w 262970"/>
                <a:gd name="connsiteY12" fmla="*/ 358356 h 621326"/>
                <a:gd name="connsiteX13" fmla="*/ 0 w 262970"/>
                <a:gd name="connsiteY13" fmla="*/ 226871 h 621326"/>
                <a:gd name="connsiteX14" fmla="*/ 131485 w 262970"/>
                <a:gd name="connsiteY14" fmla="*/ 226871 h 621326"/>
                <a:gd name="connsiteX15" fmla="*/ 131485 w 262970"/>
                <a:gd name="connsiteY15" fmla="*/ 358356 h 621326"/>
                <a:gd name="connsiteX16" fmla="*/ 0 w 262970"/>
                <a:gd name="connsiteY16" fmla="*/ 621326 h 621326"/>
                <a:gd name="connsiteX17" fmla="*/ 0 w 262970"/>
                <a:gd name="connsiteY17" fmla="*/ 489841 h 621326"/>
                <a:gd name="connsiteX18" fmla="*/ 131485 w 262970"/>
                <a:gd name="connsiteY18" fmla="*/ 489841 h 621326"/>
                <a:gd name="connsiteX19" fmla="*/ 131485 w 262970"/>
                <a:gd name="connsiteY19" fmla="*/ 621326 h 62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62970" h="621326">
                  <a:moveTo>
                    <a:pt x="131485" y="226871"/>
                  </a:moveTo>
                  <a:lnTo>
                    <a:pt x="131485" y="95386"/>
                  </a:lnTo>
                  <a:lnTo>
                    <a:pt x="262970" y="95386"/>
                  </a:lnTo>
                  <a:lnTo>
                    <a:pt x="262970" y="226871"/>
                  </a:lnTo>
                  <a:close/>
                  <a:moveTo>
                    <a:pt x="131485" y="489841"/>
                  </a:moveTo>
                  <a:lnTo>
                    <a:pt x="131485" y="358356"/>
                  </a:lnTo>
                  <a:lnTo>
                    <a:pt x="262970" y="358356"/>
                  </a:lnTo>
                  <a:lnTo>
                    <a:pt x="262970" y="489841"/>
                  </a:lnTo>
                  <a:close/>
                  <a:moveTo>
                    <a:pt x="0" y="95386"/>
                  </a:moveTo>
                  <a:lnTo>
                    <a:pt x="0" y="0"/>
                  </a:lnTo>
                  <a:lnTo>
                    <a:pt x="131485" y="0"/>
                  </a:lnTo>
                  <a:lnTo>
                    <a:pt x="131485" y="95386"/>
                  </a:lnTo>
                  <a:close/>
                  <a:moveTo>
                    <a:pt x="0" y="358356"/>
                  </a:moveTo>
                  <a:lnTo>
                    <a:pt x="0" y="226871"/>
                  </a:lnTo>
                  <a:lnTo>
                    <a:pt x="131485" y="226871"/>
                  </a:lnTo>
                  <a:lnTo>
                    <a:pt x="131485" y="358356"/>
                  </a:lnTo>
                  <a:close/>
                  <a:moveTo>
                    <a:pt x="0" y="621326"/>
                  </a:moveTo>
                  <a:lnTo>
                    <a:pt x="0" y="489841"/>
                  </a:lnTo>
                  <a:lnTo>
                    <a:pt x="131485" y="489841"/>
                  </a:lnTo>
                  <a:lnTo>
                    <a:pt x="131485" y="62132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VI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42B7AFF-7497-76EB-901A-D8E1DAEA68D2}"/>
                </a:ext>
              </a:extLst>
            </p:cNvPr>
            <p:cNvSpPr/>
            <p:nvPr/>
          </p:nvSpPr>
          <p:spPr bwMode="auto">
            <a:xfrm rot="5400000">
              <a:off x="11749850" y="6415852"/>
              <a:ext cx="262970" cy="621326"/>
            </a:xfrm>
            <a:custGeom>
              <a:avLst/>
              <a:gdLst>
                <a:gd name="connsiteX0" fmla="*/ 131485 w 262970"/>
                <a:gd name="connsiteY0" fmla="*/ 95386 h 621326"/>
                <a:gd name="connsiteX1" fmla="*/ 131485 w 262970"/>
                <a:gd name="connsiteY1" fmla="*/ 0 h 621326"/>
                <a:gd name="connsiteX2" fmla="*/ 262970 w 262970"/>
                <a:gd name="connsiteY2" fmla="*/ 0 h 621326"/>
                <a:gd name="connsiteX3" fmla="*/ 262970 w 262970"/>
                <a:gd name="connsiteY3" fmla="*/ 95386 h 621326"/>
                <a:gd name="connsiteX4" fmla="*/ 131485 w 262970"/>
                <a:gd name="connsiteY4" fmla="*/ 358356 h 621326"/>
                <a:gd name="connsiteX5" fmla="*/ 131485 w 262970"/>
                <a:gd name="connsiteY5" fmla="*/ 226871 h 621326"/>
                <a:gd name="connsiteX6" fmla="*/ 262970 w 262970"/>
                <a:gd name="connsiteY6" fmla="*/ 226871 h 621326"/>
                <a:gd name="connsiteX7" fmla="*/ 262970 w 262970"/>
                <a:gd name="connsiteY7" fmla="*/ 358356 h 621326"/>
                <a:gd name="connsiteX8" fmla="*/ 131485 w 262970"/>
                <a:gd name="connsiteY8" fmla="*/ 621326 h 621326"/>
                <a:gd name="connsiteX9" fmla="*/ 131485 w 262970"/>
                <a:gd name="connsiteY9" fmla="*/ 489841 h 621326"/>
                <a:gd name="connsiteX10" fmla="*/ 262970 w 262970"/>
                <a:gd name="connsiteY10" fmla="*/ 489841 h 621326"/>
                <a:gd name="connsiteX11" fmla="*/ 262970 w 262970"/>
                <a:gd name="connsiteY11" fmla="*/ 621326 h 621326"/>
                <a:gd name="connsiteX12" fmla="*/ 0 w 262970"/>
                <a:gd name="connsiteY12" fmla="*/ 226871 h 621326"/>
                <a:gd name="connsiteX13" fmla="*/ 0 w 262970"/>
                <a:gd name="connsiteY13" fmla="*/ 95386 h 621326"/>
                <a:gd name="connsiteX14" fmla="*/ 131485 w 262970"/>
                <a:gd name="connsiteY14" fmla="*/ 95386 h 621326"/>
                <a:gd name="connsiteX15" fmla="*/ 131485 w 262970"/>
                <a:gd name="connsiteY15" fmla="*/ 226871 h 621326"/>
                <a:gd name="connsiteX16" fmla="*/ 0 w 262970"/>
                <a:gd name="connsiteY16" fmla="*/ 489841 h 621326"/>
                <a:gd name="connsiteX17" fmla="*/ 0 w 262970"/>
                <a:gd name="connsiteY17" fmla="*/ 358356 h 621326"/>
                <a:gd name="connsiteX18" fmla="*/ 131485 w 262970"/>
                <a:gd name="connsiteY18" fmla="*/ 358356 h 621326"/>
                <a:gd name="connsiteX19" fmla="*/ 131485 w 262970"/>
                <a:gd name="connsiteY19" fmla="*/ 489841 h 62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62970" h="621326">
                  <a:moveTo>
                    <a:pt x="131485" y="95386"/>
                  </a:moveTo>
                  <a:lnTo>
                    <a:pt x="131485" y="0"/>
                  </a:lnTo>
                  <a:lnTo>
                    <a:pt x="262970" y="0"/>
                  </a:lnTo>
                  <a:lnTo>
                    <a:pt x="262970" y="95386"/>
                  </a:lnTo>
                  <a:close/>
                  <a:moveTo>
                    <a:pt x="131485" y="358356"/>
                  </a:moveTo>
                  <a:lnTo>
                    <a:pt x="131485" y="226871"/>
                  </a:lnTo>
                  <a:lnTo>
                    <a:pt x="262970" y="226871"/>
                  </a:lnTo>
                  <a:lnTo>
                    <a:pt x="262970" y="358356"/>
                  </a:lnTo>
                  <a:close/>
                  <a:moveTo>
                    <a:pt x="131485" y="621326"/>
                  </a:moveTo>
                  <a:lnTo>
                    <a:pt x="131485" y="489841"/>
                  </a:lnTo>
                  <a:lnTo>
                    <a:pt x="262970" y="489841"/>
                  </a:lnTo>
                  <a:lnTo>
                    <a:pt x="262970" y="621326"/>
                  </a:lnTo>
                  <a:close/>
                  <a:moveTo>
                    <a:pt x="0" y="226871"/>
                  </a:moveTo>
                  <a:lnTo>
                    <a:pt x="0" y="95386"/>
                  </a:lnTo>
                  <a:lnTo>
                    <a:pt x="131485" y="95386"/>
                  </a:lnTo>
                  <a:lnTo>
                    <a:pt x="131485" y="226871"/>
                  </a:lnTo>
                  <a:close/>
                  <a:moveTo>
                    <a:pt x="0" y="489841"/>
                  </a:moveTo>
                  <a:lnTo>
                    <a:pt x="0" y="358356"/>
                  </a:lnTo>
                  <a:lnTo>
                    <a:pt x="131485" y="358356"/>
                  </a:lnTo>
                  <a:lnTo>
                    <a:pt x="131485" y="48984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VI"/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34FE4935-AE3C-CDAE-67FE-D91C0442F349}"/>
              </a:ext>
            </a:extLst>
          </p:cNvPr>
          <p:cNvSpPr/>
          <p:nvPr userDrawn="1"/>
        </p:nvSpPr>
        <p:spPr bwMode="auto">
          <a:xfrm>
            <a:off x="-1" y="1099383"/>
            <a:ext cx="7527472" cy="1562174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59000">
                <a:schemeClr val="accent1">
                  <a:lumMod val="50000"/>
                  <a:alpha val="80000"/>
                </a:schemeClr>
              </a:gs>
              <a:gs pos="100000">
                <a:schemeClr val="tx1">
                  <a:lumMod val="95000"/>
                  <a:lumOff val="5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VI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5B6E5859-647E-E053-FB7E-993EC7071F84}"/>
              </a:ext>
            </a:extLst>
          </p:cNvPr>
          <p:cNvSpPr/>
          <p:nvPr userDrawn="1"/>
        </p:nvSpPr>
        <p:spPr bwMode="auto">
          <a:xfrm>
            <a:off x="375436" y="628753"/>
            <a:ext cx="2740683" cy="608485"/>
          </a:xfrm>
          <a:custGeom>
            <a:avLst/>
            <a:gdLst>
              <a:gd name="connsiteX0" fmla="*/ 3573870 w 4593778"/>
              <a:gd name="connsiteY0" fmla="*/ 0 h 1019908"/>
              <a:gd name="connsiteX1" fmla="*/ 4083824 w 4593778"/>
              <a:gd name="connsiteY1" fmla="*/ 0 h 1019908"/>
              <a:gd name="connsiteX2" fmla="*/ 4593778 w 4593778"/>
              <a:gd name="connsiteY2" fmla="*/ 509954 h 1019908"/>
              <a:gd name="connsiteX3" fmla="*/ 4083824 w 4593778"/>
              <a:gd name="connsiteY3" fmla="*/ 1019908 h 1019908"/>
              <a:gd name="connsiteX4" fmla="*/ 3573870 w 4593778"/>
              <a:gd name="connsiteY4" fmla="*/ 1019908 h 1019908"/>
              <a:gd name="connsiteX5" fmla="*/ 4083824 w 4593778"/>
              <a:gd name="connsiteY5" fmla="*/ 509954 h 1019908"/>
              <a:gd name="connsiteX6" fmla="*/ 2859096 w 4593778"/>
              <a:gd name="connsiteY6" fmla="*/ 0 h 1019908"/>
              <a:gd name="connsiteX7" fmla="*/ 3369050 w 4593778"/>
              <a:gd name="connsiteY7" fmla="*/ 0 h 1019908"/>
              <a:gd name="connsiteX8" fmla="*/ 3879004 w 4593778"/>
              <a:gd name="connsiteY8" fmla="*/ 509954 h 1019908"/>
              <a:gd name="connsiteX9" fmla="*/ 3369050 w 4593778"/>
              <a:gd name="connsiteY9" fmla="*/ 1019908 h 1019908"/>
              <a:gd name="connsiteX10" fmla="*/ 2859096 w 4593778"/>
              <a:gd name="connsiteY10" fmla="*/ 1019908 h 1019908"/>
              <a:gd name="connsiteX11" fmla="*/ 3369050 w 4593778"/>
              <a:gd name="connsiteY11" fmla="*/ 509954 h 1019908"/>
              <a:gd name="connsiteX12" fmla="*/ 2144322 w 4593778"/>
              <a:gd name="connsiteY12" fmla="*/ 0 h 1019908"/>
              <a:gd name="connsiteX13" fmla="*/ 2654276 w 4593778"/>
              <a:gd name="connsiteY13" fmla="*/ 0 h 1019908"/>
              <a:gd name="connsiteX14" fmla="*/ 3164230 w 4593778"/>
              <a:gd name="connsiteY14" fmla="*/ 509954 h 1019908"/>
              <a:gd name="connsiteX15" fmla="*/ 2654276 w 4593778"/>
              <a:gd name="connsiteY15" fmla="*/ 1019908 h 1019908"/>
              <a:gd name="connsiteX16" fmla="*/ 2144322 w 4593778"/>
              <a:gd name="connsiteY16" fmla="*/ 1019908 h 1019908"/>
              <a:gd name="connsiteX17" fmla="*/ 2654276 w 4593778"/>
              <a:gd name="connsiteY17" fmla="*/ 509954 h 1019908"/>
              <a:gd name="connsiteX18" fmla="*/ 1429548 w 4593778"/>
              <a:gd name="connsiteY18" fmla="*/ 0 h 1019908"/>
              <a:gd name="connsiteX19" fmla="*/ 1939502 w 4593778"/>
              <a:gd name="connsiteY19" fmla="*/ 0 h 1019908"/>
              <a:gd name="connsiteX20" fmla="*/ 2449456 w 4593778"/>
              <a:gd name="connsiteY20" fmla="*/ 509954 h 1019908"/>
              <a:gd name="connsiteX21" fmla="*/ 1939502 w 4593778"/>
              <a:gd name="connsiteY21" fmla="*/ 1019908 h 1019908"/>
              <a:gd name="connsiteX22" fmla="*/ 1429548 w 4593778"/>
              <a:gd name="connsiteY22" fmla="*/ 1019908 h 1019908"/>
              <a:gd name="connsiteX23" fmla="*/ 1939502 w 4593778"/>
              <a:gd name="connsiteY23" fmla="*/ 509954 h 1019908"/>
              <a:gd name="connsiteX24" fmla="*/ 714774 w 4593778"/>
              <a:gd name="connsiteY24" fmla="*/ 0 h 1019908"/>
              <a:gd name="connsiteX25" fmla="*/ 1224728 w 4593778"/>
              <a:gd name="connsiteY25" fmla="*/ 0 h 1019908"/>
              <a:gd name="connsiteX26" fmla="*/ 1734682 w 4593778"/>
              <a:gd name="connsiteY26" fmla="*/ 509954 h 1019908"/>
              <a:gd name="connsiteX27" fmla="*/ 1224728 w 4593778"/>
              <a:gd name="connsiteY27" fmla="*/ 1019908 h 1019908"/>
              <a:gd name="connsiteX28" fmla="*/ 714774 w 4593778"/>
              <a:gd name="connsiteY28" fmla="*/ 1019908 h 1019908"/>
              <a:gd name="connsiteX29" fmla="*/ 1224728 w 4593778"/>
              <a:gd name="connsiteY29" fmla="*/ 509954 h 1019908"/>
              <a:gd name="connsiteX30" fmla="*/ 0 w 4593778"/>
              <a:gd name="connsiteY30" fmla="*/ 0 h 1019908"/>
              <a:gd name="connsiteX31" fmla="*/ 509954 w 4593778"/>
              <a:gd name="connsiteY31" fmla="*/ 0 h 1019908"/>
              <a:gd name="connsiteX32" fmla="*/ 1019908 w 4593778"/>
              <a:gd name="connsiteY32" fmla="*/ 509954 h 1019908"/>
              <a:gd name="connsiteX33" fmla="*/ 509954 w 4593778"/>
              <a:gd name="connsiteY33" fmla="*/ 1019908 h 1019908"/>
              <a:gd name="connsiteX34" fmla="*/ 0 w 4593778"/>
              <a:gd name="connsiteY34" fmla="*/ 1019908 h 1019908"/>
              <a:gd name="connsiteX35" fmla="*/ 509954 w 4593778"/>
              <a:gd name="connsiteY35" fmla="*/ 509954 h 1019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4593778" h="1019908">
                <a:moveTo>
                  <a:pt x="3573870" y="0"/>
                </a:moveTo>
                <a:lnTo>
                  <a:pt x="4083824" y="0"/>
                </a:lnTo>
                <a:lnTo>
                  <a:pt x="4593778" y="509954"/>
                </a:lnTo>
                <a:lnTo>
                  <a:pt x="4083824" y="1019908"/>
                </a:lnTo>
                <a:lnTo>
                  <a:pt x="3573870" y="1019908"/>
                </a:lnTo>
                <a:lnTo>
                  <a:pt x="4083824" y="509954"/>
                </a:lnTo>
                <a:close/>
                <a:moveTo>
                  <a:pt x="2859096" y="0"/>
                </a:moveTo>
                <a:lnTo>
                  <a:pt x="3369050" y="0"/>
                </a:lnTo>
                <a:lnTo>
                  <a:pt x="3879004" y="509954"/>
                </a:lnTo>
                <a:lnTo>
                  <a:pt x="3369050" y="1019908"/>
                </a:lnTo>
                <a:lnTo>
                  <a:pt x="2859096" y="1019908"/>
                </a:lnTo>
                <a:lnTo>
                  <a:pt x="3369050" y="509954"/>
                </a:lnTo>
                <a:close/>
                <a:moveTo>
                  <a:pt x="2144322" y="0"/>
                </a:moveTo>
                <a:lnTo>
                  <a:pt x="2654276" y="0"/>
                </a:lnTo>
                <a:lnTo>
                  <a:pt x="3164230" y="509954"/>
                </a:lnTo>
                <a:lnTo>
                  <a:pt x="2654276" y="1019908"/>
                </a:lnTo>
                <a:lnTo>
                  <a:pt x="2144322" y="1019908"/>
                </a:lnTo>
                <a:lnTo>
                  <a:pt x="2654276" y="509954"/>
                </a:lnTo>
                <a:close/>
                <a:moveTo>
                  <a:pt x="1429548" y="0"/>
                </a:moveTo>
                <a:lnTo>
                  <a:pt x="1939502" y="0"/>
                </a:lnTo>
                <a:lnTo>
                  <a:pt x="2449456" y="509954"/>
                </a:lnTo>
                <a:lnTo>
                  <a:pt x="1939502" y="1019908"/>
                </a:lnTo>
                <a:lnTo>
                  <a:pt x="1429548" y="1019908"/>
                </a:lnTo>
                <a:lnTo>
                  <a:pt x="1939502" y="509954"/>
                </a:lnTo>
                <a:close/>
                <a:moveTo>
                  <a:pt x="714774" y="0"/>
                </a:moveTo>
                <a:lnTo>
                  <a:pt x="1224728" y="0"/>
                </a:lnTo>
                <a:lnTo>
                  <a:pt x="1734682" y="509954"/>
                </a:lnTo>
                <a:lnTo>
                  <a:pt x="1224728" y="1019908"/>
                </a:lnTo>
                <a:lnTo>
                  <a:pt x="714774" y="1019908"/>
                </a:lnTo>
                <a:lnTo>
                  <a:pt x="1224728" y="509954"/>
                </a:lnTo>
                <a:close/>
                <a:moveTo>
                  <a:pt x="0" y="0"/>
                </a:moveTo>
                <a:lnTo>
                  <a:pt x="509954" y="0"/>
                </a:lnTo>
                <a:lnTo>
                  <a:pt x="1019908" y="509954"/>
                </a:lnTo>
                <a:lnTo>
                  <a:pt x="509954" y="1019908"/>
                </a:lnTo>
                <a:lnTo>
                  <a:pt x="0" y="1019908"/>
                </a:lnTo>
                <a:lnTo>
                  <a:pt x="509954" y="509954"/>
                </a:lnTo>
                <a:close/>
              </a:path>
            </a:pathLst>
          </a:custGeom>
          <a:solidFill>
            <a:schemeClr val="accent2">
              <a:alpha val="38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VI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064E3A9-9BA8-81CB-694B-9B1EA804E67E}"/>
              </a:ext>
            </a:extLst>
          </p:cNvPr>
          <p:cNvGrpSpPr/>
          <p:nvPr userDrawn="1"/>
        </p:nvGrpSpPr>
        <p:grpSpPr>
          <a:xfrm>
            <a:off x="11586518" y="8745"/>
            <a:ext cx="530469" cy="6585526"/>
            <a:chOff x="830900" y="904307"/>
            <a:chExt cx="966115" cy="5681437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8E34878-40D4-9EAA-3E09-C9741AA62EF3}"/>
                </a:ext>
              </a:extLst>
            </p:cNvPr>
            <p:cNvSpPr/>
            <p:nvPr/>
          </p:nvSpPr>
          <p:spPr bwMode="auto">
            <a:xfrm>
              <a:off x="830900" y="904307"/>
              <a:ext cx="242525" cy="56814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VI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7D28795-A8A5-8C00-4862-46CC6D8490E8}"/>
                </a:ext>
              </a:extLst>
            </p:cNvPr>
            <p:cNvSpPr/>
            <p:nvPr/>
          </p:nvSpPr>
          <p:spPr bwMode="auto">
            <a:xfrm>
              <a:off x="1192695" y="904307"/>
              <a:ext cx="242525" cy="568143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VI" dirty="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DA73A28-DD62-CFF3-B102-A2217A675E2B}"/>
                </a:ext>
              </a:extLst>
            </p:cNvPr>
            <p:cNvSpPr/>
            <p:nvPr/>
          </p:nvSpPr>
          <p:spPr bwMode="auto">
            <a:xfrm>
              <a:off x="1554490" y="904307"/>
              <a:ext cx="242525" cy="56814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VI" dirty="0"/>
            </a:p>
          </p:txBody>
        </p:sp>
      </p:grp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732E3CDD-989C-46D7-4225-D0EBD3ACF5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3666" y="1245318"/>
            <a:ext cx="7269650" cy="1311641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en-VI" sz="8800" dirty="0">
                <a:solidFill>
                  <a:schemeClr val="bg1">
                    <a:lumMod val="95000"/>
                  </a:schemeClr>
                </a:solidFill>
                <a:latin typeface="Racing Sans One" panose="02000000000000000000" pitchFamily="2" charset="0"/>
                <a:cs typeface="Arial" pitchFamily="34" charset="0"/>
              </a:defRPr>
            </a:lvl1pPr>
          </a:lstStyle>
          <a:p>
            <a:pPr marL="0" lvl="0"/>
            <a:r>
              <a:rPr lang="en-US" dirty="0"/>
              <a:t>Heading</a:t>
            </a:r>
            <a:endParaRPr lang="en-VI" dirty="0"/>
          </a:p>
        </p:txBody>
      </p:sp>
    </p:spTree>
    <p:extLst>
      <p:ext uri="{BB962C8B-B14F-4D97-AF65-F5344CB8AC3E}">
        <p14:creationId xmlns:p14="http://schemas.microsoft.com/office/powerpoint/2010/main" val="2398049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D7F34-9CB4-00D8-F5DB-B8E980AA6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B7211-C868-B25A-4D79-4B55ED30F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E1EB73-265C-9338-CCBE-2491C9391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53A8F-0147-4CA3-A143-B9D664F0D166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D85675-FCA9-C40B-BC8D-A9CF68727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1E9FBB-9A53-BD7F-1C1F-E4AFA21A8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AB0A-0069-4DF7-950C-03B5262DC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0293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libri" pitchFamily="34" charset="0"/>
              </a:defRPr>
            </a:lvl1pPr>
          </a:lstStyle>
          <a:p>
            <a:fld id="{55ED228B-CD6F-4D93-A075-1E2773C93620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" pitchFamily="34" charset="0"/>
              </a:defRPr>
            </a:lvl1pPr>
          </a:lstStyle>
          <a:p>
            <a:fld id="{E0142D3E-FA9B-4295-ADA1-4DDAF2079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342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90" r:id="rId3"/>
    <p:sldLayoutId id="2147483686" r:id="rId4"/>
    <p:sldLayoutId id="2147483687" r:id="rId5"/>
    <p:sldLayoutId id="2147483691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libri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mailto:katona.ruben@wmiskola.hu" TargetMode="External"/><Relationship Id="rId2" Type="http://schemas.openxmlformats.org/officeDocument/2006/relationships/hyperlink" Target="https://f1fanclub.hu/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mailto:papp.gergely@wmiskola.h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89A207D-CC9D-439F-07CE-1FDB16B684D6}"/>
              </a:ext>
            </a:extLst>
          </p:cNvPr>
          <p:cNvSpPr/>
          <p:nvPr/>
        </p:nvSpPr>
        <p:spPr bwMode="auto">
          <a:xfrm>
            <a:off x="0" y="1099383"/>
            <a:ext cx="4937738" cy="2986512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59000">
                <a:schemeClr val="accent1">
                  <a:lumMod val="50000"/>
                  <a:alpha val="80000"/>
                </a:schemeClr>
              </a:gs>
              <a:gs pos="94000">
                <a:schemeClr val="tx1">
                  <a:lumMod val="95000"/>
                  <a:lumOff val="5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VI"/>
          </a:p>
        </p:txBody>
      </p:sp>
      <p:sp>
        <p:nvSpPr>
          <p:cNvPr id="8" name="Freeform: Shape 6">
            <a:extLst>
              <a:ext uri="{FF2B5EF4-FFF2-40B4-BE49-F238E27FC236}">
                <a16:creationId xmlns:a16="http://schemas.microsoft.com/office/drawing/2014/main" id="{DE795C7B-D970-9056-EA51-6D60F8EE66C5}"/>
              </a:ext>
            </a:extLst>
          </p:cNvPr>
          <p:cNvSpPr/>
          <p:nvPr/>
        </p:nvSpPr>
        <p:spPr bwMode="auto">
          <a:xfrm>
            <a:off x="391882" y="604699"/>
            <a:ext cx="2740683" cy="608485"/>
          </a:xfrm>
          <a:custGeom>
            <a:avLst/>
            <a:gdLst>
              <a:gd name="connsiteX0" fmla="*/ 3573870 w 4593778"/>
              <a:gd name="connsiteY0" fmla="*/ 0 h 1019908"/>
              <a:gd name="connsiteX1" fmla="*/ 4083824 w 4593778"/>
              <a:gd name="connsiteY1" fmla="*/ 0 h 1019908"/>
              <a:gd name="connsiteX2" fmla="*/ 4593778 w 4593778"/>
              <a:gd name="connsiteY2" fmla="*/ 509954 h 1019908"/>
              <a:gd name="connsiteX3" fmla="*/ 4083824 w 4593778"/>
              <a:gd name="connsiteY3" fmla="*/ 1019908 h 1019908"/>
              <a:gd name="connsiteX4" fmla="*/ 3573870 w 4593778"/>
              <a:gd name="connsiteY4" fmla="*/ 1019908 h 1019908"/>
              <a:gd name="connsiteX5" fmla="*/ 4083824 w 4593778"/>
              <a:gd name="connsiteY5" fmla="*/ 509954 h 1019908"/>
              <a:gd name="connsiteX6" fmla="*/ 2859096 w 4593778"/>
              <a:gd name="connsiteY6" fmla="*/ 0 h 1019908"/>
              <a:gd name="connsiteX7" fmla="*/ 3369050 w 4593778"/>
              <a:gd name="connsiteY7" fmla="*/ 0 h 1019908"/>
              <a:gd name="connsiteX8" fmla="*/ 3879004 w 4593778"/>
              <a:gd name="connsiteY8" fmla="*/ 509954 h 1019908"/>
              <a:gd name="connsiteX9" fmla="*/ 3369050 w 4593778"/>
              <a:gd name="connsiteY9" fmla="*/ 1019908 h 1019908"/>
              <a:gd name="connsiteX10" fmla="*/ 2859096 w 4593778"/>
              <a:gd name="connsiteY10" fmla="*/ 1019908 h 1019908"/>
              <a:gd name="connsiteX11" fmla="*/ 3369050 w 4593778"/>
              <a:gd name="connsiteY11" fmla="*/ 509954 h 1019908"/>
              <a:gd name="connsiteX12" fmla="*/ 2144322 w 4593778"/>
              <a:gd name="connsiteY12" fmla="*/ 0 h 1019908"/>
              <a:gd name="connsiteX13" fmla="*/ 2654276 w 4593778"/>
              <a:gd name="connsiteY13" fmla="*/ 0 h 1019908"/>
              <a:gd name="connsiteX14" fmla="*/ 3164230 w 4593778"/>
              <a:gd name="connsiteY14" fmla="*/ 509954 h 1019908"/>
              <a:gd name="connsiteX15" fmla="*/ 2654276 w 4593778"/>
              <a:gd name="connsiteY15" fmla="*/ 1019908 h 1019908"/>
              <a:gd name="connsiteX16" fmla="*/ 2144322 w 4593778"/>
              <a:gd name="connsiteY16" fmla="*/ 1019908 h 1019908"/>
              <a:gd name="connsiteX17" fmla="*/ 2654276 w 4593778"/>
              <a:gd name="connsiteY17" fmla="*/ 509954 h 1019908"/>
              <a:gd name="connsiteX18" fmla="*/ 1429548 w 4593778"/>
              <a:gd name="connsiteY18" fmla="*/ 0 h 1019908"/>
              <a:gd name="connsiteX19" fmla="*/ 1939502 w 4593778"/>
              <a:gd name="connsiteY19" fmla="*/ 0 h 1019908"/>
              <a:gd name="connsiteX20" fmla="*/ 2449456 w 4593778"/>
              <a:gd name="connsiteY20" fmla="*/ 509954 h 1019908"/>
              <a:gd name="connsiteX21" fmla="*/ 1939502 w 4593778"/>
              <a:gd name="connsiteY21" fmla="*/ 1019908 h 1019908"/>
              <a:gd name="connsiteX22" fmla="*/ 1429548 w 4593778"/>
              <a:gd name="connsiteY22" fmla="*/ 1019908 h 1019908"/>
              <a:gd name="connsiteX23" fmla="*/ 1939502 w 4593778"/>
              <a:gd name="connsiteY23" fmla="*/ 509954 h 1019908"/>
              <a:gd name="connsiteX24" fmla="*/ 714774 w 4593778"/>
              <a:gd name="connsiteY24" fmla="*/ 0 h 1019908"/>
              <a:gd name="connsiteX25" fmla="*/ 1224728 w 4593778"/>
              <a:gd name="connsiteY25" fmla="*/ 0 h 1019908"/>
              <a:gd name="connsiteX26" fmla="*/ 1734682 w 4593778"/>
              <a:gd name="connsiteY26" fmla="*/ 509954 h 1019908"/>
              <a:gd name="connsiteX27" fmla="*/ 1224728 w 4593778"/>
              <a:gd name="connsiteY27" fmla="*/ 1019908 h 1019908"/>
              <a:gd name="connsiteX28" fmla="*/ 714774 w 4593778"/>
              <a:gd name="connsiteY28" fmla="*/ 1019908 h 1019908"/>
              <a:gd name="connsiteX29" fmla="*/ 1224728 w 4593778"/>
              <a:gd name="connsiteY29" fmla="*/ 509954 h 1019908"/>
              <a:gd name="connsiteX30" fmla="*/ 0 w 4593778"/>
              <a:gd name="connsiteY30" fmla="*/ 0 h 1019908"/>
              <a:gd name="connsiteX31" fmla="*/ 509954 w 4593778"/>
              <a:gd name="connsiteY31" fmla="*/ 0 h 1019908"/>
              <a:gd name="connsiteX32" fmla="*/ 1019908 w 4593778"/>
              <a:gd name="connsiteY32" fmla="*/ 509954 h 1019908"/>
              <a:gd name="connsiteX33" fmla="*/ 509954 w 4593778"/>
              <a:gd name="connsiteY33" fmla="*/ 1019908 h 1019908"/>
              <a:gd name="connsiteX34" fmla="*/ 0 w 4593778"/>
              <a:gd name="connsiteY34" fmla="*/ 1019908 h 1019908"/>
              <a:gd name="connsiteX35" fmla="*/ 509954 w 4593778"/>
              <a:gd name="connsiteY35" fmla="*/ 509954 h 1019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4593778" h="1019908">
                <a:moveTo>
                  <a:pt x="3573870" y="0"/>
                </a:moveTo>
                <a:lnTo>
                  <a:pt x="4083824" y="0"/>
                </a:lnTo>
                <a:lnTo>
                  <a:pt x="4593778" y="509954"/>
                </a:lnTo>
                <a:lnTo>
                  <a:pt x="4083824" y="1019908"/>
                </a:lnTo>
                <a:lnTo>
                  <a:pt x="3573870" y="1019908"/>
                </a:lnTo>
                <a:lnTo>
                  <a:pt x="4083824" y="509954"/>
                </a:lnTo>
                <a:close/>
                <a:moveTo>
                  <a:pt x="2859096" y="0"/>
                </a:moveTo>
                <a:lnTo>
                  <a:pt x="3369050" y="0"/>
                </a:lnTo>
                <a:lnTo>
                  <a:pt x="3879004" y="509954"/>
                </a:lnTo>
                <a:lnTo>
                  <a:pt x="3369050" y="1019908"/>
                </a:lnTo>
                <a:lnTo>
                  <a:pt x="2859096" y="1019908"/>
                </a:lnTo>
                <a:lnTo>
                  <a:pt x="3369050" y="509954"/>
                </a:lnTo>
                <a:close/>
                <a:moveTo>
                  <a:pt x="2144322" y="0"/>
                </a:moveTo>
                <a:lnTo>
                  <a:pt x="2654276" y="0"/>
                </a:lnTo>
                <a:lnTo>
                  <a:pt x="3164230" y="509954"/>
                </a:lnTo>
                <a:lnTo>
                  <a:pt x="2654276" y="1019908"/>
                </a:lnTo>
                <a:lnTo>
                  <a:pt x="2144322" y="1019908"/>
                </a:lnTo>
                <a:lnTo>
                  <a:pt x="2654276" y="509954"/>
                </a:lnTo>
                <a:close/>
                <a:moveTo>
                  <a:pt x="1429548" y="0"/>
                </a:moveTo>
                <a:lnTo>
                  <a:pt x="1939502" y="0"/>
                </a:lnTo>
                <a:lnTo>
                  <a:pt x="2449456" y="509954"/>
                </a:lnTo>
                <a:lnTo>
                  <a:pt x="1939502" y="1019908"/>
                </a:lnTo>
                <a:lnTo>
                  <a:pt x="1429548" y="1019908"/>
                </a:lnTo>
                <a:lnTo>
                  <a:pt x="1939502" y="509954"/>
                </a:lnTo>
                <a:close/>
                <a:moveTo>
                  <a:pt x="714774" y="0"/>
                </a:moveTo>
                <a:lnTo>
                  <a:pt x="1224728" y="0"/>
                </a:lnTo>
                <a:lnTo>
                  <a:pt x="1734682" y="509954"/>
                </a:lnTo>
                <a:lnTo>
                  <a:pt x="1224728" y="1019908"/>
                </a:lnTo>
                <a:lnTo>
                  <a:pt x="714774" y="1019908"/>
                </a:lnTo>
                <a:lnTo>
                  <a:pt x="1224728" y="509954"/>
                </a:lnTo>
                <a:close/>
                <a:moveTo>
                  <a:pt x="0" y="0"/>
                </a:moveTo>
                <a:lnTo>
                  <a:pt x="509954" y="0"/>
                </a:lnTo>
                <a:lnTo>
                  <a:pt x="1019908" y="509954"/>
                </a:lnTo>
                <a:lnTo>
                  <a:pt x="509954" y="1019908"/>
                </a:lnTo>
                <a:lnTo>
                  <a:pt x="0" y="1019908"/>
                </a:lnTo>
                <a:lnTo>
                  <a:pt x="509954" y="509954"/>
                </a:lnTo>
                <a:close/>
              </a:path>
            </a:pathLst>
          </a:custGeom>
          <a:solidFill>
            <a:schemeClr val="accent2">
              <a:alpha val="38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VI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5C0AE7-E872-5BB7-5120-A668FC53ED44}"/>
              </a:ext>
            </a:extLst>
          </p:cNvPr>
          <p:cNvSpPr txBox="1"/>
          <p:nvPr/>
        </p:nvSpPr>
        <p:spPr>
          <a:xfrm>
            <a:off x="0" y="4959857"/>
            <a:ext cx="12191999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13800" b="1" spc="300" dirty="0" smtClean="0">
                <a:solidFill>
                  <a:schemeClr val="tx1">
                    <a:alpha val="75000"/>
                  </a:schemeClr>
                </a:solidFill>
                <a:latin typeface="Racing Sans One" panose="02000000000000000000" pitchFamily="2" charset="0"/>
                <a:cs typeface="Arial" pitchFamily="34" charset="0"/>
              </a:rPr>
              <a:t>F1FANCLUB.HU</a:t>
            </a:r>
            <a:endParaRPr lang="en-VI" sz="13800" b="1" spc="300" dirty="0">
              <a:solidFill>
                <a:schemeClr val="tx1">
                  <a:alpha val="75000"/>
                </a:schemeClr>
              </a:solidFill>
              <a:latin typeface="Racing Sans One" panose="02000000000000000000" pitchFamily="2" charset="0"/>
              <a:cs typeface="Arial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45B9C9-DD43-E6AE-A391-921F01EC72C0}"/>
              </a:ext>
            </a:extLst>
          </p:cNvPr>
          <p:cNvSpPr txBox="1"/>
          <p:nvPr/>
        </p:nvSpPr>
        <p:spPr>
          <a:xfrm>
            <a:off x="300126" y="752079"/>
            <a:ext cx="3013967" cy="3770263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hu-HU" sz="23900" b="1" spc="600" dirty="0" smtClean="0">
                <a:solidFill>
                  <a:schemeClr val="accent2"/>
                </a:solidFill>
                <a:latin typeface="Racing Sans One" panose="02000000000000000000" pitchFamily="2" charset="0"/>
                <a:cs typeface="Arial" pitchFamily="34" charset="0"/>
              </a:rPr>
              <a:t>F1</a:t>
            </a:r>
            <a:endParaRPr lang="en-VI" sz="23900" b="1" spc="600" dirty="0">
              <a:solidFill>
                <a:schemeClr val="accent2"/>
              </a:solidFill>
              <a:latin typeface="Racing Sans One" panose="02000000000000000000" pitchFamily="2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1070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6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58C62F-3CCB-73D3-FCD1-F7126C04427F}"/>
              </a:ext>
            </a:extLst>
          </p:cNvPr>
          <p:cNvSpPr txBox="1"/>
          <p:nvPr/>
        </p:nvSpPr>
        <p:spPr>
          <a:xfrm>
            <a:off x="857839" y="777903"/>
            <a:ext cx="5378395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4500" b="1" dirty="0" smtClean="0">
                <a:solidFill>
                  <a:srgbClr val="FF0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A projekt célja</a:t>
            </a:r>
            <a:endParaRPr lang="en-IN" sz="4500" b="1" dirty="0">
              <a:solidFill>
                <a:srgbClr val="FF0000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" name="Parallelogram 1">
            <a:extLst>
              <a:ext uri="{FF2B5EF4-FFF2-40B4-BE49-F238E27FC236}">
                <a16:creationId xmlns:a16="http://schemas.microsoft.com/office/drawing/2014/main" id="{0644C57F-A018-6840-CCA9-60CC784E505F}"/>
              </a:ext>
            </a:extLst>
          </p:cNvPr>
          <p:cNvSpPr/>
          <p:nvPr/>
        </p:nvSpPr>
        <p:spPr>
          <a:xfrm rot="21176416">
            <a:off x="-613055" y="5463849"/>
            <a:ext cx="13468633" cy="2215201"/>
          </a:xfrm>
          <a:prstGeom prst="parallelogram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475C23CC-4CC1-1B5F-B28E-46EE4703F2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 rot="20347601">
            <a:off x="8509996" y="-600076"/>
            <a:ext cx="5945520" cy="5627010"/>
          </a:xfrm>
          <a:prstGeom prst="rect">
            <a:avLst/>
          </a:prstGeom>
        </p:spPr>
      </p:pic>
      <p:pic>
        <p:nvPicPr>
          <p:cNvPr id="12" name="Picture 11" descr="A blue and pink race car&#10;&#10;Description automatically generated">
            <a:extLst>
              <a:ext uri="{FF2B5EF4-FFF2-40B4-BE49-F238E27FC236}">
                <a16:creationId xmlns:a16="http://schemas.microsoft.com/office/drawing/2014/main" id="{77DE5C27-6BA7-1C08-132D-4AA0A2C3E2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28" t="47207"/>
          <a:stretch/>
        </p:blipFill>
        <p:spPr>
          <a:xfrm>
            <a:off x="4520724" y="4210356"/>
            <a:ext cx="7671275" cy="30224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8C23EE8-48B7-FFFD-7A47-8F75F5EBE473}"/>
              </a:ext>
            </a:extLst>
          </p:cNvPr>
          <p:cNvSpPr txBox="1"/>
          <p:nvPr/>
        </p:nvSpPr>
        <p:spPr>
          <a:xfrm>
            <a:off x="857839" y="1932561"/>
            <a:ext cx="9143411" cy="1872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hu-HU" dirty="0"/>
              <a:t>Az „F1 Fan Club” nem csupán egy újabb statikus hírportál, hanem egy modern, interaktív közösségi tér, ahol a hazai rajongók valós időben vitathatják meg </a:t>
            </a:r>
            <a:r>
              <a:rPr lang="hu-HU" dirty="0" smtClean="0"/>
              <a:t>a futamokat</a:t>
            </a:r>
            <a:r>
              <a:rPr lang="hu-HU" dirty="0"/>
              <a:t>, és a </a:t>
            </a:r>
            <a:r>
              <a:rPr lang="hu-HU" dirty="0" smtClean="0"/>
              <a:t>játékosra csinált „A Fal” </a:t>
            </a:r>
            <a:r>
              <a:rPr lang="hu-HU" dirty="0"/>
              <a:t>tippjátékban tehetik próbára tudásukat. Célunk egy olyan prémium, </a:t>
            </a:r>
            <a:r>
              <a:rPr lang="hu-HU" dirty="0" smtClean="0"/>
              <a:t>platform </a:t>
            </a:r>
            <a:r>
              <a:rPr lang="hu-HU" dirty="0"/>
              <a:t>megalkotása volt, amely egyetlen letisztult felületen egyesíti a több évtizedes statisztikákat a pörgős közösségi élménnyel, teljesen új dimenziót adva ezzel a versenyhétvégék követésének</a:t>
            </a:r>
            <a:r>
              <a:rPr lang="hu-HU" dirty="0" smtClean="0"/>
              <a:t>.</a:t>
            </a:r>
            <a:endParaRPr lang="en-US" b="0" i="0" dirty="0">
              <a:solidFill>
                <a:srgbClr val="15151E"/>
              </a:solidFill>
              <a:effectLst/>
              <a:latin typeface="Poppins SemiBold" panose="00000700000000000000"/>
              <a:cs typeface="Poppins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929335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50"/>
                            </p:stCondLst>
                            <p:childTnLst>
                              <p:par>
                                <p:cTn id="2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7D3DF73-BB10-403B-7FE0-F9034BBEF2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hu-HU" dirty="0" smtClean="0"/>
              <a:t>Az oldal alapjai</a:t>
            </a:r>
            <a:endParaRPr lang="en-VI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E77D2387-277F-20F3-B934-49E2D7301B33}"/>
              </a:ext>
            </a:extLst>
          </p:cNvPr>
          <p:cNvSpPr/>
          <p:nvPr/>
        </p:nvSpPr>
        <p:spPr>
          <a:xfrm flipH="1">
            <a:off x="10761880" y="1818903"/>
            <a:ext cx="994452" cy="203200"/>
          </a:xfrm>
          <a:custGeom>
            <a:avLst/>
            <a:gdLst>
              <a:gd name="connsiteX0" fmla="*/ 814882 w 940594"/>
              <a:gd name="connsiteY0" fmla="*/ 169192 h 215103"/>
              <a:gd name="connsiteX1" fmla="*/ 801585 w 940594"/>
              <a:gd name="connsiteY1" fmla="*/ 182489 h 215103"/>
              <a:gd name="connsiteX2" fmla="*/ 820540 w 940594"/>
              <a:gd name="connsiteY2" fmla="*/ 190338 h 215103"/>
              <a:gd name="connsiteX3" fmla="*/ 820549 w 940594"/>
              <a:gd name="connsiteY3" fmla="*/ 190338 h 215103"/>
              <a:gd name="connsiteX4" fmla="*/ 820549 w 940594"/>
              <a:gd name="connsiteY4" fmla="*/ 171478 h 215103"/>
              <a:gd name="connsiteX5" fmla="*/ 814882 w 940594"/>
              <a:gd name="connsiteY5" fmla="*/ 169192 h 215103"/>
              <a:gd name="connsiteX6" fmla="*/ 199243 w 940594"/>
              <a:gd name="connsiteY6" fmla="*/ 169173 h 215103"/>
              <a:gd name="connsiteX7" fmla="*/ 185946 w 940594"/>
              <a:gd name="connsiteY7" fmla="*/ 182489 h 215103"/>
              <a:gd name="connsiteX8" fmla="*/ 204901 w 940594"/>
              <a:gd name="connsiteY8" fmla="*/ 190338 h 215103"/>
              <a:gd name="connsiteX9" fmla="*/ 204901 w 940594"/>
              <a:gd name="connsiteY9" fmla="*/ 171459 h 215103"/>
              <a:gd name="connsiteX10" fmla="*/ 199243 w 940594"/>
              <a:gd name="connsiteY10" fmla="*/ 169173 h 215103"/>
              <a:gd name="connsiteX11" fmla="*/ 837570 w 940594"/>
              <a:gd name="connsiteY11" fmla="*/ 169154 h 215103"/>
              <a:gd name="connsiteX12" fmla="*/ 831865 w 940594"/>
              <a:gd name="connsiteY12" fmla="*/ 171478 h 215103"/>
              <a:gd name="connsiteX13" fmla="*/ 831865 w 940594"/>
              <a:gd name="connsiteY13" fmla="*/ 190338 h 215103"/>
              <a:gd name="connsiteX14" fmla="*/ 850867 w 940594"/>
              <a:gd name="connsiteY14" fmla="*/ 182489 h 215103"/>
              <a:gd name="connsiteX15" fmla="*/ 221922 w 940594"/>
              <a:gd name="connsiteY15" fmla="*/ 169154 h 215103"/>
              <a:gd name="connsiteX16" fmla="*/ 216226 w 940594"/>
              <a:gd name="connsiteY16" fmla="*/ 171478 h 215103"/>
              <a:gd name="connsiteX17" fmla="*/ 216226 w 940594"/>
              <a:gd name="connsiteY17" fmla="*/ 190338 h 215103"/>
              <a:gd name="connsiteX18" fmla="*/ 235209 w 940594"/>
              <a:gd name="connsiteY18" fmla="*/ 182489 h 215103"/>
              <a:gd name="connsiteX19" fmla="*/ 848010 w 940594"/>
              <a:gd name="connsiteY19" fmla="*/ 155476 h 215103"/>
              <a:gd name="connsiteX20" fmla="*/ 845572 w 940594"/>
              <a:gd name="connsiteY20" fmla="*/ 161153 h 215103"/>
              <a:gd name="connsiteX21" fmla="*/ 858983 w 940594"/>
              <a:gd name="connsiteY21" fmla="*/ 174564 h 215103"/>
              <a:gd name="connsiteX22" fmla="*/ 866793 w 940594"/>
              <a:gd name="connsiteY22" fmla="*/ 155476 h 215103"/>
              <a:gd name="connsiteX23" fmla="*/ 785554 w 940594"/>
              <a:gd name="connsiteY23" fmla="*/ 155476 h 215103"/>
              <a:gd name="connsiteX24" fmla="*/ 793498 w 940594"/>
              <a:gd name="connsiteY24" fmla="*/ 174526 h 215103"/>
              <a:gd name="connsiteX25" fmla="*/ 806871 w 940594"/>
              <a:gd name="connsiteY25" fmla="*/ 161172 h 215103"/>
              <a:gd name="connsiteX26" fmla="*/ 804490 w 940594"/>
              <a:gd name="connsiteY26" fmla="*/ 155476 h 215103"/>
              <a:gd name="connsiteX27" fmla="*/ 232361 w 940594"/>
              <a:gd name="connsiteY27" fmla="*/ 155476 h 215103"/>
              <a:gd name="connsiteX28" fmla="*/ 229933 w 940594"/>
              <a:gd name="connsiteY28" fmla="*/ 161153 h 215103"/>
              <a:gd name="connsiteX29" fmla="*/ 243334 w 940594"/>
              <a:gd name="connsiteY29" fmla="*/ 174564 h 215103"/>
              <a:gd name="connsiteX30" fmla="*/ 251145 w 940594"/>
              <a:gd name="connsiteY30" fmla="*/ 155476 h 215103"/>
              <a:gd name="connsiteX31" fmla="*/ 169915 w 940594"/>
              <a:gd name="connsiteY31" fmla="*/ 155476 h 215103"/>
              <a:gd name="connsiteX32" fmla="*/ 177859 w 940594"/>
              <a:gd name="connsiteY32" fmla="*/ 174526 h 215103"/>
              <a:gd name="connsiteX33" fmla="*/ 191232 w 940594"/>
              <a:gd name="connsiteY33" fmla="*/ 161172 h 215103"/>
              <a:gd name="connsiteX34" fmla="*/ 188851 w 940594"/>
              <a:gd name="connsiteY34" fmla="*/ 155476 h 215103"/>
              <a:gd name="connsiteX35" fmla="*/ 858973 w 940594"/>
              <a:gd name="connsiteY35" fmla="*/ 125063 h 215103"/>
              <a:gd name="connsiteX36" fmla="*/ 845638 w 940594"/>
              <a:gd name="connsiteY36" fmla="*/ 138398 h 215103"/>
              <a:gd name="connsiteX37" fmla="*/ 848000 w 940594"/>
              <a:gd name="connsiteY37" fmla="*/ 144161 h 215103"/>
              <a:gd name="connsiteX38" fmla="*/ 848000 w 940594"/>
              <a:gd name="connsiteY38" fmla="*/ 144170 h 215103"/>
              <a:gd name="connsiteX39" fmla="*/ 866803 w 940594"/>
              <a:gd name="connsiteY39" fmla="*/ 144170 h 215103"/>
              <a:gd name="connsiteX40" fmla="*/ 858973 w 940594"/>
              <a:gd name="connsiteY40" fmla="*/ 125063 h 215103"/>
              <a:gd name="connsiteX41" fmla="*/ 243344 w 940594"/>
              <a:gd name="connsiteY41" fmla="*/ 125063 h 215103"/>
              <a:gd name="connsiteX42" fmla="*/ 230009 w 940594"/>
              <a:gd name="connsiteY42" fmla="*/ 138398 h 215103"/>
              <a:gd name="connsiteX43" fmla="*/ 232361 w 940594"/>
              <a:gd name="connsiteY43" fmla="*/ 144161 h 215103"/>
              <a:gd name="connsiteX44" fmla="*/ 232361 w 940594"/>
              <a:gd name="connsiteY44" fmla="*/ 144170 h 215103"/>
              <a:gd name="connsiteX45" fmla="*/ 251183 w 940594"/>
              <a:gd name="connsiteY45" fmla="*/ 144170 h 215103"/>
              <a:gd name="connsiteX46" fmla="*/ 243344 w 940594"/>
              <a:gd name="connsiteY46" fmla="*/ 125063 h 215103"/>
              <a:gd name="connsiteX47" fmla="*/ 793451 w 940594"/>
              <a:gd name="connsiteY47" fmla="*/ 125053 h 215103"/>
              <a:gd name="connsiteX48" fmla="*/ 785602 w 940594"/>
              <a:gd name="connsiteY48" fmla="*/ 144151 h 215103"/>
              <a:gd name="connsiteX49" fmla="*/ 804424 w 940594"/>
              <a:gd name="connsiteY49" fmla="*/ 144151 h 215103"/>
              <a:gd name="connsiteX50" fmla="*/ 806795 w 940594"/>
              <a:gd name="connsiteY50" fmla="*/ 138388 h 215103"/>
              <a:gd name="connsiteX51" fmla="*/ 177802 w 940594"/>
              <a:gd name="connsiteY51" fmla="*/ 125053 h 215103"/>
              <a:gd name="connsiteX52" fmla="*/ 169973 w 940594"/>
              <a:gd name="connsiteY52" fmla="*/ 144151 h 215103"/>
              <a:gd name="connsiteX53" fmla="*/ 188785 w 940594"/>
              <a:gd name="connsiteY53" fmla="*/ 144151 h 215103"/>
              <a:gd name="connsiteX54" fmla="*/ 191156 w 940594"/>
              <a:gd name="connsiteY54" fmla="*/ 138388 h 215103"/>
              <a:gd name="connsiteX55" fmla="*/ 831865 w 940594"/>
              <a:gd name="connsiteY55" fmla="*/ 109137 h 215103"/>
              <a:gd name="connsiteX56" fmla="*/ 831884 w 940594"/>
              <a:gd name="connsiteY56" fmla="*/ 127939 h 215103"/>
              <a:gd name="connsiteX57" fmla="*/ 837685 w 940594"/>
              <a:gd name="connsiteY57" fmla="*/ 130359 h 215103"/>
              <a:gd name="connsiteX58" fmla="*/ 850982 w 940594"/>
              <a:gd name="connsiteY58" fmla="*/ 117052 h 215103"/>
              <a:gd name="connsiteX59" fmla="*/ 831865 w 940594"/>
              <a:gd name="connsiteY59" fmla="*/ 109137 h 215103"/>
              <a:gd name="connsiteX60" fmla="*/ 820559 w 940594"/>
              <a:gd name="connsiteY60" fmla="*/ 109137 h 215103"/>
              <a:gd name="connsiteX61" fmla="*/ 801471 w 940594"/>
              <a:gd name="connsiteY61" fmla="*/ 117043 h 215103"/>
              <a:gd name="connsiteX62" fmla="*/ 814768 w 940594"/>
              <a:gd name="connsiteY62" fmla="*/ 130359 h 215103"/>
              <a:gd name="connsiteX63" fmla="*/ 820540 w 940594"/>
              <a:gd name="connsiteY63" fmla="*/ 127939 h 215103"/>
              <a:gd name="connsiteX64" fmla="*/ 820540 w 940594"/>
              <a:gd name="connsiteY64" fmla="*/ 127949 h 215103"/>
              <a:gd name="connsiteX65" fmla="*/ 820559 w 940594"/>
              <a:gd name="connsiteY65" fmla="*/ 127949 h 215103"/>
              <a:gd name="connsiteX66" fmla="*/ 216226 w 940594"/>
              <a:gd name="connsiteY66" fmla="*/ 109137 h 215103"/>
              <a:gd name="connsiteX67" fmla="*/ 216236 w 940594"/>
              <a:gd name="connsiteY67" fmla="*/ 127939 h 215103"/>
              <a:gd name="connsiteX68" fmla="*/ 222036 w 940594"/>
              <a:gd name="connsiteY68" fmla="*/ 130359 h 215103"/>
              <a:gd name="connsiteX69" fmla="*/ 235343 w 940594"/>
              <a:gd name="connsiteY69" fmla="*/ 117052 h 215103"/>
              <a:gd name="connsiteX70" fmla="*/ 216226 w 940594"/>
              <a:gd name="connsiteY70" fmla="*/ 109137 h 215103"/>
              <a:gd name="connsiteX71" fmla="*/ 204910 w 940594"/>
              <a:gd name="connsiteY71" fmla="*/ 109137 h 215103"/>
              <a:gd name="connsiteX72" fmla="*/ 185832 w 940594"/>
              <a:gd name="connsiteY72" fmla="*/ 117043 h 215103"/>
              <a:gd name="connsiteX73" fmla="*/ 199129 w 940594"/>
              <a:gd name="connsiteY73" fmla="*/ 130359 h 215103"/>
              <a:gd name="connsiteX74" fmla="*/ 204901 w 940594"/>
              <a:gd name="connsiteY74" fmla="*/ 127939 h 215103"/>
              <a:gd name="connsiteX75" fmla="*/ 147142 w 940594"/>
              <a:gd name="connsiteY75" fmla="*/ 100936 h 215103"/>
              <a:gd name="connsiteX76" fmla="*/ 130445 w 940594"/>
              <a:gd name="connsiteY76" fmla="*/ 149704 h 215103"/>
              <a:gd name="connsiteX77" fmla="*/ 131150 w 940594"/>
              <a:gd name="connsiteY77" fmla="*/ 159753 h 215103"/>
              <a:gd name="connsiteX78" fmla="*/ 131455 w 940594"/>
              <a:gd name="connsiteY78" fmla="*/ 161515 h 215103"/>
              <a:gd name="connsiteX79" fmla="*/ 113147 w 940594"/>
              <a:gd name="connsiteY79" fmla="*/ 161515 h 215103"/>
              <a:gd name="connsiteX80" fmla="*/ 113147 w 940594"/>
              <a:gd name="connsiteY80" fmla="*/ 193462 h 215103"/>
              <a:gd name="connsiteX81" fmla="*/ 106204 w 940594"/>
              <a:gd name="connsiteY81" fmla="*/ 200406 h 215103"/>
              <a:gd name="connsiteX82" fmla="*/ 11249 w 940594"/>
              <a:gd name="connsiteY82" fmla="*/ 200406 h 215103"/>
              <a:gd name="connsiteX83" fmla="*/ 4315 w 940594"/>
              <a:gd name="connsiteY83" fmla="*/ 193462 h 215103"/>
              <a:gd name="connsiteX84" fmla="*/ 4315 w 940594"/>
              <a:gd name="connsiteY84" fmla="*/ 172774 h 215103"/>
              <a:gd name="connsiteX85" fmla="*/ 11249 w 940594"/>
              <a:gd name="connsiteY85" fmla="*/ 165839 h 215103"/>
              <a:gd name="connsiteX86" fmla="*/ 49225 w 940594"/>
              <a:gd name="connsiteY86" fmla="*/ 165839 h 215103"/>
              <a:gd name="connsiteX87" fmla="*/ 0 w 940594"/>
              <a:gd name="connsiteY87" fmla="*/ 142522 h 215103"/>
              <a:gd name="connsiteX88" fmla="*/ 147142 w 940594"/>
              <a:gd name="connsiteY88" fmla="*/ 100936 h 215103"/>
              <a:gd name="connsiteX89" fmla="*/ 826198 w 940594"/>
              <a:gd name="connsiteY89" fmla="*/ 84315 h 215103"/>
              <a:gd name="connsiteX90" fmla="*/ 891634 w 940594"/>
              <a:gd name="connsiteY90" fmla="*/ 149714 h 215103"/>
              <a:gd name="connsiteX91" fmla="*/ 891368 w 940594"/>
              <a:gd name="connsiteY91" fmla="*/ 155295 h 215103"/>
              <a:gd name="connsiteX92" fmla="*/ 826217 w 940594"/>
              <a:gd name="connsiteY92" fmla="*/ 215103 h 215103"/>
              <a:gd name="connsiteX93" fmla="*/ 761390 w 940594"/>
              <a:gd name="connsiteY93" fmla="*/ 157924 h 215103"/>
              <a:gd name="connsiteX94" fmla="*/ 760799 w 940594"/>
              <a:gd name="connsiteY94" fmla="*/ 149714 h 215103"/>
              <a:gd name="connsiteX95" fmla="*/ 826198 w 940594"/>
              <a:gd name="connsiteY95" fmla="*/ 84315 h 215103"/>
              <a:gd name="connsiteX96" fmla="*/ 210559 w 940594"/>
              <a:gd name="connsiteY96" fmla="*/ 84315 h 215103"/>
              <a:gd name="connsiteX97" fmla="*/ 275995 w 940594"/>
              <a:gd name="connsiteY97" fmla="*/ 149714 h 215103"/>
              <a:gd name="connsiteX98" fmla="*/ 275710 w 940594"/>
              <a:gd name="connsiteY98" fmla="*/ 155295 h 215103"/>
              <a:gd name="connsiteX99" fmla="*/ 210568 w 940594"/>
              <a:gd name="connsiteY99" fmla="*/ 215103 h 215103"/>
              <a:gd name="connsiteX100" fmla="*/ 145751 w 940594"/>
              <a:gd name="connsiteY100" fmla="*/ 157924 h 215103"/>
              <a:gd name="connsiteX101" fmla="*/ 145160 w 940594"/>
              <a:gd name="connsiteY101" fmla="*/ 149714 h 215103"/>
              <a:gd name="connsiteX102" fmla="*/ 210559 w 940594"/>
              <a:gd name="connsiteY102" fmla="*/ 84315 h 215103"/>
              <a:gd name="connsiteX103" fmla="*/ 531257 w 940594"/>
              <a:gd name="connsiteY103" fmla="*/ 12963 h 215103"/>
              <a:gd name="connsiteX104" fmla="*/ 627926 w 940594"/>
              <a:gd name="connsiteY104" fmla="*/ 12963 h 215103"/>
              <a:gd name="connsiteX105" fmla="*/ 782012 w 940594"/>
              <a:gd name="connsiteY105" fmla="*/ 81219 h 215103"/>
              <a:gd name="connsiteX106" fmla="*/ 743226 w 940594"/>
              <a:gd name="connsiteY106" fmla="*/ 149704 h 215103"/>
              <a:gd name="connsiteX107" fmla="*/ 743921 w 940594"/>
              <a:gd name="connsiteY107" fmla="*/ 159772 h 215103"/>
              <a:gd name="connsiteX108" fmla="*/ 761447 w 940594"/>
              <a:gd name="connsiteY108" fmla="*/ 200405 h 215103"/>
              <a:gd name="connsiteX109" fmla="*/ 291074 w 940594"/>
              <a:gd name="connsiteY109" fmla="*/ 200405 h 215103"/>
              <a:gd name="connsiteX110" fmla="*/ 290703 w 940594"/>
              <a:gd name="connsiteY110" fmla="*/ 149732 h 215103"/>
              <a:gd name="connsiteX111" fmla="*/ 265109 w 940594"/>
              <a:gd name="connsiteY111" fmla="*/ 91192 h 215103"/>
              <a:gd name="connsiteX112" fmla="*/ 391268 w 940594"/>
              <a:gd name="connsiteY112" fmla="*/ 91820 h 215103"/>
              <a:gd name="connsiteX113" fmla="*/ 397316 w 940594"/>
              <a:gd name="connsiteY113" fmla="*/ 69970 h 215103"/>
              <a:gd name="connsiteX114" fmla="*/ 406917 w 940594"/>
              <a:gd name="connsiteY114" fmla="*/ 67960 h 215103"/>
              <a:gd name="connsiteX115" fmla="*/ 433187 w 940594"/>
              <a:gd name="connsiteY115" fmla="*/ 78857 h 215103"/>
              <a:gd name="connsiteX116" fmla="*/ 443960 w 940594"/>
              <a:gd name="connsiteY116" fmla="*/ 91820 h 215103"/>
              <a:gd name="connsiteX117" fmla="*/ 507015 w 940594"/>
              <a:gd name="connsiteY117" fmla="*/ 69970 h 215103"/>
              <a:gd name="connsiteX118" fmla="*/ 508416 w 940594"/>
              <a:gd name="connsiteY118" fmla="*/ 65789 h 215103"/>
              <a:gd name="connsiteX119" fmla="*/ 520579 w 940594"/>
              <a:gd name="connsiteY119" fmla="*/ 57016 h 215103"/>
              <a:gd name="connsiteX120" fmla="*/ 538115 w 940594"/>
              <a:gd name="connsiteY120" fmla="*/ 57016 h 215103"/>
              <a:gd name="connsiteX121" fmla="*/ 538115 w 940594"/>
              <a:gd name="connsiteY121" fmla="*/ 47520 h 215103"/>
              <a:gd name="connsiteX122" fmla="*/ 531257 w 940594"/>
              <a:gd name="connsiteY122" fmla="*/ 47520 h 215103"/>
              <a:gd name="connsiteX123" fmla="*/ 520836 w 940594"/>
              <a:gd name="connsiteY123" fmla="*/ 37090 h 215103"/>
              <a:gd name="connsiteX124" fmla="*/ 520836 w 940594"/>
              <a:gd name="connsiteY124" fmla="*/ 23393 h 215103"/>
              <a:gd name="connsiteX125" fmla="*/ 531257 w 940594"/>
              <a:gd name="connsiteY125" fmla="*/ 12963 h 215103"/>
              <a:gd name="connsiteX126" fmla="*/ 821855 w 940594"/>
              <a:gd name="connsiteY126" fmla="*/ 0 h 215103"/>
              <a:gd name="connsiteX127" fmla="*/ 923334 w 940594"/>
              <a:gd name="connsiteY127" fmla="*/ 0 h 215103"/>
              <a:gd name="connsiteX128" fmla="*/ 940594 w 940594"/>
              <a:gd name="connsiteY128" fmla="*/ 17288 h 215103"/>
              <a:gd name="connsiteX129" fmla="*/ 940594 w 940594"/>
              <a:gd name="connsiteY129" fmla="*/ 152886 h 215103"/>
              <a:gd name="connsiteX130" fmla="*/ 903332 w 940594"/>
              <a:gd name="connsiteY130" fmla="*/ 152886 h 215103"/>
              <a:gd name="connsiteX131" fmla="*/ 903494 w 940594"/>
              <a:gd name="connsiteY131" fmla="*/ 149704 h 215103"/>
              <a:gd name="connsiteX132" fmla="*/ 827294 w 940594"/>
              <a:gd name="connsiteY132" fmla="*/ 69780 h 215103"/>
              <a:gd name="connsiteX133" fmla="*/ 809625 w 940594"/>
              <a:gd name="connsiteY133" fmla="*/ 52121 h 215103"/>
              <a:gd name="connsiteX134" fmla="*/ 804567 w 940594"/>
              <a:gd name="connsiteY134" fmla="*/ 39910 h 215103"/>
              <a:gd name="connsiteX135" fmla="*/ 804567 w 940594"/>
              <a:gd name="connsiteY135" fmla="*/ 17278 h 215103"/>
              <a:gd name="connsiteX136" fmla="*/ 821855 w 940594"/>
              <a:gd name="connsiteY136" fmla="*/ 0 h 215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</a:cxnLst>
            <a:rect l="l" t="t" r="r" b="b"/>
            <a:pathLst>
              <a:path w="940594" h="215103">
                <a:moveTo>
                  <a:pt x="814882" y="169192"/>
                </a:moveTo>
                <a:lnTo>
                  <a:pt x="801585" y="182489"/>
                </a:lnTo>
                <a:cubicBezTo>
                  <a:pt x="807014" y="186575"/>
                  <a:pt x="813472" y="189366"/>
                  <a:pt x="820540" y="190338"/>
                </a:cubicBezTo>
                <a:lnTo>
                  <a:pt x="820549" y="190338"/>
                </a:lnTo>
                <a:lnTo>
                  <a:pt x="820549" y="171478"/>
                </a:lnTo>
                <a:cubicBezTo>
                  <a:pt x="818559" y="170954"/>
                  <a:pt x="816625" y="170202"/>
                  <a:pt x="814882" y="169192"/>
                </a:cubicBezTo>
                <a:close/>
                <a:moveTo>
                  <a:pt x="199243" y="169173"/>
                </a:moveTo>
                <a:lnTo>
                  <a:pt x="185946" y="182489"/>
                </a:lnTo>
                <a:cubicBezTo>
                  <a:pt x="191385" y="186575"/>
                  <a:pt x="197833" y="189366"/>
                  <a:pt x="204901" y="190338"/>
                </a:cubicBezTo>
                <a:lnTo>
                  <a:pt x="204901" y="171459"/>
                </a:lnTo>
                <a:cubicBezTo>
                  <a:pt x="202910" y="170945"/>
                  <a:pt x="200977" y="170192"/>
                  <a:pt x="199243" y="169173"/>
                </a:cubicBezTo>
                <a:close/>
                <a:moveTo>
                  <a:pt x="837570" y="169154"/>
                </a:moveTo>
                <a:cubicBezTo>
                  <a:pt x="835789" y="170192"/>
                  <a:pt x="833884" y="170935"/>
                  <a:pt x="831865" y="171478"/>
                </a:cubicBezTo>
                <a:lnTo>
                  <a:pt x="831865" y="190338"/>
                </a:lnTo>
                <a:cubicBezTo>
                  <a:pt x="838961" y="189366"/>
                  <a:pt x="845419" y="186594"/>
                  <a:pt x="850867" y="182489"/>
                </a:cubicBezTo>
                <a:close/>
                <a:moveTo>
                  <a:pt x="221922" y="169154"/>
                </a:moveTo>
                <a:cubicBezTo>
                  <a:pt x="220150" y="170192"/>
                  <a:pt x="218245" y="170935"/>
                  <a:pt x="216226" y="171478"/>
                </a:cubicBezTo>
                <a:lnTo>
                  <a:pt x="216226" y="190338"/>
                </a:lnTo>
                <a:cubicBezTo>
                  <a:pt x="223322" y="189366"/>
                  <a:pt x="229771" y="186594"/>
                  <a:pt x="235209" y="182489"/>
                </a:cubicBezTo>
                <a:close/>
                <a:moveTo>
                  <a:pt x="848010" y="155476"/>
                </a:moveTo>
                <a:cubicBezTo>
                  <a:pt x="847467" y="157515"/>
                  <a:pt x="846591" y="159391"/>
                  <a:pt x="845572" y="161153"/>
                </a:cubicBezTo>
                <a:lnTo>
                  <a:pt x="858983" y="174564"/>
                </a:lnTo>
                <a:cubicBezTo>
                  <a:pt x="863117" y="169126"/>
                  <a:pt x="865784" y="162572"/>
                  <a:pt x="866793" y="155476"/>
                </a:cubicBezTo>
                <a:close/>
                <a:moveTo>
                  <a:pt x="785554" y="155476"/>
                </a:moveTo>
                <a:cubicBezTo>
                  <a:pt x="786555" y="162572"/>
                  <a:pt x="789364" y="169087"/>
                  <a:pt x="793498" y="174526"/>
                </a:cubicBezTo>
                <a:lnTo>
                  <a:pt x="806871" y="161172"/>
                </a:lnTo>
                <a:cubicBezTo>
                  <a:pt x="805814" y="159401"/>
                  <a:pt x="805033" y="157496"/>
                  <a:pt x="804490" y="155476"/>
                </a:cubicBezTo>
                <a:close/>
                <a:moveTo>
                  <a:pt x="232361" y="155476"/>
                </a:moveTo>
                <a:cubicBezTo>
                  <a:pt x="231818" y="157515"/>
                  <a:pt x="230952" y="159391"/>
                  <a:pt x="229933" y="161153"/>
                </a:cubicBezTo>
                <a:lnTo>
                  <a:pt x="243334" y="174564"/>
                </a:lnTo>
                <a:cubicBezTo>
                  <a:pt x="247478" y="169126"/>
                  <a:pt x="250154" y="162572"/>
                  <a:pt x="251145" y="155476"/>
                </a:cubicBezTo>
                <a:close/>
                <a:moveTo>
                  <a:pt x="169915" y="155476"/>
                </a:moveTo>
                <a:cubicBezTo>
                  <a:pt x="170916" y="162572"/>
                  <a:pt x="173725" y="169087"/>
                  <a:pt x="177859" y="174526"/>
                </a:cubicBezTo>
                <a:lnTo>
                  <a:pt x="191232" y="161172"/>
                </a:lnTo>
                <a:cubicBezTo>
                  <a:pt x="190175" y="159401"/>
                  <a:pt x="189394" y="157496"/>
                  <a:pt x="188851" y="155476"/>
                </a:cubicBezTo>
                <a:close/>
                <a:moveTo>
                  <a:pt x="858973" y="125063"/>
                </a:moveTo>
                <a:lnTo>
                  <a:pt x="845638" y="138398"/>
                </a:lnTo>
                <a:cubicBezTo>
                  <a:pt x="846676" y="140179"/>
                  <a:pt x="847476" y="142113"/>
                  <a:pt x="848000" y="144161"/>
                </a:cubicBezTo>
                <a:lnTo>
                  <a:pt x="848000" y="144170"/>
                </a:lnTo>
                <a:lnTo>
                  <a:pt x="866803" y="144170"/>
                </a:lnTo>
                <a:cubicBezTo>
                  <a:pt x="865841" y="137026"/>
                  <a:pt x="863117" y="130540"/>
                  <a:pt x="858973" y="125063"/>
                </a:cubicBezTo>
                <a:close/>
                <a:moveTo>
                  <a:pt x="243344" y="125063"/>
                </a:moveTo>
                <a:lnTo>
                  <a:pt x="230009" y="138398"/>
                </a:lnTo>
                <a:cubicBezTo>
                  <a:pt x="231037" y="140179"/>
                  <a:pt x="231857" y="142113"/>
                  <a:pt x="232361" y="144161"/>
                </a:cubicBezTo>
                <a:lnTo>
                  <a:pt x="232361" y="144170"/>
                </a:lnTo>
                <a:lnTo>
                  <a:pt x="251183" y="144170"/>
                </a:lnTo>
                <a:cubicBezTo>
                  <a:pt x="250211" y="137026"/>
                  <a:pt x="247487" y="130540"/>
                  <a:pt x="243344" y="125063"/>
                </a:cubicBezTo>
                <a:close/>
                <a:moveTo>
                  <a:pt x="793451" y="125053"/>
                </a:moveTo>
                <a:cubicBezTo>
                  <a:pt x="789317" y="130540"/>
                  <a:pt x="786583" y="137017"/>
                  <a:pt x="785602" y="144151"/>
                </a:cubicBezTo>
                <a:lnTo>
                  <a:pt x="804424" y="144151"/>
                </a:lnTo>
                <a:cubicBezTo>
                  <a:pt x="804938" y="142113"/>
                  <a:pt x="805757" y="140179"/>
                  <a:pt x="806795" y="138388"/>
                </a:cubicBezTo>
                <a:close/>
                <a:moveTo>
                  <a:pt x="177802" y="125053"/>
                </a:moveTo>
                <a:cubicBezTo>
                  <a:pt x="173678" y="130540"/>
                  <a:pt x="170944" y="137017"/>
                  <a:pt x="169973" y="144151"/>
                </a:cubicBezTo>
                <a:lnTo>
                  <a:pt x="188785" y="144151"/>
                </a:lnTo>
                <a:cubicBezTo>
                  <a:pt x="189289" y="142113"/>
                  <a:pt x="190118" y="140179"/>
                  <a:pt x="191156" y="138388"/>
                </a:cubicBezTo>
                <a:close/>
                <a:moveTo>
                  <a:pt x="831865" y="109137"/>
                </a:moveTo>
                <a:lnTo>
                  <a:pt x="831884" y="127939"/>
                </a:lnTo>
                <a:cubicBezTo>
                  <a:pt x="833941" y="128482"/>
                  <a:pt x="835894" y="129311"/>
                  <a:pt x="837685" y="130359"/>
                </a:cubicBezTo>
                <a:lnTo>
                  <a:pt x="850982" y="117052"/>
                </a:lnTo>
                <a:cubicBezTo>
                  <a:pt x="845514" y="112880"/>
                  <a:pt x="839018" y="110128"/>
                  <a:pt x="831865" y="109137"/>
                </a:cubicBezTo>
                <a:close/>
                <a:moveTo>
                  <a:pt x="820559" y="109137"/>
                </a:moveTo>
                <a:cubicBezTo>
                  <a:pt x="813434" y="110128"/>
                  <a:pt x="806919" y="112871"/>
                  <a:pt x="801471" y="117043"/>
                </a:cubicBezTo>
                <a:lnTo>
                  <a:pt x="814768" y="130359"/>
                </a:lnTo>
                <a:cubicBezTo>
                  <a:pt x="816558" y="129311"/>
                  <a:pt x="818492" y="128482"/>
                  <a:pt x="820540" y="127939"/>
                </a:cubicBezTo>
                <a:lnTo>
                  <a:pt x="820540" y="127949"/>
                </a:lnTo>
                <a:lnTo>
                  <a:pt x="820559" y="127949"/>
                </a:lnTo>
                <a:close/>
                <a:moveTo>
                  <a:pt x="216226" y="109137"/>
                </a:moveTo>
                <a:lnTo>
                  <a:pt x="216236" y="127939"/>
                </a:lnTo>
                <a:cubicBezTo>
                  <a:pt x="218293" y="128482"/>
                  <a:pt x="220246" y="129311"/>
                  <a:pt x="222036" y="130359"/>
                </a:cubicBezTo>
                <a:lnTo>
                  <a:pt x="235343" y="117052"/>
                </a:lnTo>
                <a:cubicBezTo>
                  <a:pt x="229875" y="112880"/>
                  <a:pt x="223379" y="110128"/>
                  <a:pt x="216226" y="109137"/>
                </a:cubicBezTo>
                <a:close/>
                <a:moveTo>
                  <a:pt x="204910" y="109137"/>
                </a:moveTo>
                <a:cubicBezTo>
                  <a:pt x="197795" y="110128"/>
                  <a:pt x="191290" y="112871"/>
                  <a:pt x="185832" y="117043"/>
                </a:cubicBezTo>
                <a:lnTo>
                  <a:pt x="199129" y="130359"/>
                </a:lnTo>
                <a:cubicBezTo>
                  <a:pt x="200929" y="129311"/>
                  <a:pt x="202862" y="128482"/>
                  <a:pt x="204901" y="127939"/>
                </a:cubicBezTo>
                <a:close/>
                <a:moveTo>
                  <a:pt x="147142" y="100936"/>
                </a:moveTo>
                <a:cubicBezTo>
                  <a:pt x="136722" y="114471"/>
                  <a:pt x="130445" y="131340"/>
                  <a:pt x="130445" y="149704"/>
                </a:cubicBezTo>
                <a:cubicBezTo>
                  <a:pt x="130445" y="152885"/>
                  <a:pt x="130683" y="156219"/>
                  <a:pt x="131150" y="159753"/>
                </a:cubicBezTo>
                <a:cubicBezTo>
                  <a:pt x="131226" y="160362"/>
                  <a:pt x="131369" y="160924"/>
                  <a:pt x="131455" y="161515"/>
                </a:cubicBezTo>
                <a:lnTo>
                  <a:pt x="113147" y="161515"/>
                </a:lnTo>
                <a:lnTo>
                  <a:pt x="113147" y="193462"/>
                </a:lnTo>
                <a:cubicBezTo>
                  <a:pt x="113147" y="197300"/>
                  <a:pt x="110042" y="200406"/>
                  <a:pt x="106204" y="200406"/>
                </a:cubicBezTo>
                <a:lnTo>
                  <a:pt x="11249" y="200406"/>
                </a:lnTo>
                <a:cubicBezTo>
                  <a:pt x="7410" y="200406"/>
                  <a:pt x="4315" y="197291"/>
                  <a:pt x="4315" y="193462"/>
                </a:cubicBezTo>
                <a:lnTo>
                  <a:pt x="4315" y="172774"/>
                </a:lnTo>
                <a:cubicBezTo>
                  <a:pt x="4315" y="168935"/>
                  <a:pt x="7420" y="165839"/>
                  <a:pt x="11249" y="165839"/>
                </a:cubicBezTo>
                <a:lnTo>
                  <a:pt x="49225" y="165839"/>
                </a:lnTo>
                <a:cubicBezTo>
                  <a:pt x="49225" y="142703"/>
                  <a:pt x="0" y="153724"/>
                  <a:pt x="0" y="142522"/>
                </a:cubicBezTo>
                <a:cubicBezTo>
                  <a:pt x="38519" y="121405"/>
                  <a:pt x="92050" y="108613"/>
                  <a:pt x="147142" y="100936"/>
                </a:cubicBezTo>
                <a:close/>
                <a:moveTo>
                  <a:pt x="826198" y="84315"/>
                </a:moveTo>
                <a:cubicBezTo>
                  <a:pt x="862345" y="84315"/>
                  <a:pt x="891625" y="113576"/>
                  <a:pt x="891634" y="149714"/>
                </a:cubicBezTo>
                <a:cubicBezTo>
                  <a:pt x="891634" y="151590"/>
                  <a:pt x="891530" y="153447"/>
                  <a:pt x="891368" y="155295"/>
                </a:cubicBezTo>
                <a:cubicBezTo>
                  <a:pt x="888510" y="188804"/>
                  <a:pt x="860488" y="215103"/>
                  <a:pt x="826217" y="215103"/>
                </a:cubicBezTo>
                <a:cubicBezTo>
                  <a:pt x="792898" y="215103"/>
                  <a:pt x="765447" y="190176"/>
                  <a:pt x="761390" y="157924"/>
                </a:cubicBezTo>
                <a:cubicBezTo>
                  <a:pt x="761028" y="155238"/>
                  <a:pt x="760799" y="152504"/>
                  <a:pt x="760799" y="149714"/>
                </a:cubicBezTo>
                <a:cubicBezTo>
                  <a:pt x="760799" y="113566"/>
                  <a:pt x="790098" y="84315"/>
                  <a:pt x="826198" y="84315"/>
                </a:cubicBezTo>
                <a:close/>
                <a:moveTo>
                  <a:pt x="210559" y="84315"/>
                </a:moveTo>
                <a:cubicBezTo>
                  <a:pt x="246697" y="84315"/>
                  <a:pt x="275995" y="113576"/>
                  <a:pt x="275995" y="149714"/>
                </a:cubicBezTo>
                <a:cubicBezTo>
                  <a:pt x="275995" y="151590"/>
                  <a:pt x="275872" y="153447"/>
                  <a:pt x="275710" y="155295"/>
                </a:cubicBezTo>
                <a:cubicBezTo>
                  <a:pt x="272862" y="188804"/>
                  <a:pt x="244839" y="215103"/>
                  <a:pt x="210568" y="215103"/>
                </a:cubicBezTo>
                <a:cubicBezTo>
                  <a:pt x="177250" y="215103"/>
                  <a:pt x="149808" y="190176"/>
                  <a:pt x="145751" y="157924"/>
                </a:cubicBezTo>
                <a:cubicBezTo>
                  <a:pt x="145389" y="155238"/>
                  <a:pt x="145160" y="152504"/>
                  <a:pt x="145160" y="149714"/>
                </a:cubicBezTo>
                <a:cubicBezTo>
                  <a:pt x="145160" y="113566"/>
                  <a:pt x="174459" y="84315"/>
                  <a:pt x="210559" y="84315"/>
                </a:cubicBezTo>
                <a:close/>
                <a:moveTo>
                  <a:pt x="531257" y="12963"/>
                </a:moveTo>
                <a:lnTo>
                  <a:pt x="627926" y="12963"/>
                </a:lnTo>
                <a:lnTo>
                  <a:pt x="782012" y="81219"/>
                </a:lnTo>
                <a:cubicBezTo>
                  <a:pt x="758828" y="95249"/>
                  <a:pt x="743226" y="120662"/>
                  <a:pt x="743226" y="149704"/>
                </a:cubicBezTo>
                <a:cubicBezTo>
                  <a:pt x="743226" y="152885"/>
                  <a:pt x="743474" y="156219"/>
                  <a:pt x="743921" y="159772"/>
                </a:cubicBezTo>
                <a:cubicBezTo>
                  <a:pt x="745855" y="175183"/>
                  <a:pt x="752151" y="189090"/>
                  <a:pt x="761447" y="200405"/>
                </a:cubicBezTo>
                <a:lnTo>
                  <a:pt x="291074" y="200405"/>
                </a:lnTo>
                <a:cubicBezTo>
                  <a:pt x="291074" y="200405"/>
                  <a:pt x="290703" y="152018"/>
                  <a:pt x="290703" y="149732"/>
                </a:cubicBezTo>
                <a:cubicBezTo>
                  <a:pt x="290703" y="126625"/>
                  <a:pt x="280806" y="105832"/>
                  <a:pt x="265109" y="91192"/>
                </a:cubicBezTo>
                <a:cubicBezTo>
                  <a:pt x="336413" y="88630"/>
                  <a:pt x="391268" y="91820"/>
                  <a:pt x="391268" y="91820"/>
                </a:cubicBezTo>
                <a:lnTo>
                  <a:pt x="397316" y="69970"/>
                </a:lnTo>
                <a:cubicBezTo>
                  <a:pt x="400621" y="68856"/>
                  <a:pt x="403869" y="68246"/>
                  <a:pt x="406917" y="67960"/>
                </a:cubicBezTo>
                <a:cubicBezTo>
                  <a:pt x="416937" y="67036"/>
                  <a:pt x="426767" y="71113"/>
                  <a:pt x="433187" y="78857"/>
                </a:cubicBezTo>
                <a:lnTo>
                  <a:pt x="443960" y="91820"/>
                </a:lnTo>
                <a:cubicBezTo>
                  <a:pt x="459914" y="91820"/>
                  <a:pt x="475097" y="67389"/>
                  <a:pt x="507015" y="69970"/>
                </a:cubicBezTo>
                <a:lnTo>
                  <a:pt x="508416" y="65789"/>
                </a:lnTo>
                <a:cubicBezTo>
                  <a:pt x="510140" y="60550"/>
                  <a:pt x="515064" y="57016"/>
                  <a:pt x="520579" y="57016"/>
                </a:cubicBezTo>
                <a:lnTo>
                  <a:pt x="538115" y="57016"/>
                </a:lnTo>
                <a:lnTo>
                  <a:pt x="538115" y="47520"/>
                </a:lnTo>
                <a:lnTo>
                  <a:pt x="531257" y="47520"/>
                </a:lnTo>
                <a:cubicBezTo>
                  <a:pt x="525494" y="47520"/>
                  <a:pt x="520836" y="42843"/>
                  <a:pt x="520836" y="37090"/>
                </a:cubicBezTo>
                <a:lnTo>
                  <a:pt x="520836" y="23393"/>
                </a:lnTo>
                <a:cubicBezTo>
                  <a:pt x="520836" y="17630"/>
                  <a:pt x="525503" y="12963"/>
                  <a:pt x="531257" y="12963"/>
                </a:cubicBezTo>
                <a:close/>
                <a:moveTo>
                  <a:pt x="821855" y="0"/>
                </a:moveTo>
                <a:lnTo>
                  <a:pt x="923334" y="0"/>
                </a:lnTo>
                <a:cubicBezTo>
                  <a:pt x="932869" y="0"/>
                  <a:pt x="940613" y="7734"/>
                  <a:pt x="940594" y="17288"/>
                </a:cubicBezTo>
                <a:lnTo>
                  <a:pt x="940594" y="152886"/>
                </a:lnTo>
                <a:lnTo>
                  <a:pt x="903332" y="152886"/>
                </a:lnTo>
                <a:cubicBezTo>
                  <a:pt x="903379" y="151838"/>
                  <a:pt x="903494" y="150762"/>
                  <a:pt x="903494" y="149704"/>
                </a:cubicBezTo>
                <a:cubicBezTo>
                  <a:pt x="903494" y="106861"/>
                  <a:pt x="869642" y="71857"/>
                  <a:pt x="827294" y="69780"/>
                </a:cubicBezTo>
                <a:lnTo>
                  <a:pt x="809625" y="52121"/>
                </a:lnTo>
                <a:cubicBezTo>
                  <a:pt x="806386" y="48882"/>
                  <a:pt x="804567" y="44482"/>
                  <a:pt x="804567" y="39910"/>
                </a:cubicBezTo>
                <a:lnTo>
                  <a:pt x="804567" y="17278"/>
                </a:lnTo>
                <a:cubicBezTo>
                  <a:pt x="804567" y="7734"/>
                  <a:pt x="812301" y="0"/>
                  <a:pt x="821855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VI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6FCE784-A76D-4B83-ED71-8EDBE94DB66D}"/>
              </a:ext>
            </a:extLst>
          </p:cNvPr>
          <p:cNvSpPr txBox="1"/>
          <p:nvPr/>
        </p:nvSpPr>
        <p:spPr>
          <a:xfrm flipH="1">
            <a:off x="435666" y="1362571"/>
            <a:ext cx="4329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  <a:ea typeface="Roboto Condensed Medium" panose="02000000000000000000" pitchFamily="2" charset="0"/>
                <a:cs typeface="Arial" panose="020B0604020202020204" pitchFamily="34" charset="0"/>
              </a:rPr>
              <a:t>Verseny hétvégék és bajnokság</a:t>
            </a:r>
            <a:endParaRPr lang="en-VI" dirty="0">
              <a:solidFill>
                <a:schemeClr val="tx1">
                  <a:lumMod val="95000"/>
                  <a:lumOff val="5000"/>
                </a:schemeClr>
              </a:solidFill>
              <a:latin typeface="Arial Black" panose="020B0A04020102020204" pitchFamily="34" charset="0"/>
              <a:ea typeface="Roboto Condensed Medium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8E0BF7E-3271-4994-A12B-A180473C7DAE}"/>
              </a:ext>
            </a:extLst>
          </p:cNvPr>
          <p:cNvSpPr txBox="1"/>
          <p:nvPr/>
        </p:nvSpPr>
        <p:spPr>
          <a:xfrm flipH="1">
            <a:off x="444055" y="1666512"/>
            <a:ext cx="98216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/>
              <a:t>Kövesd nyomon az aktuális szezon állását, és ne maradj le egyetlen eseményről </a:t>
            </a:r>
            <a:r>
              <a:rPr lang="hu-HU" sz="1400" dirty="0" smtClean="0"/>
              <a:t>sem!</a:t>
            </a:r>
            <a:endParaRPr lang="en-VI" sz="1400" dirty="0">
              <a:solidFill>
                <a:schemeClr val="tx1">
                  <a:lumMod val="50000"/>
                  <a:lumOff val="50000"/>
                </a:schemeClr>
              </a:solidFill>
              <a:latin typeface="Questrial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BF2B05-E031-849E-7F2B-C0E1DEC9BCF1}"/>
              </a:ext>
            </a:extLst>
          </p:cNvPr>
          <p:cNvSpPr txBox="1"/>
          <p:nvPr/>
        </p:nvSpPr>
        <p:spPr>
          <a:xfrm>
            <a:off x="10265729" y="1716587"/>
            <a:ext cx="496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Questrial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01</a:t>
            </a:r>
            <a:endParaRPr lang="en-VI" sz="2000" dirty="0">
              <a:solidFill>
                <a:schemeClr val="tx1">
                  <a:lumMod val="95000"/>
                  <a:lumOff val="5000"/>
                </a:schemeClr>
              </a:solidFill>
              <a:latin typeface="Questrial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9372EA6-7494-0F7C-AA20-B0545E882978}"/>
              </a:ext>
            </a:extLst>
          </p:cNvPr>
          <p:cNvCxnSpPr>
            <a:cxnSpLocks/>
          </p:cNvCxnSpPr>
          <p:nvPr/>
        </p:nvCxnSpPr>
        <p:spPr>
          <a:xfrm>
            <a:off x="492458" y="2017187"/>
            <a:ext cx="1105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20830AC4-3F60-F79A-0886-295AD48F2838}"/>
              </a:ext>
            </a:extLst>
          </p:cNvPr>
          <p:cNvSpPr/>
          <p:nvPr/>
        </p:nvSpPr>
        <p:spPr>
          <a:xfrm flipH="1">
            <a:off x="10761880" y="2896204"/>
            <a:ext cx="994452" cy="203200"/>
          </a:xfrm>
          <a:custGeom>
            <a:avLst/>
            <a:gdLst>
              <a:gd name="connsiteX0" fmla="*/ 814882 w 940594"/>
              <a:gd name="connsiteY0" fmla="*/ 169192 h 215103"/>
              <a:gd name="connsiteX1" fmla="*/ 801585 w 940594"/>
              <a:gd name="connsiteY1" fmla="*/ 182489 h 215103"/>
              <a:gd name="connsiteX2" fmla="*/ 820540 w 940594"/>
              <a:gd name="connsiteY2" fmla="*/ 190338 h 215103"/>
              <a:gd name="connsiteX3" fmla="*/ 820549 w 940594"/>
              <a:gd name="connsiteY3" fmla="*/ 190338 h 215103"/>
              <a:gd name="connsiteX4" fmla="*/ 820549 w 940594"/>
              <a:gd name="connsiteY4" fmla="*/ 171478 h 215103"/>
              <a:gd name="connsiteX5" fmla="*/ 814882 w 940594"/>
              <a:gd name="connsiteY5" fmla="*/ 169192 h 215103"/>
              <a:gd name="connsiteX6" fmla="*/ 199243 w 940594"/>
              <a:gd name="connsiteY6" fmla="*/ 169173 h 215103"/>
              <a:gd name="connsiteX7" fmla="*/ 185946 w 940594"/>
              <a:gd name="connsiteY7" fmla="*/ 182489 h 215103"/>
              <a:gd name="connsiteX8" fmla="*/ 204901 w 940594"/>
              <a:gd name="connsiteY8" fmla="*/ 190338 h 215103"/>
              <a:gd name="connsiteX9" fmla="*/ 204901 w 940594"/>
              <a:gd name="connsiteY9" fmla="*/ 171459 h 215103"/>
              <a:gd name="connsiteX10" fmla="*/ 199243 w 940594"/>
              <a:gd name="connsiteY10" fmla="*/ 169173 h 215103"/>
              <a:gd name="connsiteX11" fmla="*/ 837570 w 940594"/>
              <a:gd name="connsiteY11" fmla="*/ 169154 h 215103"/>
              <a:gd name="connsiteX12" fmla="*/ 831865 w 940594"/>
              <a:gd name="connsiteY12" fmla="*/ 171478 h 215103"/>
              <a:gd name="connsiteX13" fmla="*/ 831865 w 940594"/>
              <a:gd name="connsiteY13" fmla="*/ 190338 h 215103"/>
              <a:gd name="connsiteX14" fmla="*/ 850867 w 940594"/>
              <a:gd name="connsiteY14" fmla="*/ 182489 h 215103"/>
              <a:gd name="connsiteX15" fmla="*/ 221922 w 940594"/>
              <a:gd name="connsiteY15" fmla="*/ 169154 h 215103"/>
              <a:gd name="connsiteX16" fmla="*/ 216226 w 940594"/>
              <a:gd name="connsiteY16" fmla="*/ 171478 h 215103"/>
              <a:gd name="connsiteX17" fmla="*/ 216226 w 940594"/>
              <a:gd name="connsiteY17" fmla="*/ 190338 h 215103"/>
              <a:gd name="connsiteX18" fmla="*/ 235209 w 940594"/>
              <a:gd name="connsiteY18" fmla="*/ 182489 h 215103"/>
              <a:gd name="connsiteX19" fmla="*/ 848010 w 940594"/>
              <a:gd name="connsiteY19" fmla="*/ 155476 h 215103"/>
              <a:gd name="connsiteX20" fmla="*/ 845572 w 940594"/>
              <a:gd name="connsiteY20" fmla="*/ 161153 h 215103"/>
              <a:gd name="connsiteX21" fmla="*/ 858983 w 940594"/>
              <a:gd name="connsiteY21" fmla="*/ 174564 h 215103"/>
              <a:gd name="connsiteX22" fmla="*/ 866793 w 940594"/>
              <a:gd name="connsiteY22" fmla="*/ 155476 h 215103"/>
              <a:gd name="connsiteX23" fmla="*/ 785554 w 940594"/>
              <a:gd name="connsiteY23" fmla="*/ 155476 h 215103"/>
              <a:gd name="connsiteX24" fmla="*/ 793498 w 940594"/>
              <a:gd name="connsiteY24" fmla="*/ 174526 h 215103"/>
              <a:gd name="connsiteX25" fmla="*/ 806871 w 940594"/>
              <a:gd name="connsiteY25" fmla="*/ 161172 h 215103"/>
              <a:gd name="connsiteX26" fmla="*/ 804490 w 940594"/>
              <a:gd name="connsiteY26" fmla="*/ 155476 h 215103"/>
              <a:gd name="connsiteX27" fmla="*/ 232361 w 940594"/>
              <a:gd name="connsiteY27" fmla="*/ 155476 h 215103"/>
              <a:gd name="connsiteX28" fmla="*/ 229933 w 940594"/>
              <a:gd name="connsiteY28" fmla="*/ 161153 h 215103"/>
              <a:gd name="connsiteX29" fmla="*/ 243334 w 940594"/>
              <a:gd name="connsiteY29" fmla="*/ 174564 h 215103"/>
              <a:gd name="connsiteX30" fmla="*/ 251145 w 940594"/>
              <a:gd name="connsiteY30" fmla="*/ 155476 h 215103"/>
              <a:gd name="connsiteX31" fmla="*/ 169915 w 940594"/>
              <a:gd name="connsiteY31" fmla="*/ 155476 h 215103"/>
              <a:gd name="connsiteX32" fmla="*/ 177859 w 940594"/>
              <a:gd name="connsiteY32" fmla="*/ 174526 h 215103"/>
              <a:gd name="connsiteX33" fmla="*/ 191232 w 940594"/>
              <a:gd name="connsiteY33" fmla="*/ 161172 h 215103"/>
              <a:gd name="connsiteX34" fmla="*/ 188851 w 940594"/>
              <a:gd name="connsiteY34" fmla="*/ 155476 h 215103"/>
              <a:gd name="connsiteX35" fmla="*/ 858973 w 940594"/>
              <a:gd name="connsiteY35" fmla="*/ 125063 h 215103"/>
              <a:gd name="connsiteX36" fmla="*/ 845638 w 940594"/>
              <a:gd name="connsiteY36" fmla="*/ 138398 h 215103"/>
              <a:gd name="connsiteX37" fmla="*/ 848000 w 940594"/>
              <a:gd name="connsiteY37" fmla="*/ 144161 h 215103"/>
              <a:gd name="connsiteX38" fmla="*/ 848000 w 940594"/>
              <a:gd name="connsiteY38" fmla="*/ 144170 h 215103"/>
              <a:gd name="connsiteX39" fmla="*/ 866803 w 940594"/>
              <a:gd name="connsiteY39" fmla="*/ 144170 h 215103"/>
              <a:gd name="connsiteX40" fmla="*/ 858973 w 940594"/>
              <a:gd name="connsiteY40" fmla="*/ 125063 h 215103"/>
              <a:gd name="connsiteX41" fmla="*/ 243344 w 940594"/>
              <a:gd name="connsiteY41" fmla="*/ 125063 h 215103"/>
              <a:gd name="connsiteX42" fmla="*/ 230009 w 940594"/>
              <a:gd name="connsiteY42" fmla="*/ 138398 h 215103"/>
              <a:gd name="connsiteX43" fmla="*/ 232361 w 940594"/>
              <a:gd name="connsiteY43" fmla="*/ 144161 h 215103"/>
              <a:gd name="connsiteX44" fmla="*/ 232361 w 940594"/>
              <a:gd name="connsiteY44" fmla="*/ 144170 h 215103"/>
              <a:gd name="connsiteX45" fmla="*/ 251183 w 940594"/>
              <a:gd name="connsiteY45" fmla="*/ 144170 h 215103"/>
              <a:gd name="connsiteX46" fmla="*/ 243344 w 940594"/>
              <a:gd name="connsiteY46" fmla="*/ 125063 h 215103"/>
              <a:gd name="connsiteX47" fmla="*/ 793451 w 940594"/>
              <a:gd name="connsiteY47" fmla="*/ 125053 h 215103"/>
              <a:gd name="connsiteX48" fmla="*/ 785602 w 940594"/>
              <a:gd name="connsiteY48" fmla="*/ 144151 h 215103"/>
              <a:gd name="connsiteX49" fmla="*/ 804424 w 940594"/>
              <a:gd name="connsiteY49" fmla="*/ 144151 h 215103"/>
              <a:gd name="connsiteX50" fmla="*/ 806795 w 940594"/>
              <a:gd name="connsiteY50" fmla="*/ 138388 h 215103"/>
              <a:gd name="connsiteX51" fmla="*/ 177802 w 940594"/>
              <a:gd name="connsiteY51" fmla="*/ 125053 h 215103"/>
              <a:gd name="connsiteX52" fmla="*/ 169973 w 940594"/>
              <a:gd name="connsiteY52" fmla="*/ 144151 h 215103"/>
              <a:gd name="connsiteX53" fmla="*/ 188785 w 940594"/>
              <a:gd name="connsiteY53" fmla="*/ 144151 h 215103"/>
              <a:gd name="connsiteX54" fmla="*/ 191156 w 940594"/>
              <a:gd name="connsiteY54" fmla="*/ 138388 h 215103"/>
              <a:gd name="connsiteX55" fmla="*/ 831865 w 940594"/>
              <a:gd name="connsiteY55" fmla="*/ 109137 h 215103"/>
              <a:gd name="connsiteX56" fmla="*/ 831884 w 940594"/>
              <a:gd name="connsiteY56" fmla="*/ 127939 h 215103"/>
              <a:gd name="connsiteX57" fmla="*/ 837685 w 940594"/>
              <a:gd name="connsiteY57" fmla="*/ 130359 h 215103"/>
              <a:gd name="connsiteX58" fmla="*/ 850982 w 940594"/>
              <a:gd name="connsiteY58" fmla="*/ 117052 h 215103"/>
              <a:gd name="connsiteX59" fmla="*/ 831865 w 940594"/>
              <a:gd name="connsiteY59" fmla="*/ 109137 h 215103"/>
              <a:gd name="connsiteX60" fmla="*/ 820559 w 940594"/>
              <a:gd name="connsiteY60" fmla="*/ 109137 h 215103"/>
              <a:gd name="connsiteX61" fmla="*/ 801471 w 940594"/>
              <a:gd name="connsiteY61" fmla="*/ 117043 h 215103"/>
              <a:gd name="connsiteX62" fmla="*/ 814768 w 940594"/>
              <a:gd name="connsiteY62" fmla="*/ 130359 h 215103"/>
              <a:gd name="connsiteX63" fmla="*/ 820540 w 940594"/>
              <a:gd name="connsiteY63" fmla="*/ 127939 h 215103"/>
              <a:gd name="connsiteX64" fmla="*/ 820540 w 940594"/>
              <a:gd name="connsiteY64" fmla="*/ 127949 h 215103"/>
              <a:gd name="connsiteX65" fmla="*/ 820559 w 940594"/>
              <a:gd name="connsiteY65" fmla="*/ 127949 h 215103"/>
              <a:gd name="connsiteX66" fmla="*/ 216226 w 940594"/>
              <a:gd name="connsiteY66" fmla="*/ 109137 h 215103"/>
              <a:gd name="connsiteX67" fmla="*/ 216236 w 940594"/>
              <a:gd name="connsiteY67" fmla="*/ 127939 h 215103"/>
              <a:gd name="connsiteX68" fmla="*/ 222036 w 940594"/>
              <a:gd name="connsiteY68" fmla="*/ 130359 h 215103"/>
              <a:gd name="connsiteX69" fmla="*/ 235343 w 940594"/>
              <a:gd name="connsiteY69" fmla="*/ 117052 h 215103"/>
              <a:gd name="connsiteX70" fmla="*/ 216226 w 940594"/>
              <a:gd name="connsiteY70" fmla="*/ 109137 h 215103"/>
              <a:gd name="connsiteX71" fmla="*/ 204910 w 940594"/>
              <a:gd name="connsiteY71" fmla="*/ 109137 h 215103"/>
              <a:gd name="connsiteX72" fmla="*/ 185832 w 940594"/>
              <a:gd name="connsiteY72" fmla="*/ 117043 h 215103"/>
              <a:gd name="connsiteX73" fmla="*/ 199129 w 940594"/>
              <a:gd name="connsiteY73" fmla="*/ 130359 h 215103"/>
              <a:gd name="connsiteX74" fmla="*/ 204901 w 940594"/>
              <a:gd name="connsiteY74" fmla="*/ 127939 h 215103"/>
              <a:gd name="connsiteX75" fmla="*/ 147142 w 940594"/>
              <a:gd name="connsiteY75" fmla="*/ 100936 h 215103"/>
              <a:gd name="connsiteX76" fmla="*/ 130445 w 940594"/>
              <a:gd name="connsiteY76" fmla="*/ 149704 h 215103"/>
              <a:gd name="connsiteX77" fmla="*/ 131150 w 940594"/>
              <a:gd name="connsiteY77" fmla="*/ 159753 h 215103"/>
              <a:gd name="connsiteX78" fmla="*/ 131455 w 940594"/>
              <a:gd name="connsiteY78" fmla="*/ 161515 h 215103"/>
              <a:gd name="connsiteX79" fmla="*/ 113147 w 940594"/>
              <a:gd name="connsiteY79" fmla="*/ 161515 h 215103"/>
              <a:gd name="connsiteX80" fmla="*/ 113147 w 940594"/>
              <a:gd name="connsiteY80" fmla="*/ 193462 h 215103"/>
              <a:gd name="connsiteX81" fmla="*/ 106204 w 940594"/>
              <a:gd name="connsiteY81" fmla="*/ 200406 h 215103"/>
              <a:gd name="connsiteX82" fmla="*/ 11249 w 940594"/>
              <a:gd name="connsiteY82" fmla="*/ 200406 h 215103"/>
              <a:gd name="connsiteX83" fmla="*/ 4315 w 940594"/>
              <a:gd name="connsiteY83" fmla="*/ 193462 h 215103"/>
              <a:gd name="connsiteX84" fmla="*/ 4315 w 940594"/>
              <a:gd name="connsiteY84" fmla="*/ 172774 h 215103"/>
              <a:gd name="connsiteX85" fmla="*/ 11249 w 940594"/>
              <a:gd name="connsiteY85" fmla="*/ 165839 h 215103"/>
              <a:gd name="connsiteX86" fmla="*/ 49225 w 940594"/>
              <a:gd name="connsiteY86" fmla="*/ 165839 h 215103"/>
              <a:gd name="connsiteX87" fmla="*/ 0 w 940594"/>
              <a:gd name="connsiteY87" fmla="*/ 142522 h 215103"/>
              <a:gd name="connsiteX88" fmla="*/ 147142 w 940594"/>
              <a:gd name="connsiteY88" fmla="*/ 100936 h 215103"/>
              <a:gd name="connsiteX89" fmla="*/ 826198 w 940594"/>
              <a:gd name="connsiteY89" fmla="*/ 84315 h 215103"/>
              <a:gd name="connsiteX90" fmla="*/ 891634 w 940594"/>
              <a:gd name="connsiteY90" fmla="*/ 149714 h 215103"/>
              <a:gd name="connsiteX91" fmla="*/ 891368 w 940594"/>
              <a:gd name="connsiteY91" fmla="*/ 155295 h 215103"/>
              <a:gd name="connsiteX92" fmla="*/ 826217 w 940594"/>
              <a:gd name="connsiteY92" fmla="*/ 215103 h 215103"/>
              <a:gd name="connsiteX93" fmla="*/ 761390 w 940594"/>
              <a:gd name="connsiteY93" fmla="*/ 157924 h 215103"/>
              <a:gd name="connsiteX94" fmla="*/ 760799 w 940594"/>
              <a:gd name="connsiteY94" fmla="*/ 149714 h 215103"/>
              <a:gd name="connsiteX95" fmla="*/ 826198 w 940594"/>
              <a:gd name="connsiteY95" fmla="*/ 84315 h 215103"/>
              <a:gd name="connsiteX96" fmla="*/ 210559 w 940594"/>
              <a:gd name="connsiteY96" fmla="*/ 84315 h 215103"/>
              <a:gd name="connsiteX97" fmla="*/ 275995 w 940594"/>
              <a:gd name="connsiteY97" fmla="*/ 149714 h 215103"/>
              <a:gd name="connsiteX98" fmla="*/ 275710 w 940594"/>
              <a:gd name="connsiteY98" fmla="*/ 155295 h 215103"/>
              <a:gd name="connsiteX99" fmla="*/ 210568 w 940594"/>
              <a:gd name="connsiteY99" fmla="*/ 215103 h 215103"/>
              <a:gd name="connsiteX100" fmla="*/ 145751 w 940594"/>
              <a:gd name="connsiteY100" fmla="*/ 157924 h 215103"/>
              <a:gd name="connsiteX101" fmla="*/ 145160 w 940594"/>
              <a:gd name="connsiteY101" fmla="*/ 149714 h 215103"/>
              <a:gd name="connsiteX102" fmla="*/ 210559 w 940594"/>
              <a:gd name="connsiteY102" fmla="*/ 84315 h 215103"/>
              <a:gd name="connsiteX103" fmla="*/ 531257 w 940594"/>
              <a:gd name="connsiteY103" fmla="*/ 12963 h 215103"/>
              <a:gd name="connsiteX104" fmla="*/ 627926 w 940594"/>
              <a:gd name="connsiteY104" fmla="*/ 12963 h 215103"/>
              <a:gd name="connsiteX105" fmla="*/ 782012 w 940594"/>
              <a:gd name="connsiteY105" fmla="*/ 81219 h 215103"/>
              <a:gd name="connsiteX106" fmla="*/ 743226 w 940594"/>
              <a:gd name="connsiteY106" fmla="*/ 149704 h 215103"/>
              <a:gd name="connsiteX107" fmla="*/ 743921 w 940594"/>
              <a:gd name="connsiteY107" fmla="*/ 159772 h 215103"/>
              <a:gd name="connsiteX108" fmla="*/ 761447 w 940594"/>
              <a:gd name="connsiteY108" fmla="*/ 200405 h 215103"/>
              <a:gd name="connsiteX109" fmla="*/ 291074 w 940594"/>
              <a:gd name="connsiteY109" fmla="*/ 200405 h 215103"/>
              <a:gd name="connsiteX110" fmla="*/ 290703 w 940594"/>
              <a:gd name="connsiteY110" fmla="*/ 149732 h 215103"/>
              <a:gd name="connsiteX111" fmla="*/ 265109 w 940594"/>
              <a:gd name="connsiteY111" fmla="*/ 91192 h 215103"/>
              <a:gd name="connsiteX112" fmla="*/ 391268 w 940594"/>
              <a:gd name="connsiteY112" fmla="*/ 91820 h 215103"/>
              <a:gd name="connsiteX113" fmla="*/ 397316 w 940594"/>
              <a:gd name="connsiteY113" fmla="*/ 69970 h 215103"/>
              <a:gd name="connsiteX114" fmla="*/ 406917 w 940594"/>
              <a:gd name="connsiteY114" fmla="*/ 67960 h 215103"/>
              <a:gd name="connsiteX115" fmla="*/ 433187 w 940594"/>
              <a:gd name="connsiteY115" fmla="*/ 78857 h 215103"/>
              <a:gd name="connsiteX116" fmla="*/ 443960 w 940594"/>
              <a:gd name="connsiteY116" fmla="*/ 91820 h 215103"/>
              <a:gd name="connsiteX117" fmla="*/ 507015 w 940594"/>
              <a:gd name="connsiteY117" fmla="*/ 69970 h 215103"/>
              <a:gd name="connsiteX118" fmla="*/ 508416 w 940594"/>
              <a:gd name="connsiteY118" fmla="*/ 65789 h 215103"/>
              <a:gd name="connsiteX119" fmla="*/ 520579 w 940594"/>
              <a:gd name="connsiteY119" fmla="*/ 57016 h 215103"/>
              <a:gd name="connsiteX120" fmla="*/ 538115 w 940594"/>
              <a:gd name="connsiteY120" fmla="*/ 57016 h 215103"/>
              <a:gd name="connsiteX121" fmla="*/ 538115 w 940594"/>
              <a:gd name="connsiteY121" fmla="*/ 47520 h 215103"/>
              <a:gd name="connsiteX122" fmla="*/ 531257 w 940594"/>
              <a:gd name="connsiteY122" fmla="*/ 47520 h 215103"/>
              <a:gd name="connsiteX123" fmla="*/ 520836 w 940594"/>
              <a:gd name="connsiteY123" fmla="*/ 37090 h 215103"/>
              <a:gd name="connsiteX124" fmla="*/ 520836 w 940594"/>
              <a:gd name="connsiteY124" fmla="*/ 23393 h 215103"/>
              <a:gd name="connsiteX125" fmla="*/ 531257 w 940594"/>
              <a:gd name="connsiteY125" fmla="*/ 12963 h 215103"/>
              <a:gd name="connsiteX126" fmla="*/ 821855 w 940594"/>
              <a:gd name="connsiteY126" fmla="*/ 0 h 215103"/>
              <a:gd name="connsiteX127" fmla="*/ 923334 w 940594"/>
              <a:gd name="connsiteY127" fmla="*/ 0 h 215103"/>
              <a:gd name="connsiteX128" fmla="*/ 940594 w 940594"/>
              <a:gd name="connsiteY128" fmla="*/ 17288 h 215103"/>
              <a:gd name="connsiteX129" fmla="*/ 940594 w 940594"/>
              <a:gd name="connsiteY129" fmla="*/ 152886 h 215103"/>
              <a:gd name="connsiteX130" fmla="*/ 903332 w 940594"/>
              <a:gd name="connsiteY130" fmla="*/ 152886 h 215103"/>
              <a:gd name="connsiteX131" fmla="*/ 903494 w 940594"/>
              <a:gd name="connsiteY131" fmla="*/ 149704 h 215103"/>
              <a:gd name="connsiteX132" fmla="*/ 827294 w 940594"/>
              <a:gd name="connsiteY132" fmla="*/ 69780 h 215103"/>
              <a:gd name="connsiteX133" fmla="*/ 809625 w 940594"/>
              <a:gd name="connsiteY133" fmla="*/ 52121 h 215103"/>
              <a:gd name="connsiteX134" fmla="*/ 804567 w 940594"/>
              <a:gd name="connsiteY134" fmla="*/ 39910 h 215103"/>
              <a:gd name="connsiteX135" fmla="*/ 804567 w 940594"/>
              <a:gd name="connsiteY135" fmla="*/ 17278 h 215103"/>
              <a:gd name="connsiteX136" fmla="*/ 821855 w 940594"/>
              <a:gd name="connsiteY136" fmla="*/ 0 h 215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</a:cxnLst>
            <a:rect l="l" t="t" r="r" b="b"/>
            <a:pathLst>
              <a:path w="940594" h="215103">
                <a:moveTo>
                  <a:pt x="814882" y="169192"/>
                </a:moveTo>
                <a:lnTo>
                  <a:pt x="801585" y="182489"/>
                </a:lnTo>
                <a:cubicBezTo>
                  <a:pt x="807014" y="186575"/>
                  <a:pt x="813472" y="189366"/>
                  <a:pt x="820540" y="190338"/>
                </a:cubicBezTo>
                <a:lnTo>
                  <a:pt x="820549" y="190338"/>
                </a:lnTo>
                <a:lnTo>
                  <a:pt x="820549" y="171478"/>
                </a:lnTo>
                <a:cubicBezTo>
                  <a:pt x="818559" y="170954"/>
                  <a:pt x="816625" y="170202"/>
                  <a:pt x="814882" y="169192"/>
                </a:cubicBezTo>
                <a:close/>
                <a:moveTo>
                  <a:pt x="199243" y="169173"/>
                </a:moveTo>
                <a:lnTo>
                  <a:pt x="185946" y="182489"/>
                </a:lnTo>
                <a:cubicBezTo>
                  <a:pt x="191385" y="186575"/>
                  <a:pt x="197833" y="189366"/>
                  <a:pt x="204901" y="190338"/>
                </a:cubicBezTo>
                <a:lnTo>
                  <a:pt x="204901" y="171459"/>
                </a:lnTo>
                <a:cubicBezTo>
                  <a:pt x="202910" y="170945"/>
                  <a:pt x="200977" y="170192"/>
                  <a:pt x="199243" y="169173"/>
                </a:cubicBezTo>
                <a:close/>
                <a:moveTo>
                  <a:pt x="837570" y="169154"/>
                </a:moveTo>
                <a:cubicBezTo>
                  <a:pt x="835789" y="170192"/>
                  <a:pt x="833884" y="170935"/>
                  <a:pt x="831865" y="171478"/>
                </a:cubicBezTo>
                <a:lnTo>
                  <a:pt x="831865" y="190338"/>
                </a:lnTo>
                <a:cubicBezTo>
                  <a:pt x="838961" y="189366"/>
                  <a:pt x="845419" y="186594"/>
                  <a:pt x="850867" y="182489"/>
                </a:cubicBezTo>
                <a:close/>
                <a:moveTo>
                  <a:pt x="221922" y="169154"/>
                </a:moveTo>
                <a:cubicBezTo>
                  <a:pt x="220150" y="170192"/>
                  <a:pt x="218245" y="170935"/>
                  <a:pt x="216226" y="171478"/>
                </a:cubicBezTo>
                <a:lnTo>
                  <a:pt x="216226" y="190338"/>
                </a:lnTo>
                <a:cubicBezTo>
                  <a:pt x="223322" y="189366"/>
                  <a:pt x="229771" y="186594"/>
                  <a:pt x="235209" y="182489"/>
                </a:cubicBezTo>
                <a:close/>
                <a:moveTo>
                  <a:pt x="848010" y="155476"/>
                </a:moveTo>
                <a:cubicBezTo>
                  <a:pt x="847467" y="157515"/>
                  <a:pt x="846591" y="159391"/>
                  <a:pt x="845572" y="161153"/>
                </a:cubicBezTo>
                <a:lnTo>
                  <a:pt x="858983" y="174564"/>
                </a:lnTo>
                <a:cubicBezTo>
                  <a:pt x="863117" y="169126"/>
                  <a:pt x="865784" y="162572"/>
                  <a:pt x="866793" y="155476"/>
                </a:cubicBezTo>
                <a:close/>
                <a:moveTo>
                  <a:pt x="785554" y="155476"/>
                </a:moveTo>
                <a:cubicBezTo>
                  <a:pt x="786555" y="162572"/>
                  <a:pt x="789364" y="169087"/>
                  <a:pt x="793498" y="174526"/>
                </a:cubicBezTo>
                <a:lnTo>
                  <a:pt x="806871" y="161172"/>
                </a:lnTo>
                <a:cubicBezTo>
                  <a:pt x="805814" y="159401"/>
                  <a:pt x="805033" y="157496"/>
                  <a:pt x="804490" y="155476"/>
                </a:cubicBezTo>
                <a:close/>
                <a:moveTo>
                  <a:pt x="232361" y="155476"/>
                </a:moveTo>
                <a:cubicBezTo>
                  <a:pt x="231818" y="157515"/>
                  <a:pt x="230952" y="159391"/>
                  <a:pt x="229933" y="161153"/>
                </a:cubicBezTo>
                <a:lnTo>
                  <a:pt x="243334" y="174564"/>
                </a:lnTo>
                <a:cubicBezTo>
                  <a:pt x="247478" y="169126"/>
                  <a:pt x="250154" y="162572"/>
                  <a:pt x="251145" y="155476"/>
                </a:cubicBezTo>
                <a:close/>
                <a:moveTo>
                  <a:pt x="169915" y="155476"/>
                </a:moveTo>
                <a:cubicBezTo>
                  <a:pt x="170916" y="162572"/>
                  <a:pt x="173725" y="169087"/>
                  <a:pt x="177859" y="174526"/>
                </a:cubicBezTo>
                <a:lnTo>
                  <a:pt x="191232" y="161172"/>
                </a:lnTo>
                <a:cubicBezTo>
                  <a:pt x="190175" y="159401"/>
                  <a:pt x="189394" y="157496"/>
                  <a:pt x="188851" y="155476"/>
                </a:cubicBezTo>
                <a:close/>
                <a:moveTo>
                  <a:pt x="858973" y="125063"/>
                </a:moveTo>
                <a:lnTo>
                  <a:pt x="845638" y="138398"/>
                </a:lnTo>
                <a:cubicBezTo>
                  <a:pt x="846676" y="140179"/>
                  <a:pt x="847476" y="142113"/>
                  <a:pt x="848000" y="144161"/>
                </a:cubicBezTo>
                <a:lnTo>
                  <a:pt x="848000" y="144170"/>
                </a:lnTo>
                <a:lnTo>
                  <a:pt x="866803" y="144170"/>
                </a:lnTo>
                <a:cubicBezTo>
                  <a:pt x="865841" y="137026"/>
                  <a:pt x="863117" y="130540"/>
                  <a:pt x="858973" y="125063"/>
                </a:cubicBezTo>
                <a:close/>
                <a:moveTo>
                  <a:pt x="243344" y="125063"/>
                </a:moveTo>
                <a:lnTo>
                  <a:pt x="230009" y="138398"/>
                </a:lnTo>
                <a:cubicBezTo>
                  <a:pt x="231037" y="140179"/>
                  <a:pt x="231857" y="142113"/>
                  <a:pt x="232361" y="144161"/>
                </a:cubicBezTo>
                <a:lnTo>
                  <a:pt x="232361" y="144170"/>
                </a:lnTo>
                <a:lnTo>
                  <a:pt x="251183" y="144170"/>
                </a:lnTo>
                <a:cubicBezTo>
                  <a:pt x="250211" y="137026"/>
                  <a:pt x="247487" y="130540"/>
                  <a:pt x="243344" y="125063"/>
                </a:cubicBezTo>
                <a:close/>
                <a:moveTo>
                  <a:pt x="793451" y="125053"/>
                </a:moveTo>
                <a:cubicBezTo>
                  <a:pt x="789317" y="130540"/>
                  <a:pt x="786583" y="137017"/>
                  <a:pt x="785602" y="144151"/>
                </a:cubicBezTo>
                <a:lnTo>
                  <a:pt x="804424" y="144151"/>
                </a:lnTo>
                <a:cubicBezTo>
                  <a:pt x="804938" y="142113"/>
                  <a:pt x="805757" y="140179"/>
                  <a:pt x="806795" y="138388"/>
                </a:cubicBezTo>
                <a:close/>
                <a:moveTo>
                  <a:pt x="177802" y="125053"/>
                </a:moveTo>
                <a:cubicBezTo>
                  <a:pt x="173678" y="130540"/>
                  <a:pt x="170944" y="137017"/>
                  <a:pt x="169973" y="144151"/>
                </a:cubicBezTo>
                <a:lnTo>
                  <a:pt x="188785" y="144151"/>
                </a:lnTo>
                <a:cubicBezTo>
                  <a:pt x="189289" y="142113"/>
                  <a:pt x="190118" y="140179"/>
                  <a:pt x="191156" y="138388"/>
                </a:cubicBezTo>
                <a:close/>
                <a:moveTo>
                  <a:pt x="831865" y="109137"/>
                </a:moveTo>
                <a:lnTo>
                  <a:pt x="831884" y="127939"/>
                </a:lnTo>
                <a:cubicBezTo>
                  <a:pt x="833941" y="128482"/>
                  <a:pt x="835894" y="129311"/>
                  <a:pt x="837685" y="130359"/>
                </a:cubicBezTo>
                <a:lnTo>
                  <a:pt x="850982" y="117052"/>
                </a:lnTo>
                <a:cubicBezTo>
                  <a:pt x="845514" y="112880"/>
                  <a:pt x="839018" y="110128"/>
                  <a:pt x="831865" y="109137"/>
                </a:cubicBezTo>
                <a:close/>
                <a:moveTo>
                  <a:pt x="820559" y="109137"/>
                </a:moveTo>
                <a:cubicBezTo>
                  <a:pt x="813434" y="110128"/>
                  <a:pt x="806919" y="112871"/>
                  <a:pt x="801471" y="117043"/>
                </a:cubicBezTo>
                <a:lnTo>
                  <a:pt x="814768" y="130359"/>
                </a:lnTo>
                <a:cubicBezTo>
                  <a:pt x="816558" y="129311"/>
                  <a:pt x="818492" y="128482"/>
                  <a:pt x="820540" y="127939"/>
                </a:cubicBezTo>
                <a:lnTo>
                  <a:pt x="820540" y="127949"/>
                </a:lnTo>
                <a:lnTo>
                  <a:pt x="820559" y="127949"/>
                </a:lnTo>
                <a:close/>
                <a:moveTo>
                  <a:pt x="216226" y="109137"/>
                </a:moveTo>
                <a:lnTo>
                  <a:pt x="216236" y="127939"/>
                </a:lnTo>
                <a:cubicBezTo>
                  <a:pt x="218293" y="128482"/>
                  <a:pt x="220246" y="129311"/>
                  <a:pt x="222036" y="130359"/>
                </a:cubicBezTo>
                <a:lnTo>
                  <a:pt x="235343" y="117052"/>
                </a:lnTo>
                <a:cubicBezTo>
                  <a:pt x="229875" y="112880"/>
                  <a:pt x="223379" y="110128"/>
                  <a:pt x="216226" y="109137"/>
                </a:cubicBezTo>
                <a:close/>
                <a:moveTo>
                  <a:pt x="204910" y="109137"/>
                </a:moveTo>
                <a:cubicBezTo>
                  <a:pt x="197795" y="110128"/>
                  <a:pt x="191290" y="112871"/>
                  <a:pt x="185832" y="117043"/>
                </a:cubicBezTo>
                <a:lnTo>
                  <a:pt x="199129" y="130359"/>
                </a:lnTo>
                <a:cubicBezTo>
                  <a:pt x="200929" y="129311"/>
                  <a:pt x="202862" y="128482"/>
                  <a:pt x="204901" y="127939"/>
                </a:cubicBezTo>
                <a:close/>
                <a:moveTo>
                  <a:pt x="147142" y="100936"/>
                </a:moveTo>
                <a:cubicBezTo>
                  <a:pt x="136722" y="114471"/>
                  <a:pt x="130445" y="131340"/>
                  <a:pt x="130445" y="149704"/>
                </a:cubicBezTo>
                <a:cubicBezTo>
                  <a:pt x="130445" y="152885"/>
                  <a:pt x="130683" y="156219"/>
                  <a:pt x="131150" y="159753"/>
                </a:cubicBezTo>
                <a:cubicBezTo>
                  <a:pt x="131226" y="160362"/>
                  <a:pt x="131369" y="160924"/>
                  <a:pt x="131455" y="161515"/>
                </a:cubicBezTo>
                <a:lnTo>
                  <a:pt x="113147" y="161515"/>
                </a:lnTo>
                <a:lnTo>
                  <a:pt x="113147" y="193462"/>
                </a:lnTo>
                <a:cubicBezTo>
                  <a:pt x="113147" y="197300"/>
                  <a:pt x="110042" y="200406"/>
                  <a:pt x="106204" y="200406"/>
                </a:cubicBezTo>
                <a:lnTo>
                  <a:pt x="11249" y="200406"/>
                </a:lnTo>
                <a:cubicBezTo>
                  <a:pt x="7410" y="200406"/>
                  <a:pt x="4315" y="197291"/>
                  <a:pt x="4315" y="193462"/>
                </a:cubicBezTo>
                <a:lnTo>
                  <a:pt x="4315" y="172774"/>
                </a:lnTo>
                <a:cubicBezTo>
                  <a:pt x="4315" y="168935"/>
                  <a:pt x="7420" y="165839"/>
                  <a:pt x="11249" y="165839"/>
                </a:cubicBezTo>
                <a:lnTo>
                  <a:pt x="49225" y="165839"/>
                </a:lnTo>
                <a:cubicBezTo>
                  <a:pt x="49225" y="142703"/>
                  <a:pt x="0" y="153724"/>
                  <a:pt x="0" y="142522"/>
                </a:cubicBezTo>
                <a:cubicBezTo>
                  <a:pt x="38519" y="121405"/>
                  <a:pt x="92050" y="108613"/>
                  <a:pt x="147142" y="100936"/>
                </a:cubicBezTo>
                <a:close/>
                <a:moveTo>
                  <a:pt x="826198" y="84315"/>
                </a:moveTo>
                <a:cubicBezTo>
                  <a:pt x="862345" y="84315"/>
                  <a:pt x="891625" y="113576"/>
                  <a:pt x="891634" y="149714"/>
                </a:cubicBezTo>
                <a:cubicBezTo>
                  <a:pt x="891634" y="151590"/>
                  <a:pt x="891530" y="153447"/>
                  <a:pt x="891368" y="155295"/>
                </a:cubicBezTo>
                <a:cubicBezTo>
                  <a:pt x="888510" y="188804"/>
                  <a:pt x="860488" y="215103"/>
                  <a:pt x="826217" y="215103"/>
                </a:cubicBezTo>
                <a:cubicBezTo>
                  <a:pt x="792898" y="215103"/>
                  <a:pt x="765447" y="190176"/>
                  <a:pt x="761390" y="157924"/>
                </a:cubicBezTo>
                <a:cubicBezTo>
                  <a:pt x="761028" y="155238"/>
                  <a:pt x="760799" y="152504"/>
                  <a:pt x="760799" y="149714"/>
                </a:cubicBezTo>
                <a:cubicBezTo>
                  <a:pt x="760799" y="113566"/>
                  <a:pt x="790098" y="84315"/>
                  <a:pt x="826198" y="84315"/>
                </a:cubicBezTo>
                <a:close/>
                <a:moveTo>
                  <a:pt x="210559" y="84315"/>
                </a:moveTo>
                <a:cubicBezTo>
                  <a:pt x="246697" y="84315"/>
                  <a:pt x="275995" y="113576"/>
                  <a:pt x="275995" y="149714"/>
                </a:cubicBezTo>
                <a:cubicBezTo>
                  <a:pt x="275995" y="151590"/>
                  <a:pt x="275872" y="153447"/>
                  <a:pt x="275710" y="155295"/>
                </a:cubicBezTo>
                <a:cubicBezTo>
                  <a:pt x="272862" y="188804"/>
                  <a:pt x="244839" y="215103"/>
                  <a:pt x="210568" y="215103"/>
                </a:cubicBezTo>
                <a:cubicBezTo>
                  <a:pt x="177250" y="215103"/>
                  <a:pt x="149808" y="190176"/>
                  <a:pt x="145751" y="157924"/>
                </a:cubicBezTo>
                <a:cubicBezTo>
                  <a:pt x="145389" y="155238"/>
                  <a:pt x="145160" y="152504"/>
                  <a:pt x="145160" y="149714"/>
                </a:cubicBezTo>
                <a:cubicBezTo>
                  <a:pt x="145160" y="113566"/>
                  <a:pt x="174459" y="84315"/>
                  <a:pt x="210559" y="84315"/>
                </a:cubicBezTo>
                <a:close/>
                <a:moveTo>
                  <a:pt x="531257" y="12963"/>
                </a:moveTo>
                <a:lnTo>
                  <a:pt x="627926" y="12963"/>
                </a:lnTo>
                <a:lnTo>
                  <a:pt x="782012" y="81219"/>
                </a:lnTo>
                <a:cubicBezTo>
                  <a:pt x="758828" y="95249"/>
                  <a:pt x="743226" y="120662"/>
                  <a:pt x="743226" y="149704"/>
                </a:cubicBezTo>
                <a:cubicBezTo>
                  <a:pt x="743226" y="152885"/>
                  <a:pt x="743474" y="156219"/>
                  <a:pt x="743921" y="159772"/>
                </a:cubicBezTo>
                <a:cubicBezTo>
                  <a:pt x="745855" y="175183"/>
                  <a:pt x="752151" y="189090"/>
                  <a:pt x="761447" y="200405"/>
                </a:cubicBezTo>
                <a:lnTo>
                  <a:pt x="291074" y="200405"/>
                </a:lnTo>
                <a:cubicBezTo>
                  <a:pt x="291074" y="200405"/>
                  <a:pt x="290703" y="152018"/>
                  <a:pt x="290703" y="149732"/>
                </a:cubicBezTo>
                <a:cubicBezTo>
                  <a:pt x="290703" y="126625"/>
                  <a:pt x="280806" y="105832"/>
                  <a:pt x="265109" y="91192"/>
                </a:cubicBezTo>
                <a:cubicBezTo>
                  <a:pt x="336413" y="88630"/>
                  <a:pt x="391268" y="91820"/>
                  <a:pt x="391268" y="91820"/>
                </a:cubicBezTo>
                <a:lnTo>
                  <a:pt x="397316" y="69970"/>
                </a:lnTo>
                <a:cubicBezTo>
                  <a:pt x="400621" y="68856"/>
                  <a:pt x="403869" y="68246"/>
                  <a:pt x="406917" y="67960"/>
                </a:cubicBezTo>
                <a:cubicBezTo>
                  <a:pt x="416937" y="67036"/>
                  <a:pt x="426767" y="71113"/>
                  <a:pt x="433187" y="78857"/>
                </a:cubicBezTo>
                <a:lnTo>
                  <a:pt x="443960" y="91820"/>
                </a:lnTo>
                <a:cubicBezTo>
                  <a:pt x="459914" y="91820"/>
                  <a:pt x="475097" y="67389"/>
                  <a:pt x="507015" y="69970"/>
                </a:cubicBezTo>
                <a:lnTo>
                  <a:pt x="508416" y="65789"/>
                </a:lnTo>
                <a:cubicBezTo>
                  <a:pt x="510140" y="60550"/>
                  <a:pt x="515064" y="57016"/>
                  <a:pt x="520579" y="57016"/>
                </a:cubicBezTo>
                <a:lnTo>
                  <a:pt x="538115" y="57016"/>
                </a:lnTo>
                <a:lnTo>
                  <a:pt x="538115" y="47520"/>
                </a:lnTo>
                <a:lnTo>
                  <a:pt x="531257" y="47520"/>
                </a:lnTo>
                <a:cubicBezTo>
                  <a:pt x="525494" y="47520"/>
                  <a:pt x="520836" y="42843"/>
                  <a:pt x="520836" y="37090"/>
                </a:cubicBezTo>
                <a:lnTo>
                  <a:pt x="520836" y="23393"/>
                </a:lnTo>
                <a:cubicBezTo>
                  <a:pt x="520836" y="17630"/>
                  <a:pt x="525503" y="12963"/>
                  <a:pt x="531257" y="12963"/>
                </a:cubicBezTo>
                <a:close/>
                <a:moveTo>
                  <a:pt x="821855" y="0"/>
                </a:moveTo>
                <a:lnTo>
                  <a:pt x="923334" y="0"/>
                </a:lnTo>
                <a:cubicBezTo>
                  <a:pt x="932869" y="0"/>
                  <a:pt x="940613" y="7734"/>
                  <a:pt x="940594" y="17288"/>
                </a:cubicBezTo>
                <a:lnTo>
                  <a:pt x="940594" y="152886"/>
                </a:lnTo>
                <a:lnTo>
                  <a:pt x="903332" y="152886"/>
                </a:lnTo>
                <a:cubicBezTo>
                  <a:pt x="903379" y="151838"/>
                  <a:pt x="903494" y="150762"/>
                  <a:pt x="903494" y="149704"/>
                </a:cubicBezTo>
                <a:cubicBezTo>
                  <a:pt x="903494" y="106861"/>
                  <a:pt x="869642" y="71857"/>
                  <a:pt x="827294" y="69780"/>
                </a:cubicBezTo>
                <a:lnTo>
                  <a:pt x="809625" y="52121"/>
                </a:lnTo>
                <a:cubicBezTo>
                  <a:pt x="806386" y="48882"/>
                  <a:pt x="804567" y="44482"/>
                  <a:pt x="804567" y="39910"/>
                </a:cubicBezTo>
                <a:lnTo>
                  <a:pt x="804567" y="17278"/>
                </a:lnTo>
                <a:cubicBezTo>
                  <a:pt x="804567" y="7734"/>
                  <a:pt x="812301" y="0"/>
                  <a:pt x="821855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VI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C12D884-3173-3C95-6341-E39ECC21EF16}"/>
              </a:ext>
            </a:extLst>
          </p:cNvPr>
          <p:cNvSpPr txBox="1"/>
          <p:nvPr/>
        </p:nvSpPr>
        <p:spPr>
          <a:xfrm flipH="1">
            <a:off x="435666" y="2409238"/>
            <a:ext cx="2877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>
                <a:latin typeface="Arial Black" panose="020B0A04020102020204" pitchFamily="34" charset="0"/>
              </a:rPr>
              <a:t>Interaktív Adatbázis</a:t>
            </a:r>
            <a:endParaRPr lang="en-VI" dirty="0">
              <a:solidFill>
                <a:schemeClr val="tx1">
                  <a:lumMod val="95000"/>
                  <a:lumOff val="5000"/>
                </a:schemeClr>
              </a:solidFill>
              <a:latin typeface="Arial Black" panose="020B0A04020102020204" pitchFamily="34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E40CDB3-C2DA-BC96-EF4C-7D86365CFFBB}"/>
              </a:ext>
            </a:extLst>
          </p:cNvPr>
          <p:cNvSpPr txBox="1"/>
          <p:nvPr/>
        </p:nvSpPr>
        <p:spPr>
          <a:xfrm flipH="1">
            <a:off x="435667" y="2728497"/>
            <a:ext cx="82637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/>
              <a:t>Böngéssz a pilóták és </a:t>
            </a:r>
            <a:r>
              <a:rPr lang="hu-HU" sz="1400" dirty="0" smtClean="0"/>
              <a:t>csapatok </a:t>
            </a:r>
            <a:r>
              <a:rPr lang="hu-HU" sz="1400" dirty="0"/>
              <a:t>részletes statisztikái között egy látványos, animált kártyarendszeren </a:t>
            </a:r>
            <a:r>
              <a:rPr lang="hu-HU" sz="1400" dirty="0" smtClean="0"/>
              <a:t>keresztül!</a:t>
            </a:r>
            <a:endParaRPr lang="en-VI" sz="1400" dirty="0">
              <a:solidFill>
                <a:schemeClr val="tx1">
                  <a:lumMod val="50000"/>
                  <a:lumOff val="50000"/>
                </a:schemeClr>
              </a:solidFill>
              <a:latin typeface="Questrial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6B832B5-1A89-F063-44BB-826159ECA3D8}"/>
              </a:ext>
            </a:extLst>
          </p:cNvPr>
          <p:cNvSpPr txBox="1"/>
          <p:nvPr/>
        </p:nvSpPr>
        <p:spPr>
          <a:xfrm>
            <a:off x="10265729" y="2793888"/>
            <a:ext cx="496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Questrial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02</a:t>
            </a:r>
            <a:endParaRPr lang="en-VI" sz="2000" dirty="0">
              <a:solidFill>
                <a:schemeClr val="tx1">
                  <a:lumMod val="95000"/>
                  <a:lumOff val="5000"/>
                </a:schemeClr>
              </a:solidFill>
              <a:latin typeface="Questrial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3E50C46-5A58-8F71-E972-3CEF40BD6669}"/>
              </a:ext>
            </a:extLst>
          </p:cNvPr>
          <p:cNvCxnSpPr>
            <a:cxnSpLocks/>
          </p:cNvCxnSpPr>
          <p:nvPr/>
        </p:nvCxnSpPr>
        <p:spPr>
          <a:xfrm>
            <a:off x="492458" y="3094488"/>
            <a:ext cx="1105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087C5B8-21ED-265D-F242-9C64AEE6B5C6}"/>
              </a:ext>
            </a:extLst>
          </p:cNvPr>
          <p:cNvSpPr/>
          <p:nvPr/>
        </p:nvSpPr>
        <p:spPr>
          <a:xfrm flipH="1">
            <a:off x="10761880" y="3958189"/>
            <a:ext cx="994452" cy="203200"/>
          </a:xfrm>
          <a:custGeom>
            <a:avLst/>
            <a:gdLst>
              <a:gd name="connsiteX0" fmla="*/ 814882 w 940594"/>
              <a:gd name="connsiteY0" fmla="*/ 169192 h 215103"/>
              <a:gd name="connsiteX1" fmla="*/ 801585 w 940594"/>
              <a:gd name="connsiteY1" fmla="*/ 182489 h 215103"/>
              <a:gd name="connsiteX2" fmla="*/ 820540 w 940594"/>
              <a:gd name="connsiteY2" fmla="*/ 190338 h 215103"/>
              <a:gd name="connsiteX3" fmla="*/ 820549 w 940594"/>
              <a:gd name="connsiteY3" fmla="*/ 190338 h 215103"/>
              <a:gd name="connsiteX4" fmla="*/ 820549 w 940594"/>
              <a:gd name="connsiteY4" fmla="*/ 171478 h 215103"/>
              <a:gd name="connsiteX5" fmla="*/ 814882 w 940594"/>
              <a:gd name="connsiteY5" fmla="*/ 169192 h 215103"/>
              <a:gd name="connsiteX6" fmla="*/ 199243 w 940594"/>
              <a:gd name="connsiteY6" fmla="*/ 169173 h 215103"/>
              <a:gd name="connsiteX7" fmla="*/ 185946 w 940594"/>
              <a:gd name="connsiteY7" fmla="*/ 182489 h 215103"/>
              <a:gd name="connsiteX8" fmla="*/ 204901 w 940594"/>
              <a:gd name="connsiteY8" fmla="*/ 190338 h 215103"/>
              <a:gd name="connsiteX9" fmla="*/ 204901 w 940594"/>
              <a:gd name="connsiteY9" fmla="*/ 171459 h 215103"/>
              <a:gd name="connsiteX10" fmla="*/ 199243 w 940594"/>
              <a:gd name="connsiteY10" fmla="*/ 169173 h 215103"/>
              <a:gd name="connsiteX11" fmla="*/ 837570 w 940594"/>
              <a:gd name="connsiteY11" fmla="*/ 169154 h 215103"/>
              <a:gd name="connsiteX12" fmla="*/ 831865 w 940594"/>
              <a:gd name="connsiteY12" fmla="*/ 171478 h 215103"/>
              <a:gd name="connsiteX13" fmla="*/ 831865 w 940594"/>
              <a:gd name="connsiteY13" fmla="*/ 190338 h 215103"/>
              <a:gd name="connsiteX14" fmla="*/ 850867 w 940594"/>
              <a:gd name="connsiteY14" fmla="*/ 182489 h 215103"/>
              <a:gd name="connsiteX15" fmla="*/ 221922 w 940594"/>
              <a:gd name="connsiteY15" fmla="*/ 169154 h 215103"/>
              <a:gd name="connsiteX16" fmla="*/ 216226 w 940594"/>
              <a:gd name="connsiteY16" fmla="*/ 171478 h 215103"/>
              <a:gd name="connsiteX17" fmla="*/ 216226 w 940594"/>
              <a:gd name="connsiteY17" fmla="*/ 190338 h 215103"/>
              <a:gd name="connsiteX18" fmla="*/ 235209 w 940594"/>
              <a:gd name="connsiteY18" fmla="*/ 182489 h 215103"/>
              <a:gd name="connsiteX19" fmla="*/ 848010 w 940594"/>
              <a:gd name="connsiteY19" fmla="*/ 155476 h 215103"/>
              <a:gd name="connsiteX20" fmla="*/ 845572 w 940594"/>
              <a:gd name="connsiteY20" fmla="*/ 161153 h 215103"/>
              <a:gd name="connsiteX21" fmla="*/ 858983 w 940594"/>
              <a:gd name="connsiteY21" fmla="*/ 174564 h 215103"/>
              <a:gd name="connsiteX22" fmla="*/ 866793 w 940594"/>
              <a:gd name="connsiteY22" fmla="*/ 155476 h 215103"/>
              <a:gd name="connsiteX23" fmla="*/ 785554 w 940594"/>
              <a:gd name="connsiteY23" fmla="*/ 155476 h 215103"/>
              <a:gd name="connsiteX24" fmla="*/ 793498 w 940594"/>
              <a:gd name="connsiteY24" fmla="*/ 174526 h 215103"/>
              <a:gd name="connsiteX25" fmla="*/ 806871 w 940594"/>
              <a:gd name="connsiteY25" fmla="*/ 161172 h 215103"/>
              <a:gd name="connsiteX26" fmla="*/ 804490 w 940594"/>
              <a:gd name="connsiteY26" fmla="*/ 155476 h 215103"/>
              <a:gd name="connsiteX27" fmla="*/ 232361 w 940594"/>
              <a:gd name="connsiteY27" fmla="*/ 155476 h 215103"/>
              <a:gd name="connsiteX28" fmla="*/ 229933 w 940594"/>
              <a:gd name="connsiteY28" fmla="*/ 161153 h 215103"/>
              <a:gd name="connsiteX29" fmla="*/ 243334 w 940594"/>
              <a:gd name="connsiteY29" fmla="*/ 174564 h 215103"/>
              <a:gd name="connsiteX30" fmla="*/ 251145 w 940594"/>
              <a:gd name="connsiteY30" fmla="*/ 155476 h 215103"/>
              <a:gd name="connsiteX31" fmla="*/ 169915 w 940594"/>
              <a:gd name="connsiteY31" fmla="*/ 155476 h 215103"/>
              <a:gd name="connsiteX32" fmla="*/ 177859 w 940594"/>
              <a:gd name="connsiteY32" fmla="*/ 174526 h 215103"/>
              <a:gd name="connsiteX33" fmla="*/ 191232 w 940594"/>
              <a:gd name="connsiteY33" fmla="*/ 161172 h 215103"/>
              <a:gd name="connsiteX34" fmla="*/ 188851 w 940594"/>
              <a:gd name="connsiteY34" fmla="*/ 155476 h 215103"/>
              <a:gd name="connsiteX35" fmla="*/ 858973 w 940594"/>
              <a:gd name="connsiteY35" fmla="*/ 125063 h 215103"/>
              <a:gd name="connsiteX36" fmla="*/ 845638 w 940594"/>
              <a:gd name="connsiteY36" fmla="*/ 138398 h 215103"/>
              <a:gd name="connsiteX37" fmla="*/ 848000 w 940594"/>
              <a:gd name="connsiteY37" fmla="*/ 144161 h 215103"/>
              <a:gd name="connsiteX38" fmla="*/ 848000 w 940594"/>
              <a:gd name="connsiteY38" fmla="*/ 144170 h 215103"/>
              <a:gd name="connsiteX39" fmla="*/ 866803 w 940594"/>
              <a:gd name="connsiteY39" fmla="*/ 144170 h 215103"/>
              <a:gd name="connsiteX40" fmla="*/ 858973 w 940594"/>
              <a:gd name="connsiteY40" fmla="*/ 125063 h 215103"/>
              <a:gd name="connsiteX41" fmla="*/ 243344 w 940594"/>
              <a:gd name="connsiteY41" fmla="*/ 125063 h 215103"/>
              <a:gd name="connsiteX42" fmla="*/ 230009 w 940594"/>
              <a:gd name="connsiteY42" fmla="*/ 138398 h 215103"/>
              <a:gd name="connsiteX43" fmla="*/ 232361 w 940594"/>
              <a:gd name="connsiteY43" fmla="*/ 144161 h 215103"/>
              <a:gd name="connsiteX44" fmla="*/ 232361 w 940594"/>
              <a:gd name="connsiteY44" fmla="*/ 144170 h 215103"/>
              <a:gd name="connsiteX45" fmla="*/ 251183 w 940594"/>
              <a:gd name="connsiteY45" fmla="*/ 144170 h 215103"/>
              <a:gd name="connsiteX46" fmla="*/ 243344 w 940594"/>
              <a:gd name="connsiteY46" fmla="*/ 125063 h 215103"/>
              <a:gd name="connsiteX47" fmla="*/ 793451 w 940594"/>
              <a:gd name="connsiteY47" fmla="*/ 125053 h 215103"/>
              <a:gd name="connsiteX48" fmla="*/ 785602 w 940594"/>
              <a:gd name="connsiteY48" fmla="*/ 144151 h 215103"/>
              <a:gd name="connsiteX49" fmla="*/ 804424 w 940594"/>
              <a:gd name="connsiteY49" fmla="*/ 144151 h 215103"/>
              <a:gd name="connsiteX50" fmla="*/ 806795 w 940594"/>
              <a:gd name="connsiteY50" fmla="*/ 138388 h 215103"/>
              <a:gd name="connsiteX51" fmla="*/ 177802 w 940594"/>
              <a:gd name="connsiteY51" fmla="*/ 125053 h 215103"/>
              <a:gd name="connsiteX52" fmla="*/ 169973 w 940594"/>
              <a:gd name="connsiteY52" fmla="*/ 144151 h 215103"/>
              <a:gd name="connsiteX53" fmla="*/ 188785 w 940594"/>
              <a:gd name="connsiteY53" fmla="*/ 144151 h 215103"/>
              <a:gd name="connsiteX54" fmla="*/ 191156 w 940594"/>
              <a:gd name="connsiteY54" fmla="*/ 138388 h 215103"/>
              <a:gd name="connsiteX55" fmla="*/ 831865 w 940594"/>
              <a:gd name="connsiteY55" fmla="*/ 109137 h 215103"/>
              <a:gd name="connsiteX56" fmla="*/ 831884 w 940594"/>
              <a:gd name="connsiteY56" fmla="*/ 127939 h 215103"/>
              <a:gd name="connsiteX57" fmla="*/ 837685 w 940594"/>
              <a:gd name="connsiteY57" fmla="*/ 130359 h 215103"/>
              <a:gd name="connsiteX58" fmla="*/ 850982 w 940594"/>
              <a:gd name="connsiteY58" fmla="*/ 117052 h 215103"/>
              <a:gd name="connsiteX59" fmla="*/ 831865 w 940594"/>
              <a:gd name="connsiteY59" fmla="*/ 109137 h 215103"/>
              <a:gd name="connsiteX60" fmla="*/ 820559 w 940594"/>
              <a:gd name="connsiteY60" fmla="*/ 109137 h 215103"/>
              <a:gd name="connsiteX61" fmla="*/ 801471 w 940594"/>
              <a:gd name="connsiteY61" fmla="*/ 117043 h 215103"/>
              <a:gd name="connsiteX62" fmla="*/ 814768 w 940594"/>
              <a:gd name="connsiteY62" fmla="*/ 130359 h 215103"/>
              <a:gd name="connsiteX63" fmla="*/ 820540 w 940594"/>
              <a:gd name="connsiteY63" fmla="*/ 127939 h 215103"/>
              <a:gd name="connsiteX64" fmla="*/ 820540 w 940594"/>
              <a:gd name="connsiteY64" fmla="*/ 127949 h 215103"/>
              <a:gd name="connsiteX65" fmla="*/ 820559 w 940594"/>
              <a:gd name="connsiteY65" fmla="*/ 127949 h 215103"/>
              <a:gd name="connsiteX66" fmla="*/ 216226 w 940594"/>
              <a:gd name="connsiteY66" fmla="*/ 109137 h 215103"/>
              <a:gd name="connsiteX67" fmla="*/ 216236 w 940594"/>
              <a:gd name="connsiteY67" fmla="*/ 127939 h 215103"/>
              <a:gd name="connsiteX68" fmla="*/ 222036 w 940594"/>
              <a:gd name="connsiteY68" fmla="*/ 130359 h 215103"/>
              <a:gd name="connsiteX69" fmla="*/ 235343 w 940594"/>
              <a:gd name="connsiteY69" fmla="*/ 117052 h 215103"/>
              <a:gd name="connsiteX70" fmla="*/ 216226 w 940594"/>
              <a:gd name="connsiteY70" fmla="*/ 109137 h 215103"/>
              <a:gd name="connsiteX71" fmla="*/ 204910 w 940594"/>
              <a:gd name="connsiteY71" fmla="*/ 109137 h 215103"/>
              <a:gd name="connsiteX72" fmla="*/ 185832 w 940594"/>
              <a:gd name="connsiteY72" fmla="*/ 117043 h 215103"/>
              <a:gd name="connsiteX73" fmla="*/ 199129 w 940594"/>
              <a:gd name="connsiteY73" fmla="*/ 130359 h 215103"/>
              <a:gd name="connsiteX74" fmla="*/ 204901 w 940594"/>
              <a:gd name="connsiteY74" fmla="*/ 127939 h 215103"/>
              <a:gd name="connsiteX75" fmla="*/ 147142 w 940594"/>
              <a:gd name="connsiteY75" fmla="*/ 100936 h 215103"/>
              <a:gd name="connsiteX76" fmla="*/ 130445 w 940594"/>
              <a:gd name="connsiteY76" fmla="*/ 149704 h 215103"/>
              <a:gd name="connsiteX77" fmla="*/ 131150 w 940594"/>
              <a:gd name="connsiteY77" fmla="*/ 159753 h 215103"/>
              <a:gd name="connsiteX78" fmla="*/ 131455 w 940594"/>
              <a:gd name="connsiteY78" fmla="*/ 161515 h 215103"/>
              <a:gd name="connsiteX79" fmla="*/ 113147 w 940594"/>
              <a:gd name="connsiteY79" fmla="*/ 161515 h 215103"/>
              <a:gd name="connsiteX80" fmla="*/ 113147 w 940594"/>
              <a:gd name="connsiteY80" fmla="*/ 193462 h 215103"/>
              <a:gd name="connsiteX81" fmla="*/ 106204 w 940594"/>
              <a:gd name="connsiteY81" fmla="*/ 200406 h 215103"/>
              <a:gd name="connsiteX82" fmla="*/ 11249 w 940594"/>
              <a:gd name="connsiteY82" fmla="*/ 200406 h 215103"/>
              <a:gd name="connsiteX83" fmla="*/ 4315 w 940594"/>
              <a:gd name="connsiteY83" fmla="*/ 193462 h 215103"/>
              <a:gd name="connsiteX84" fmla="*/ 4315 w 940594"/>
              <a:gd name="connsiteY84" fmla="*/ 172774 h 215103"/>
              <a:gd name="connsiteX85" fmla="*/ 11249 w 940594"/>
              <a:gd name="connsiteY85" fmla="*/ 165839 h 215103"/>
              <a:gd name="connsiteX86" fmla="*/ 49225 w 940594"/>
              <a:gd name="connsiteY86" fmla="*/ 165839 h 215103"/>
              <a:gd name="connsiteX87" fmla="*/ 0 w 940594"/>
              <a:gd name="connsiteY87" fmla="*/ 142522 h 215103"/>
              <a:gd name="connsiteX88" fmla="*/ 147142 w 940594"/>
              <a:gd name="connsiteY88" fmla="*/ 100936 h 215103"/>
              <a:gd name="connsiteX89" fmla="*/ 826198 w 940594"/>
              <a:gd name="connsiteY89" fmla="*/ 84315 h 215103"/>
              <a:gd name="connsiteX90" fmla="*/ 891634 w 940594"/>
              <a:gd name="connsiteY90" fmla="*/ 149714 h 215103"/>
              <a:gd name="connsiteX91" fmla="*/ 891368 w 940594"/>
              <a:gd name="connsiteY91" fmla="*/ 155295 h 215103"/>
              <a:gd name="connsiteX92" fmla="*/ 826217 w 940594"/>
              <a:gd name="connsiteY92" fmla="*/ 215103 h 215103"/>
              <a:gd name="connsiteX93" fmla="*/ 761390 w 940594"/>
              <a:gd name="connsiteY93" fmla="*/ 157924 h 215103"/>
              <a:gd name="connsiteX94" fmla="*/ 760799 w 940594"/>
              <a:gd name="connsiteY94" fmla="*/ 149714 h 215103"/>
              <a:gd name="connsiteX95" fmla="*/ 826198 w 940594"/>
              <a:gd name="connsiteY95" fmla="*/ 84315 h 215103"/>
              <a:gd name="connsiteX96" fmla="*/ 210559 w 940594"/>
              <a:gd name="connsiteY96" fmla="*/ 84315 h 215103"/>
              <a:gd name="connsiteX97" fmla="*/ 275995 w 940594"/>
              <a:gd name="connsiteY97" fmla="*/ 149714 h 215103"/>
              <a:gd name="connsiteX98" fmla="*/ 275710 w 940594"/>
              <a:gd name="connsiteY98" fmla="*/ 155295 h 215103"/>
              <a:gd name="connsiteX99" fmla="*/ 210568 w 940594"/>
              <a:gd name="connsiteY99" fmla="*/ 215103 h 215103"/>
              <a:gd name="connsiteX100" fmla="*/ 145751 w 940594"/>
              <a:gd name="connsiteY100" fmla="*/ 157924 h 215103"/>
              <a:gd name="connsiteX101" fmla="*/ 145160 w 940594"/>
              <a:gd name="connsiteY101" fmla="*/ 149714 h 215103"/>
              <a:gd name="connsiteX102" fmla="*/ 210559 w 940594"/>
              <a:gd name="connsiteY102" fmla="*/ 84315 h 215103"/>
              <a:gd name="connsiteX103" fmla="*/ 531257 w 940594"/>
              <a:gd name="connsiteY103" fmla="*/ 12963 h 215103"/>
              <a:gd name="connsiteX104" fmla="*/ 627926 w 940594"/>
              <a:gd name="connsiteY104" fmla="*/ 12963 h 215103"/>
              <a:gd name="connsiteX105" fmla="*/ 782012 w 940594"/>
              <a:gd name="connsiteY105" fmla="*/ 81219 h 215103"/>
              <a:gd name="connsiteX106" fmla="*/ 743226 w 940594"/>
              <a:gd name="connsiteY106" fmla="*/ 149704 h 215103"/>
              <a:gd name="connsiteX107" fmla="*/ 743921 w 940594"/>
              <a:gd name="connsiteY107" fmla="*/ 159772 h 215103"/>
              <a:gd name="connsiteX108" fmla="*/ 761447 w 940594"/>
              <a:gd name="connsiteY108" fmla="*/ 200405 h 215103"/>
              <a:gd name="connsiteX109" fmla="*/ 291074 w 940594"/>
              <a:gd name="connsiteY109" fmla="*/ 200405 h 215103"/>
              <a:gd name="connsiteX110" fmla="*/ 290703 w 940594"/>
              <a:gd name="connsiteY110" fmla="*/ 149732 h 215103"/>
              <a:gd name="connsiteX111" fmla="*/ 265109 w 940594"/>
              <a:gd name="connsiteY111" fmla="*/ 91192 h 215103"/>
              <a:gd name="connsiteX112" fmla="*/ 391268 w 940594"/>
              <a:gd name="connsiteY112" fmla="*/ 91820 h 215103"/>
              <a:gd name="connsiteX113" fmla="*/ 397316 w 940594"/>
              <a:gd name="connsiteY113" fmla="*/ 69970 h 215103"/>
              <a:gd name="connsiteX114" fmla="*/ 406917 w 940594"/>
              <a:gd name="connsiteY114" fmla="*/ 67960 h 215103"/>
              <a:gd name="connsiteX115" fmla="*/ 433187 w 940594"/>
              <a:gd name="connsiteY115" fmla="*/ 78857 h 215103"/>
              <a:gd name="connsiteX116" fmla="*/ 443960 w 940594"/>
              <a:gd name="connsiteY116" fmla="*/ 91820 h 215103"/>
              <a:gd name="connsiteX117" fmla="*/ 507015 w 940594"/>
              <a:gd name="connsiteY117" fmla="*/ 69970 h 215103"/>
              <a:gd name="connsiteX118" fmla="*/ 508416 w 940594"/>
              <a:gd name="connsiteY118" fmla="*/ 65789 h 215103"/>
              <a:gd name="connsiteX119" fmla="*/ 520579 w 940594"/>
              <a:gd name="connsiteY119" fmla="*/ 57016 h 215103"/>
              <a:gd name="connsiteX120" fmla="*/ 538115 w 940594"/>
              <a:gd name="connsiteY120" fmla="*/ 57016 h 215103"/>
              <a:gd name="connsiteX121" fmla="*/ 538115 w 940594"/>
              <a:gd name="connsiteY121" fmla="*/ 47520 h 215103"/>
              <a:gd name="connsiteX122" fmla="*/ 531257 w 940594"/>
              <a:gd name="connsiteY122" fmla="*/ 47520 h 215103"/>
              <a:gd name="connsiteX123" fmla="*/ 520836 w 940594"/>
              <a:gd name="connsiteY123" fmla="*/ 37090 h 215103"/>
              <a:gd name="connsiteX124" fmla="*/ 520836 w 940594"/>
              <a:gd name="connsiteY124" fmla="*/ 23393 h 215103"/>
              <a:gd name="connsiteX125" fmla="*/ 531257 w 940594"/>
              <a:gd name="connsiteY125" fmla="*/ 12963 h 215103"/>
              <a:gd name="connsiteX126" fmla="*/ 821855 w 940594"/>
              <a:gd name="connsiteY126" fmla="*/ 0 h 215103"/>
              <a:gd name="connsiteX127" fmla="*/ 923334 w 940594"/>
              <a:gd name="connsiteY127" fmla="*/ 0 h 215103"/>
              <a:gd name="connsiteX128" fmla="*/ 940594 w 940594"/>
              <a:gd name="connsiteY128" fmla="*/ 17288 h 215103"/>
              <a:gd name="connsiteX129" fmla="*/ 940594 w 940594"/>
              <a:gd name="connsiteY129" fmla="*/ 152886 h 215103"/>
              <a:gd name="connsiteX130" fmla="*/ 903332 w 940594"/>
              <a:gd name="connsiteY130" fmla="*/ 152886 h 215103"/>
              <a:gd name="connsiteX131" fmla="*/ 903494 w 940594"/>
              <a:gd name="connsiteY131" fmla="*/ 149704 h 215103"/>
              <a:gd name="connsiteX132" fmla="*/ 827294 w 940594"/>
              <a:gd name="connsiteY132" fmla="*/ 69780 h 215103"/>
              <a:gd name="connsiteX133" fmla="*/ 809625 w 940594"/>
              <a:gd name="connsiteY133" fmla="*/ 52121 h 215103"/>
              <a:gd name="connsiteX134" fmla="*/ 804567 w 940594"/>
              <a:gd name="connsiteY134" fmla="*/ 39910 h 215103"/>
              <a:gd name="connsiteX135" fmla="*/ 804567 w 940594"/>
              <a:gd name="connsiteY135" fmla="*/ 17278 h 215103"/>
              <a:gd name="connsiteX136" fmla="*/ 821855 w 940594"/>
              <a:gd name="connsiteY136" fmla="*/ 0 h 215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</a:cxnLst>
            <a:rect l="l" t="t" r="r" b="b"/>
            <a:pathLst>
              <a:path w="940594" h="215103">
                <a:moveTo>
                  <a:pt x="814882" y="169192"/>
                </a:moveTo>
                <a:lnTo>
                  <a:pt x="801585" y="182489"/>
                </a:lnTo>
                <a:cubicBezTo>
                  <a:pt x="807014" y="186575"/>
                  <a:pt x="813472" y="189366"/>
                  <a:pt x="820540" y="190338"/>
                </a:cubicBezTo>
                <a:lnTo>
                  <a:pt x="820549" y="190338"/>
                </a:lnTo>
                <a:lnTo>
                  <a:pt x="820549" y="171478"/>
                </a:lnTo>
                <a:cubicBezTo>
                  <a:pt x="818559" y="170954"/>
                  <a:pt x="816625" y="170202"/>
                  <a:pt x="814882" y="169192"/>
                </a:cubicBezTo>
                <a:close/>
                <a:moveTo>
                  <a:pt x="199243" y="169173"/>
                </a:moveTo>
                <a:lnTo>
                  <a:pt x="185946" y="182489"/>
                </a:lnTo>
                <a:cubicBezTo>
                  <a:pt x="191385" y="186575"/>
                  <a:pt x="197833" y="189366"/>
                  <a:pt x="204901" y="190338"/>
                </a:cubicBezTo>
                <a:lnTo>
                  <a:pt x="204901" y="171459"/>
                </a:lnTo>
                <a:cubicBezTo>
                  <a:pt x="202910" y="170945"/>
                  <a:pt x="200977" y="170192"/>
                  <a:pt x="199243" y="169173"/>
                </a:cubicBezTo>
                <a:close/>
                <a:moveTo>
                  <a:pt x="837570" y="169154"/>
                </a:moveTo>
                <a:cubicBezTo>
                  <a:pt x="835789" y="170192"/>
                  <a:pt x="833884" y="170935"/>
                  <a:pt x="831865" y="171478"/>
                </a:cubicBezTo>
                <a:lnTo>
                  <a:pt x="831865" y="190338"/>
                </a:lnTo>
                <a:cubicBezTo>
                  <a:pt x="838961" y="189366"/>
                  <a:pt x="845419" y="186594"/>
                  <a:pt x="850867" y="182489"/>
                </a:cubicBezTo>
                <a:close/>
                <a:moveTo>
                  <a:pt x="221922" y="169154"/>
                </a:moveTo>
                <a:cubicBezTo>
                  <a:pt x="220150" y="170192"/>
                  <a:pt x="218245" y="170935"/>
                  <a:pt x="216226" y="171478"/>
                </a:cubicBezTo>
                <a:lnTo>
                  <a:pt x="216226" y="190338"/>
                </a:lnTo>
                <a:cubicBezTo>
                  <a:pt x="223322" y="189366"/>
                  <a:pt x="229771" y="186594"/>
                  <a:pt x="235209" y="182489"/>
                </a:cubicBezTo>
                <a:close/>
                <a:moveTo>
                  <a:pt x="848010" y="155476"/>
                </a:moveTo>
                <a:cubicBezTo>
                  <a:pt x="847467" y="157515"/>
                  <a:pt x="846591" y="159391"/>
                  <a:pt x="845572" y="161153"/>
                </a:cubicBezTo>
                <a:lnTo>
                  <a:pt x="858983" y="174564"/>
                </a:lnTo>
                <a:cubicBezTo>
                  <a:pt x="863117" y="169126"/>
                  <a:pt x="865784" y="162572"/>
                  <a:pt x="866793" y="155476"/>
                </a:cubicBezTo>
                <a:close/>
                <a:moveTo>
                  <a:pt x="785554" y="155476"/>
                </a:moveTo>
                <a:cubicBezTo>
                  <a:pt x="786555" y="162572"/>
                  <a:pt x="789364" y="169087"/>
                  <a:pt x="793498" y="174526"/>
                </a:cubicBezTo>
                <a:lnTo>
                  <a:pt x="806871" y="161172"/>
                </a:lnTo>
                <a:cubicBezTo>
                  <a:pt x="805814" y="159401"/>
                  <a:pt x="805033" y="157496"/>
                  <a:pt x="804490" y="155476"/>
                </a:cubicBezTo>
                <a:close/>
                <a:moveTo>
                  <a:pt x="232361" y="155476"/>
                </a:moveTo>
                <a:cubicBezTo>
                  <a:pt x="231818" y="157515"/>
                  <a:pt x="230952" y="159391"/>
                  <a:pt x="229933" y="161153"/>
                </a:cubicBezTo>
                <a:lnTo>
                  <a:pt x="243334" y="174564"/>
                </a:lnTo>
                <a:cubicBezTo>
                  <a:pt x="247478" y="169126"/>
                  <a:pt x="250154" y="162572"/>
                  <a:pt x="251145" y="155476"/>
                </a:cubicBezTo>
                <a:close/>
                <a:moveTo>
                  <a:pt x="169915" y="155476"/>
                </a:moveTo>
                <a:cubicBezTo>
                  <a:pt x="170916" y="162572"/>
                  <a:pt x="173725" y="169087"/>
                  <a:pt x="177859" y="174526"/>
                </a:cubicBezTo>
                <a:lnTo>
                  <a:pt x="191232" y="161172"/>
                </a:lnTo>
                <a:cubicBezTo>
                  <a:pt x="190175" y="159401"/>
                  <a:pt x="189394" y="157496"/>
                  <a:pt x="188851" y="155476"/>
                </a:cubicBezTo>
                <a:close/>
                <a:moveTo>
                  <a:pt x="858973" y="125063"/>
                </a:moveTo>
                <a:lnTo>
                  <a:pt x="845638" y="138398"/>
                </a:lnTo>
                <a:cubicBezTo>
                  <a:pt x="846676" y="140179"/>
                  <a:pt x="847476" y="142113"/>
                  <a:pt x="848000" y="144161"/>
                </a:cubicBezTo>
                <a:lnTo>
                  <a:pt x="848000" y="144170"/>
                </a:lnTo>
                <a:lnTo>
                  <a:pt x="866803" y="144170"/>
                </a:lnTo>
                <a:cubicBezTo>
                  <a:pt x="865841" y="137026"/>
                  <a:pt x="863117" y="130540"/>
                  <a:pt x="858973" y="125063"/>
                </a:cubicBezTo>
                <a:close/>
                <a:moveTo>
                  <a:pt x="243344" y="125063"/>
                </a:moveTo>
                <a:lnTo>
                  <a:pt x="230009" y="138398"/>
                </a:lnTo>
                <a:cubicBezTo>
                  <a:pt x="231037" y="140179"/>
                  <a:pt x="231857" y="142113"/>
                  <a:pt x="232361" y="144161"/>
                </a:cubicBezTo>
                <a:lnTo>
                  <a:pt x="232361" y="144170"/>
                </a:lnTo>
                <a:lnTo>
                  <a:pt x="251183" y="144170"/>
                </a:lnTo>
                <a:cubicBezTo>
                  <a:pt x="250211" y="137026"/>
                  <a:pt x="247487" y="130540"/>
                  <a:pt x="243344" y="125063"/>
                </a:cubicBezTo>
                <a:close/>
                <a:moveTo>
                  <a:pt x="793451" y="125053"/>
                </a:moveTo>
                <a:cubicBezTo>
                  <a:pt x="789317" y="130540"/>
                  <a:pt x="786583" y="137017"/>
                  <a:pt x="785602" y="144151"/>
                </a:cubicBezTo>
                <a:lnTo>
                  <a:pt x="804424" y="144151"/>
                </a:lnTo>
                <a:cubicBezTo>
                  <a:pt x="804938" y="142113"/>
                  <a:pt x="805757" y="140179"/>
                  <a:pt x="806795" y="138388"/>
                </a:cubicBezTo>
                <a:close/>
                <a:moveTo>
                  <a:pt x="177802" y="125053"/>
                </a:moveTo>
                <a:cubicBezTo>
                  <a:pt x="173678" y="130540"/>
                  <a:pt x="170944" y="137017"/>
                  <a:pt x="169973" y="144151"/>
                </a:cubicBezTo>
                <a:lnTo>
                  <a:pt x="188785" y="144151"/>
                </a:lnTo>
                <a:cubicBezTo>
                  <a:pt x="189289" y="142113"/>
                  <a:pt x="190118" y="140179"/>
                  <a:pt x="191156" y="138388"/>
                </a:cubicBezTo>
                <a:close/>
                <a:moveTo>
                  <a:pt x="831865" y="109137"/>
                </a:moveTo>
                <a:lnTo>
                  <a:pt x="831884" y="127939"/>
                </a:lnTo>
                <a:cubicBezTo>
                  <a:pt x="833941" y="128482"/>
                  <a:pt x="835894" y="129311"/>
                  <a:pt x="837685" y="130359"/>
                </a:cubicBezTo>
                <a:lnTo>
                  <a:pt x="850982" y="117052"/>
                </a:lnTo>
                <a:cubicBezTo>
                  <a:pt x="845514" y="112880"/>
                  <a:pt x="839018" y="110128"/>
                  <a:pt x="831865" y="109137"/>
                </a:cubicBezTo>
                <a:close/>
                <a:moveTo>
                  <a:pt x="820559" y="109137"/>
                </a:moveTo>
                <a:cubicBezTo>
                  <a:pt x="813434" y="110128"/>
                  <a:pt x="806919" y="112871"/>
                  <a:pt x="801471" y="117043"/>
                </a:cubicBezTo>
                <a:lnTo>
                  <a:pt x="814768" y="130359"/>
                </a:lnTo>
                <a:cubicBezTo>
                  <a:pt x="816558" y="129311"/>
                  <a:pt x="818492" y="128482"/>
                  <a:pt x="820540" y="127939"/>
                </a:cubicBezTo>
                <a:lnTo>
                  <a:pt x="820540" y="127949"/>
                </a:lnTo>
                <a:lnTo>
                  <a:pt x="820559" y="127949"/>
                </a:lnTo>
                <a:close/>
                <a:moveTo>
                  <a:pt x="216226" y="109137"/>
                </a:moveTo>
                <a:lnTo>
                  <a:pt x="216236" y="127939"/>
                </a:lnTo>
                <a:cubicBezTo>
                  <a:pt x="218293" y="128482"/>
                  <a:pt x="220246" y="129311"/>
                  <a:pt x="222036" y="130359"/>
                </a:cubicBezTo>
                <a:lnTo>
                  <a:pt x="235343" y="117052"/>
                </a:lnTo>
                <a:cubicBezTo>
                  <a:pt x="229875" y="112880"/>
                  <a:pt x="223379" y="110128"/>
                  <a:pt x="216226" y="109137"/>
                </a:cubicBezTo>
                <a:close/>
                <a:moveTo>
                  <a:pt x="204910" y="109137"/>
                </a:moveTo>
                <a:cubicBezTo>
                  <a:pt x="197795" y="110128"/>
                  <a:pt x="191290" y="112871"/>
                  <a:pt x="185832" y="117043"/>
                </a:cubicBezTo>
                <a:lnTo>
                  <a:pt x="199129" y="130359"/>
                </a:lnTo>
                <a:cubicBezTo>
                  <a:pt x="200929" y="129311"/>
                  <a:pt x="202862" y="128482"/>
                  <a:pt x="204901" y="127939"/>
                </a:cubicBezTo>
                <a:close/>
                <a:moveTo>
                  <a:pt x="147142" y="100936"/>
                </a:moveTo>
                <a:cubicBezTo>
                  <a:pt x="136722" y="114471"/>
                  <a:pt x="130445" y="131340"/>
                  <a:pt x="130445" y="149704"/>
                </a:cubicBezTo>
                <a:cubicBezTo>
                  <a:pt x="130445" y="152885"/>
                  <a:pt x="130683" y="156219"/>
                  <a:pt x="131150" y="159753"/>
                </a:cubicBezTo>
                <a:cubicBezTo>
                  <a:pt x="131226" y="160362"/>
                  <a:pt x="131369" y="160924"/>
                  <a:pt x="131455" y="161515"/>
                </a:cubicBezTo>
                <a:lnTo>
                  <a:pt x="113147" y="161515"/>
                </a:lnTo>
                <a:lnTo>
                  <a:pt x="113147" y="193462"/>
                </a:lnTo>
                <a:cubicBezTo>
                  <a:pt x="113147" y="197300"/>
                  <a:pt x="110042" y="200406"/>
                  <a:pt x="106204" y="200406"/>
                </a:cubicBezTo>
                <a:lnTo>
                  <a:pt x="11249" y="200406"/>
                </a:lnTo>
                <a:cubicBezTo>
                  <a:pt x="7410" y="200406"/>
                  <a:pt x="4315" y="197291"/>
                  <a:pt x="4315" y="193462"/>
                </a:cubicBezTo>
                <a:lnTo>
                  <a:pt x="4315" y="172774"/>
                </a:lnTo>
                <a:cubicBezTo>
                  <a:pt x="4315" y="168935"/>
                  <a:pt x="7420" y="165839"/>
                  <a:pt x="11249" y="165839"/>
                </a:cubicBezTo>
                <a:lnTo>
                  <a:pt x="49225" y="165839"/>
                </a:lnTo>
                <a:cubicBezTo>
                  <a:pt x="49225" y="142703"/>
                  <a:pt x="0" y="153724"/>
                  <a:pt x="0" y="142522"/>
                </a:cubicBezTo>
                <a:cubicBezTo>
                  <a:pt x="38519" y="121405"/>
                  <a:pt x="92050" y="108613"/>
                  <a:pt x="147142" y="100936"/>
                </a:cubicBezTo>
                <a:close/>
                <a:moveTo>
                  <a:pt x="826198" y="84315"/>
                </a:moveTo>
                <a:cubicBezTo>
                  <a:pt x="862345" y="84315"/>
                  <a:pt x="891625" y="113576"/>
                  <a:pt x="891634" y="149714"/>
                </a:cubicBezTo>
                <a:cubicBezTo>
                  <a:pt x="891634" y="151590"/>
                  <a:pt x="891530" y="153447"/>
                  <a:pt x="891368" y="155295"/>
                </a:cubicBezTo>
                <a:cubicBezTo>
                  <a:pt x="888510" y="188804"/>
                  <a:pt x="860488" y="215103"/>
                  <a:pt x="826217" y="215103"/>
                </a:cubicBezTo>
                <a:cubicBezTo>
                  <a:pt x="792898" y="215103"/>
                  <a:pt x="765447" y="190176"/>
                  <a:pt x="761390" y="157924"/>
                </a:cubicBezTo>
                <a:cubicBezTo>
                  <a:pt x="761028" y="155238"/>
                  <a:pt x="760799" y="152504"/>
                  <a:pt x="760799" y="149714"/>
                </a:cubicBezTo>
                <a:cubicBezTo>
                  <a:pt x="760799" y="113566"/>
                  <a:pt x="790098" y="84315"/>
                  <a:pt x="826198" y="84315"/>
                </a:cubicBezTo>
                <a:close/>
                <a:moveTo>
                  <a:pt x="210559" y="84315"/>
                </a:moveTo>
                <a:cubicBezTo>
                  <a:pt x="246697" y="84315"/>
                  <a:pt x="275995" y="113576"/>
                  <a:pt x="275995" y="149714"/>
                </a:cubicBezTo>
                <a:cubicBezTo>
                  <a:pt x="275995" y="151590"/>
                  <a:pt x="275872" y="153447"/>
                  <a:pt x="275710" y="155295"/>
                </a:cubicBezTo>
                <a:cubicBezTo>
                  <a:pt x="272862" y="188804"/>
                  <a:pt x="244839" y="215103"/>
                  <a:pt x="210568" y="215103"/>
                </a:cubicBezTo>
                <a:cubicBezTo>
                  <a:pt x="177250" y="215103"/>
                  <a:pt x="149808" y="190176"/>
                  <a:pt x="145751" y="157924"/>
                </a:cubicBezTo>
                <a:cubicBezTo>
                  <a:pt x="145389" y="155238"/>
                  <a:pt x="145160" y="152504"/>
                  <a:pt x="145160" y="149714"/>
                </a:cubicBezTo>
                <a:cubicBezTo>
                  <a:pt x="145160" y="113566"/>
                  <a:pt x="174459" y="84315"/>
                  <a:pt x="210559" y="84315"/>
                </a:cubicBezTo>
                <a:close/>
                <a:moveTo>
                  <a:pt x="531257" y="12963"/>
                </a:moveTo>
                <a:lnTo>
                  <a:pt x="627926" y="12963"/>
                </a:lnTo>
                <a:lnTo>
                  <a:pt x="782012" y="81219"/>
                </a:lnTo>
                <a:cubicBezTo>
                  <a:pt x="758828" y="95249"/>
                  <a:pt x="743226" y="120662"/>
                  <a:pt x="743226" y="149704"/>
                </a:cubicBezTo>
                <a:cubicBezTo>
                  <a:pt x="743226" y="152885"/>
                  <a:pt x="743474" y="156219"/>
                  <a:pt x="743921" y="159772"/>
                </a:cubicBezTo>
                <a:cubicBezTo>
                  <a:pt x="745855" y="175183"/>
                  <a:pt x="752151" y="189090"/>
                  <a:pt x="761447" y="200405"/>
                </a:cubicBezTo>
                <a:lnTo>
                  <a:pt x="291074" y="200405"/>
                </a:lnTo>
                <a:cubicBezTo>
                  <a:pt x="291074" y="200405"/>
                  <a:pt x="290703" y="152018"/>
                  <a:pt x="290703" y="149732"/>
                </a:cubicBezTo>
                <a:cubicBezTo>
                  <a:pt x="290703" y="126625"/>
                  <a:pt x="280806" y="105832"/>
                  <a:pt x="265109" y="91192"/>
                </a:cubicBezTo>
                <a:cubicBezTo>
                  <a:pt x="336413" y="88630"/>
                  <a:pt x="391268" y="91820"/>
                  <a:pt x="391268" y="91820"/>
                </a:cubicBezTo>
                <a:lnTo>
                  <a:pt x="397316" y="69970"/>
                </a:lnTo>
                <a:cubicBezTo>
                  <a:pt x="400621" y="68856"/>
                  <a:pt x="403869" y="68246"/>
                  <a:pt x="406917" y="67960"/>
                </a:cubicBezTo>
                <a:cubicBezTo>
                  <a:pt x="416937" y="67036"/>
                  <a:pt x="426767" y="71113"/>
                  <a:pt x="433187" y="78857"/>
                </a:cubicBezTo>
                <a:lnTo>
                  <a:pt x="443960" y="91820"/>
                </a:lnTo>
                <a:cubicBezTo>
                  <a:pt x="459914" y="91820"/>
                  <a:pt x="475097" y="67389"/>
                  <a:pt x="507015" y="69970"/>
                </a:cubicBezTo>
                <a:lnTo>
                  <a:pt x="508416" y="65789"/>
                </a:lnTo>
                <a:cubicBezTo>
                  <a:pt x="510140" y="60550"/>
                  <a:pt x="515064" y="57016"/>
                  <a:pt x="520579" y="57016"/>
                </a:cubicBezTo>
                <a:lnTo>
                  <a:pt x="538115" y="57016"/>
                </a:lnTo>
                <a:lnTo>
                  <a:pt x="538115" y="47520"/>
                </a:lnTo>
                <a:lnTo>
                  <a:pt x="531257" y="47520"/>
                </a:lnTo>
                <a:cubicBezTo>
                  <a:pt x="525494" y="47520"/>
                  <a:pt x="520836" y="42843"/>
                  <a:pt x="520836" y="37090"/>
                </a:cubicBezTo>
                <a:lnTo>
                  <a:pt x="520836" y="23393"/>
                </a:lnTo>
                <a:cubicBezTo>
                  <a:pt x="520836" y="17630"/>
                  <a:pt x="525503" y="12963"/>
                  <a:pt x="531257" y="12963"/>
                </a:cubicBezTo>
                <a:close/>
                <a:moveTo>
                  <a:pt x="821855" y="0"/>
                </a:moveTo>
                <a:lnTo>
                  <a:pt x="923334" y="0"/>
                </a:lnTo>
                <a:cubicBezTo>
                  <a:pt x="932869" y="0"/>
                  <a:pt x="940613" y="7734"/>
                  <a:pt x="940594" y="17288"/>
                </a:cubicBezTo>
                <a:lnTo>
                  <a:pt x="940594" y="152886"/>
                </a:lnTo>
                <a:lnTo>
                  <a:pt x="903332" y="152886"/>
                </a:lnTo>
                <a:cubicBezTo>
                  <a:pt x="903379" y="151838"/>
                  <a:pt x="903494" y="150762"/>
                  <a:pt x="903494" y="149704"/>
                </a:cubicBezTo>
                <a:cubicBezTo>
                  <a:pt x="903494" y="106861"/>
                  <a:pt x="869642" y="71857"/>
                  <a:pt x="827294" y="69780"/>
                </a:cubicBezTo>
                <a:lnTo>
                  <a:pt x="809625" y="52121"/>
                </a:lnTo>
                <a:cubicBezTo>
                  <a:pt x="806386" y="48882"/>
                  <a:pt x="804567" y="44482"/>
                  <a:pt x="804567" y="39910"/>
                </a:cubicBezTo>
                <a:lnTo>
                  <a:pt x="804567" y="17278"/>
                </a:lnTo>
                <a:cubicBezTo>
                  <a:pt x="804567" y="7734"/>
                  <a:pt x="812301" y="0"/>
                  <a:pt x="821855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VI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02E2C19-00CE-C4EE-6A95-349C37E971D8}"/>
              </a:ext>
            </a:extLst>
          </p:cNvPr>
          <p:cNvSpPr txBox="1"/>
          <p:nvPr/>
        </p:nvSpPr>
        <p:spPr>
          <a:xfrm flipH="1">
            <a:off x="435667" y="3486541"/>
            <a:ext cx="3347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 err="1" smtClean="0">
                <a:latin typeface="Arial Black" panose="020B0A04020102020204" pitchFamily="34" charset="0"/>
              </a:rPr>
              <a:t>Paddock</a:t>
            </a:r>
            <a:r>
              <a:rPr lang="hu-HU" b="1" dirty="0" smtClean="0">
                <a:latin typeface="Arial Black" panose="020B0A04020102020204" pitchFamily="34" charset="0"/>
              </a:rPr>
              <a:t> és Privát Chat</a:t>
            </a:r>
            <a:endParaRPr lang="en-VI" dirty="0">
              <a:solidFill>
                <a:schemeClr val="tx1">
                  <a:lumMod val="95000"/>
                  <a:lumOff val="5000"/>
                </a:schemeClr>
              </a:solidFill>
              <a:latin typeface="Arial Black" panose="020B0A04020102020204" pitchFamily="34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EE44B82-2A56-07A8-4827-AB8449A14764}"/>
              </a:ext>
            </a:extLst>
          </p:cNvPr>
          <p:cNvSpPr txBox="1"/>
          <p:nvPr/>
        </p:nvSpPr>
        <p:spPr>
          <a:xfrm flipH="1">
            <a:off x="435668" y="3790482"/>
            <a:ext cx="92032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 err="1"/>
              <a:t>Oszd</a:t>
            </a:r>
            <a:r>
              <a:rPr lang="hu-HU" sz="1400" dirty="0"/>
              <a:t> meg a gondolataidat és képeidet a közösségi hírfolyamban, vagy beszélgess a barátaiddal a privát üzenetközpontban.</a:t>
            </a:r>
            <a:endParaRPr lang="en-VI" sz="1400" dirty="0">
              <a:solidFill>
                <a:schemeClr val="tx1">
                  <a:lumMod val="50000"/>
                  <a:lumOff val="50000"/>
                </a:schemeClr>
              </a:solidFill>
              <a:latin typeface="Questrial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A59B2D-90E3-63CE-4264-2247FCED8073}"/>
              </a:ext>
            </a:extLst>
          </p:cNvPr>
          <p:cNvSpPr txBox="1"/>
          <p:nvPr/>
        </p:nvSpPr>
        <p:spPr>
          <a:xfrm>
            <a:off x="10265729" y="3855873"/>
            <a:ext cx="496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Questrial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03</a:t>
            </a:r>
            <a:endParaRPr lang="en-VI" sz="2000" dirty="0">
              <a:solidFill>
                <a:schemeClr val="tx1">
                  <a:lumMod val="95000"/>
                  <a:lumOff val="5000"/>
                </a:schemeClr>
              </a:solidFill>
              <a:latin typeface="Questrial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FEDFAC8-1DAF-CFF6-3A0B-1747098A4A9A}"/>
              </a:ext>
            </a:extLst>
          </p:cNvPr>
          <p:cNvCxnSpPr>
            <a:cxnSpLocks/>
          </p:cNvCxnSpPr>
          <p:nvPr/>
        </p:nvCxnSpPr>
        <p:spPr>
          <a:xfrm>
            <a:off x="492458" y="4156473"/>
            <a:ext cx="1105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F10E491-E000-B534-ED12-2AD11F4318FD}"/>
              </a:ext>
            </a:extLst>
          </p:cNvPr>
          <p:cNvSpPr/>
          <p:nvPr/>
        </p:nvSpPr>
        <p:spPr>
          <a:xfrm flipH="1">
            <a:off x="10761880" y="5020174"/>
            <a:ext cx="994452" cy="203200"/>
          </a:xfrm>
          <a:custGeom>
            <a:avLst/>
            <a:gdLst>
              <a:gd name="connsiteX0" fmla="*/ 814882 w 940594"/>
              <a:gd name="connsiteY0" fmla="*/ 169192 h 215103"/>
              <a:gd name="connsiteX1" fmla="*/ 801585 w 940594"/>
              <a:gd name="connsiteY1" fmla="*/ 182489 h 215103"/>
              <a:gd name="connsiteX2" fmla="*/ 820540 w 940594"/>
              <a:gd name="connsiteY2" fmla="*/ 190338 h 215103"/>
              <a:gd name="connsiteX3" fmla="*/ 820549 w 940594"/>
              <a:gd name="connsiteY3" fmla="*/ 190338 h 215103"/>
              <a:gd name="connsiteX4" fmla="*/ 820549 w 940594"/>
              <a:gd name="connsiteY4" fmla="*/ 171478 h 215103"/>
              <a:gd name="connsiteX5" fmla="*/ 814882 w 940594"/>
              <a:gd name="connsiteY5" fmla="*/ 169192 h 215103"/>
              <a:gd name="connsiteX6" fmla="*/ 199243 w 940594"/>
              <a:gd name="connsiteY6" fmla="*/ 169173 h 215103"/>
              <a:gd name="connsiteX7" fmla="*/ 185946 w 940594"/>
              <a:gd name="connsiteY7" fmla="*/ 182489 h 215103"/>
              <a:gd name="connsiteX8" fmla="*/ 204901 w 940594"/>
              <a:gd name="connsiteY8" fmla="*/ 190338 h 215103"/>
              <a:gd name="connsiteX9" fmla="*/ 204901 w 940594"/>
              <a:gd name="connsiteY9" fmla="*/ 171459 h 215103"/>
              <a:gd name="connsiteX10" fmla="*/ 199243 w 940594"/>
              <a:gd name="connsiteY10" fmla="*/ 169173 h 215103"/>
              <a:gd name="connsiteX11" fmla="*/ 837570 w 940594"/>
              <a:gd name="connsiteY11" fmla="*/ 169154 h 215103"/>
              <a:gd name="connsiteX12" fmla="*/ 831865 w 940594"/>
              <a:gd name="connsiteY12" fmla="*/ 171478 h 215103"/>
              <a:gd name="connsiteX13" fmla="*/ 831865 w 940594"/>
              <a:gd name="connsiteY13" fmla="*/ 190338 h 215103"/>
              <a:gd name="connsiteX14" fmla="*/ 850867 w 940594"/>
              <a:gd name="connsiteY14" fmla="*/ 182489 h 215103"/>
              <a:gd name="connsiteX15" fmla="*/ 221922 w 940594"/>
              <a:gd name="connsiteY15" fmla="*/ 169154 h 215103"/>
              <a:gd name="connsiteX16" fmla="*/ 216226 w 940594"/>
              <a:gd name="connsiteY16" fmla="*/ 171478 h 215103"/>
              <a:gd name="connsiteX17" fmla="*/ 216226 w 940594"/>
              <a:gd name="connsiteY17" fmla="*/ 190338 h 215103"/>
              <a:gd name="connsiteX18" fmla="*/ 235209 w 940594"/>
              <a:gd name="connsiteY18" fmla="*/ 182489 h 215103"/>
              <a:gd name="connsiteX19" fmla="*/ 848010 w 940594"/>
              <a:gd name="connsiteY19" fmla="*/ 155476 h 215103"/>
              <a:gd name="connsiteX20" fmla="*/ 845572 w 940594"/>
              <a:gd name="connsiteY20" fmla="*/ 161153 h 215103"/>
              <a:gd name="connsiteX21" fmla="*/ 858983 w 940594"/>
              <a:gd name="connsiteY21" fmla="*/ 174564 h 215103"/>
              <a:gd name="connsiteX22" fmla="*/ 866793 w 940594"/>
              <a:gd name="connsiteY22" fmla="*/ 155476 h 215103"/>
              <a:gd name="connsiteX23" fmla="*/ 785554 w 940594"/>
              <a:gd name="connsiteY23" fmla="*/ 155476 h 215103"/>
              <a:gd name="connsiteX24" fmla="*/ 793498 w 940594"/>
              <a:gd name="connsiteY24" fmla="*/ 174526 h 215103"/>
              <a:gd name="connsiteX25" fmla="*/ 806871 w 940594"/>
              <a:gd name="connsiteY25" fmla="*/ 161172 h 215103"/>
              <a:gd name="connsiteX26" fmla="*/ 804490 w 940594"/>
              <a:gd name="connsiteY26" fmla="*/ 155476 h 215103"/>
              <a:gd name="connsiteX27" fmla="*/ 232361 w 940594"/>
              <a:gd name="connsiteY27" fmla="*/ 155476 h 215103"/>
              <a:gd name="connsiteX28" fmla="*/ 229933 w 940594"/>
              <a:gd name="connsiteY28" fmla="*/ 161153 h 215103"/>
              <a:gd name="connsiteX29" fmla="*/ 243334 w 940594"/>
              <a:gd name="connsiteY29" fmla="*/ 174564 h 215103"/>
              <a:gd name="connsiteX30" fmla="*/ 251145 w 940594"/>
              <a:gd name="connsiteY30" fmla="*/ 155476 h 215103"/>
              <a:gd name="connsiteX31" fmla="*/ 169915 w 940594"/>
              <a:gd name="connsiteY31" fmla="*/ 155476 h 215103"/>
              <a:gd name="connsiteX32" fmla="*/ 177859 w 940594"/>
              <a:gd name="connsiteY32" fmla="*/ 174526 h 215103"/>
              <a:gd name="connsiteX33" fmla="*/ 191232 w 940594"/>
              <a:gd name="connsiteY33" fmla="*/ 161172 h 215103"/>
              <a:gd name="connsiteX34" fmla="*/ 188851 w 940594"/>
              <a:gd name="connsiteY34" fmla="*/ 155476 h 215103"/>
              <a:gd name="connsiteX35" fmla="*/ 858973 w 940594"/>
              <a:gd name="connsiteY35" fmla="*/ 125063 h 215103"/>
              <a:gd name="connsiteX36" fmla="*/ 845638 w 940594"/>
              <a:gd name="connsiteY36" fmla="*/ 138398 h 215103"/>
              <a:gd name="connsiteX37" fmla="*/ 848000 w 940594"/>
              <a:gd name="connsiteY37" fmla="*/ 144161 h 215103"/>
              <a:gd name="connsiteX38" fmla="*/ 848000 w 940594"/>
              <a:gd name="connsiteY38" fmla="*/ 144170 h 215103"/>
              <a:gd name="connsiteX39" fmla="*/ 866803 w 940594"/>
              <a:gd name="connsiteY39" fmla="*/ 144170 h 215103"/>
              <a:gd name="connsiteX40" fmla="*/ 858973 w 940594"/>
              <a:gd name="connsiteY40" fmla="*/ 125063 h 215103"/>
              <a:gd name="connsiteX41" fmla="*/ 243344 w 940594"/>
              <a:gd name="connsiteY41" fmla="*/ 125063 h 215103"/>
              <a:gd name="connsiteX42" fmla="*/ 230009 w 940594"/>
              <a:gd name="connsiteY42" fmla="*/ 138398 h 215103"/>
              <a:gd name="connsiteX43" fmla="*/ 232361 w 940594"/>
              <a:gd name="connsiteY43" fmla="*/ 144161 h 215103"/>
              <a:gd name="connsiteX44" fmla="*/ 232361 w 940594"/>
              <a:gd name="connsiteY44" fmla="*/ 144170 h 215103"/>
              <a:gd name="connsiteX45" fmla="*/ 251183 w 940594"/>
              <a:gd name="connsiteY45" fmla="*/ 144170 h 215103"/>
              <a:gd name="connsiteX46" fmla="*/ 243344 w 940594"/>
              <a:gd name="connsiteY46" fmla="*/ 125063 h 215103"/>
              <a:gd name="connsiteX47" fmla="*/ 793451 w 940594"/>
              <a:gd name="connsiteY47" fmla="*/ 125053 h 215103"/>
              <a:gd name="connsiteX48" fmla="*/ 785602 w 940594"/>
              <a:gd name="connsiteY48" fmla="*/ 144151 h 215103"/>
              <a:gd name="connsiteX49" fmla="*/ 804424 w 940594"/>
              <a:gd name="connsiteY49" fmla="*/ 144151 h 215103"/>
              <a:gd name="connsiteX50" fmla="*/ 806795 w 940594"/>
              <a:gd name="connsiteY50" fmla="*/ 138388 h 215103"/>
              <a:gd name="connsiteX51" fmla="*/ 177802 w 940594"/>
              <a:gd name="connsiteY51" fmla="*/ 125053 h 215103"/>
              <a:gd name="connsiteX52" fmla="*/ 169973 w 940594"/>
              <a:gd name="connsiteY52" fmla="*/ 144151 h 215103"/>
              <a:gd name="connsiteX53" fmla="*/ 188785 w 940594"/>
              <a:gd name="connsiteY53" fmla="*/ 144151 h 215103"/>
              <a:gd name="connsiteX54" fmla="*/ 191156 w 940594"/>
              <a:gd name="connsiteY54" fmla="*/ 138388 h 215103"/>
              <a:gd name="connsiteX55" fmla="*/ 831865 w 940594"/>
              <a:gd name="connsiteY55" fmla="*/ 109137 h 215103"/>
              <a:gd name="connsiteX56" fmla="*/ 831884 w 940594"/>
              <a:gd name="connsiteY56" fmla="*/ 127939 h 215103"/>
              <a:gd name="connsiteX57" fmla="*/ 837685 w 940594"/>
              <a:gd name="connsiteY57" fmla="*/ 130359 h 215103"/>
              <a:gd name="connsiteX58" fmla="*/ 850982 w 940594"/>
              <a:gd name="connsiteY58" fmla="*/ 117052 h 215103"/>
              <a:gd name="connsiteX59" fmla="*/ 831865 w 940594"/>
              <a:gd name="connsiteY59" fmla="*/ 109137 h 215103"/>
              <a:gd name="connsiteX60" fmla="*/ 820559 w 940594"/>
              <a:gd name="connsiteY60" fmla="*/ 109137 h 215103"/>
              <a:gd name="connsiteX61" fmla="*/ 801471 w 940594"/>
              <a:gd name="connsiteY61" fmla="*/ 117043 h 215103"/>
              <a:gd name="connsiteX62" fmla="*/ 814768 w 940594"/>
              <a:gd name="connsiteY62" fmla="*/ 130359 h 215103"/>
              <a:gd name="connsiteX63" fmla="*/ 820540 w 940594"/>
              <a:gd name="connsiteY63" fmla="*/ 127939 h 215103"/>
              <a:gd name="connsiteX64" fmla="*/ 820540 w 940594"/>
              <a:gd name="connsiteY64" fmla="*/ 127949 h 215103"/>
              <a:gd name="connsiteX65" fmla="*/ 820559 w 940594"/>
              <a:gd name="connsiteY65" fmla="*/ 127949 h 215103"/>
              <a:gd name="connsiteX66" fmla="*/ 216226 w 940594"/>
              <a:gd name="connsiteY66" fmla="*/ 109137 h 215103"/>
              <a:gd name="connsiteX67" fmla="*/ 216236 w 940594"/>
              <a:gd name="connsiteY67" fmla="*/ 127939 h 215103"/>
              <a:gd name="connsiteX68" fmla="*/ 222036 w 940594"/>
              <a:gd name="connsiteY68" fmla="*/ 130359 h 215103"/>
              <a:gd name="connsiteX69" fmla="*/ 235343 w 940594"/>
              <a:gd name="connsiteY69" fmla="*/ 117052 h 215103"/>
              <a:gd name="connsiteX70" fmla="*/ 216226 w 940594"/>
              <a:gd name="connsiteY70" fmla="*/ 109137 h 215103"/>
              <a:gd name="connsiteX71" fmla="*/ 204910 w 940594"/>
              <a:gd name="connsiteY71" fmla="*/ 109137 h 215103"/>
              <a:gd name="connsiteX72" fmla="*/ 185832 w 940594"/>
              <a:gd name="connsiteY72" fmla="*/ 117043 h 215103"/>
              <a:gd name="connsiteX73" fmla="*/ 199129 w 940594"/>
              <a:gd name="connsiteY73" fmla="*/ 130359 h 215103"/>
              <a:gd name="connsiteX74" fmla="*/ 204901 w 940594"/>
              <a:gd name="connsiteY74" fmla="*/ 127939 h 215103"/>
              <a:gd name="connsiteX75" fmla="*/ 147142 w 940594"/>
              <a:gd name="connsiteY75" fmla="*/ 100936 h 215103"/>
              <a:gd name="connsiteX76" fmla="*/ 130445 w 940594"/>
              <a:gd name="connsiteY76" fmla="*/ 149704 h 215103"/>
              <a:gd name="connsiteX77" fmla="*/ 131150 w 940594"/>
              <a:gd name="connsiteY77" fmla="*/ 159753 h 215103"/>
              <a:gd name="connsiteX78" fmla="*/ 131455 w 940594"/>
              <a:gd name="connsiteY78" fmla="*/ 161515 h 215103"/>
              <a:gd name="connsiteX79" fmla="*/ 113147 w 940594"/>
              <a:gd name="connsiteY79" fmla="*/ 161515 h 215103"/>
              <a:gd name="connsiteX80" fmla="*/ 113147 w 940594"/>
              <a:gd name="connsiteY80" fmla="*/ 193462 h 215103"/>
              <a:gd name="connsiteX81" fmla="*/ 106204 w 940594"/>
              <a:gd name="connsiteY81" fmla="*/ 200406 h 215103"/>
              <a:gd name="connsiteX82" fmla="*/ 11249 w 940594"/>
              <a:gd name="connsiteY82" fmla="*/ 200406 h 215103"/>
              <a:gd name="connsiteX83" fmla="*/ 4315 w 940594"/>
              <a:gd name="connsiteY83" fmla="*/ 193462 h 215103"/>
              <a:gd name="connsiteX84" fmla="*/ 4315 w 940594"/>
              <a:gd name="connsiteY84" fmla="*/ 172774 h 215103"/>
              <a:gd name="connsiteX85" fmla="*/ 11249 w 940594"/>
              <a:gd name="connsiteY85" fmla="*/ 165839 h 215103"/>
              <a:gd name="connsiteX86" fmla="*/ 49225 w 940594"/>
              <a:gd name="connsiteY86" fmla="*/ 165839 h 215103"/>
              <a:gd name="connsiteX87" fmla="*/ 0 w 940594"/>
              <a:gd name="connsiteY87" fmla="*/ 142522 h 215103"/>
              <a:gd name="connsiteX88" fmla="*/ 147142 w 940594"/>
              <a:gd name="connsiteY88" fmla="*/ 100936 h 215103"/>
              <a:gd name="connsiteX89" fmla="*/ 826198 w 940594"/>
              <a:gd name="connsiteY89" fmla="*/ 84315 h 215103"/>
              <a:gd name="connsiteX90" fmla="*/ 891634 w 940594"/>
              <a:gd name="connsiteY90" fmla="*/ 149714 h 215103"/>
              <a:gd name="connsiteX91" fmla="*/ 891368 w 940594"/>
              <a:gd name="connsiteY91" fmla="*/ 155295 h 215103"/>
              <a:gd name="connsiteX92" fmla="*/ 826217 w 940594"/>
              <a:gd name="connsiteY92" fmla="*/ 215103 h 215103"/>
              <a:gd name="connsiteX93" fmla="*/ 761390 w 940594"/>
              <a:gd name="connsiteY93" fmla="*/ 157924 h 215103"/>
              <a:gd name="connsiteX94" fmla="*/ 760799 w 940594"/>
              <a:gd name="connsiteY94" fmla="*/ 149714 h 215103"/>
              <a:gd name="connsiteX95" fmla="*/ 826198 w 940594"/>
              <a:gd name="connsiteY95" fmla="*/ 84315 h 215103"/>
              <a:gd name="connsiteX96" fmla="*/ 210559 w 940594"/>
              <a:gd name="connsiteY96" fmla="*/ 84315 h 215103"/>
              <a:gd name="connsiteX97" fmla="*/ 275995 w 940594"/>
              <a:gd name="connsiteY97" fmla="*/ 149714 h 215103"/>
              <a:gd name="connsiteX98" fmla="*/ 275710 w 940594"/>
              <a:gd name="connsiteY98" fmla="*/ 155295 h 215103"/>
              <a:gd name="connsiteX99" fmla="*/ 210568 w 940594"/>
              <a:gd name="connsiteY99" fmla="*/ 215103 h 215103"/>
              <a:gd name="connsiteX100" fmla="*/ 145751 w 940594"/>
              <a:gd name="connsiteY100" fmla="*/ 157924 h 215103"/>
              <a:gd name="connsiteX101" fmla="*/ 145160 w 940594"/>
              <a:gd name="connsiteY101" fmla="*/ 149714 h 215103"/>
              <a:gd name="connsiteX102" fmla="*/ 210559 w 940594"/>
              <a:gd name="connsiteY102" fmla="*/ 84315 h 215103"/>
              <a:gd name="connsiteX103" fmla="*/ 531257 w 940594"/>
              <a:gd name="connsiteY103" fmla="*/ 12963 h 215103"/>
              <a:gd name="connsiteX104" fmla="*/ 627926 w 940594"/>
              <a:gd name="connsiteY104" fmla="*/ 12963 h 215103"/>
              <a:gd name="connsiteX105" fmla="*/ 782012 w 940594"/>
              <a:gd name="connsiteY105" fmla="*/ 81219 h 215103"/>
              <a:gd name="connsiteX106" fmla="*/ 743226 w 940594"/>
              <a:gd name="connsiteY106" fmla="*/ 149704 h 215103"/>
              <a:gd name="connsiteX107" fmla="*/ 743921 w 940594"/>
              <a:gd name="connsiteY107" fmla="*/ 159772 h 215103"/>
              <a:gd name="connsiteX108" fmla="*/ 761447 w 940594"/>
              <a:gd name="connsiteY108" fmla="*/ 200405 h 215103"/>
              <a:gd name="connsiteX109" fmla="*/ 291074 w 940594"/>
              <a:gd name="connsiteY109" fmla="*/ 200405 h 215103"/>
              <a:gd name="connsiteX110" fmla="*/ 290703 w 940594"/>
              <a:gd name="connsiteY110" fmla="*/ 149732 h 215103"/>
              <a:gd name="connsiteX111" fmla="*/ 265109 w 940594"/>
              <a:gd name="connsiteY111" fmla="*/ 91192 h 215103"/>
              <a:gd name="connsiteX112" fmla="*/ 391268 w 940594"/>
              <a:gd name="connsiteY112" fmla="*/ 91820 h 215103"/>
              <a:gd name="connsiteX113" fmla="*/ 397316 w 940594"/>
              <a:gd name="connsiteY113" fmla="*/ 69970 h 215103"/>
              <a:gd name="connsiteX114" fmla="*/ 406917 w 940594"/>
              <a:gd name="connsiteY114" fmla="*/ 67960 h 215103"/>
              <a:gd name="connsiteX115" fmla="*/ 433187 w 940594"/>
              <a:gd name="connsiteY115" fmla="*/ 78857 h 215103"/>
              <a:gd name="connsiteX116" fmla="*/ 443960 w 940594"/>
              <a:gd name="connsiteY116" fmla="*/ 91820 h 215103"/>
              <a:gd name="connsiteX117" fmla="*/ 507015 w 940594"/>
              <a:gd name="connsiteY117" fmla="*/ 69970 h 215103"/>
              <a:gd name="connsiteX118" fmla="*/ 508416 w 940594"/>
              <a:gd name="connsiteY118" fmla="*/ 65789 h 215103"/>
              <a:gd name="connsiteX119" fmla="*/ 520579 w 940594"/>
              <a:gd name="connsiteY119" fmla="*/ 57016 h 215103"/>
              <a:gd name="connsiteX120" fmla="*/ 538115 w 940594"/>
              <a:gd name="connsiteY120" fmla="*/ 57016 h 215103"/>
              <a:gd name="connsiteX121" fmla="*/ 538115 w 940594"/>
              <a:gd name="connsiteY121" fmla="*/ 47520 h 215103"/>
              <a:gd name="connsiteX122" fmla="*/ 531257 w 940594"/>
              <a:gd name="connsiteY122" fmla="*/ 47520 h 215103"/>
              <a:gd name="connsiteX123" fmla="*/ 520836 w 940594"/>
              <a:gd name="connsiteY123" fmla="*/ 37090 h 215103"/>
              <a:gd name="connsiteX124" fmla="*/ 520836 w 940594"/>
              <a:gd name="connsiteY124" fmla="*/ 23393 h 215103"/>
              <a:gd name="connsiteX125" fmla="*/ 531257 w 940594"/>
              <a:gd name="connsiteY125" fmla="*/ 12963 h 215103"/>
              <a:gd name="connsiteX126" fmla="*/ 821855 w 940594"/>
              <a:gd name="connsiteY126" fmla="*/ 0 h 215103"/>
              <a:gd name="connsiteX127" fmla="*/ 923334 w 940594"/>
              <a:gd name="connsiteY127" fmla="*/ 0 h 215103"/>
              <a:gd name="connsiteX128" fmla="*/ 940594 w 940594"/>
              <a:gd name="connsiteY128" fmla="*/ 17288 h 215103"/>
              <a:gd name="connsiteX129" fmla="*/ 940594 w 940594"/>
              <a:gd name="connsiteY129" fmla="*/ 152886 h 215103"/>
              <a:gd name="connsiteX130" fmla="*/ 903332 w 940594"/>
              <a:gd name="connsiteY130" fmla="*/ 152886 h 215103"/>
              <a:gd name="connsiteX131" fmla="*/ 903494 w 940594"/>
              <a:gd name="connsiteY131" fmla="*/ 149704 h 215103"/>
              <a:gd name="connsiteX132" fmla="*/ 827294 w 940594"/>
              <a:gd name="connsiteY132" fmla="*/ 69780 h 215103"/>
              <a:gd name="connsiteX133" fmla="*/ 809625 w 940594"/>
              <a:gd name="connsiteY133" fmla="*/ 52121 h 215103"/>
              <a:gd name="connsiteX134" fmla="*/ 804567 w 940594"/>
              <a:gd name="connsiteY134" fmla="*/ 39910 h 215103"/>
              <a:gd name="connsiteX135" fmla="*/ 804567 w 940594"/>
              <a:gd name="connsiteY135" fmla="*/ 17278 h 215103"/>
              <a:gd name="connsiteX136" fmla="*/ 821855 w 940594"/>
              <a:gd name="connsiteY136" fmla="*/ 0 h 215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</a:cxnLst>
            <a:rect l="l" t="t" r="r" b="b"/>
            <a:pathLst>
              <a:path w="940594" h="215103">
                <a:moveTo>
                  <a:pt x="814882" y="169192"/>
                </a:moveTo>
                <a:lnTo>
                  <a:pt x="801585" y="182489"/>
                </a:lnTo>
                <a:cubicBezTo>
                  <a:pt x="807014" y="186575"/>
                  <a:pt x="813472" y="189366"/>
                  <a:pt x="820540" y="190338"/>
                </a:cubicBezTo>
                <a:lnTo>
                  <a:pt x="820549" y="190338"/>
                </a:lnTo>
                <a:lnTo>
                  <a:pt x="820549" y="171478"/>
                </a:lnTo>
                <a:cubicBezTo>
                  <a:pt x="818559" y="170954"/>
                  <a:pt x="816625" y="170202"/>
                  <a:pt x="814882" y="169192"/>
                </a:cubicBezTo>
                <a:close/>
                <a:moveTo>
                  <a:pt x="199243" y="169173"/>
                </a:moveTo>
                <a:lnTo>
                  <a:pt x="185946" y="182489"/>
                </a:lnTo>
                <a:cubicBezTo>
                  <a:pt x="191385" y="186575"/>
                  <a:pt x="197833" y="189366"/>
                  <a:pt x="204901" y="190338"/>
                </a:cubicBezTo>
                <a:lnTo>
                  <a:pt x="204901" y="171459"/>
                </a:lnTo>
                <a:cubicBezTo>
                  <a:pt x="202910" y="170945"/>
                  <a:pt x="200977" y="170192"/>
                  <a:pt x="199243" y="169173"/>
                </a:cubicBezTo>
                <a:close/>
                <a:moveTo>
                  <a:pt x="837570" y="169154"/>
                </a:moveTo>
                <a:cubicBezTo>
                  <a:pt x="835789" y="170192"/>
                  <a:pt x="833884" y="170935"/>
                  <a:pt x="831865" y="171478"/>
                </a:cubicBezTo>
                <a:lnTo>
                  <a:pt x="831865" y="190338"/>
                </a:lnTo>
                <a:cubicBezTo>
                  <a:pt x="838961" y="189366"/>
                  <a:pt x="845419" y="186594"/>
                  <a:pt x="850867" y="182489"/>
                </a:cubicBezTo>
                <a:close/>
                <a:moveTo>
                  <a:pt x="221922" y="169154"/>
                </a:moveTo>
                <a:cubicBezTo>
                  <a:pt x="220150" y="170192"/>
                  <a:pt x="218245" y="170935"/>
                  <a:pt x="216226" y="171478"/>
                </a:cubicBezTo>
                <a:lnTo>
                  <a:pt x="216226" y="190338"/>
                </a:lnTo>
                <a:cubicBezTo>
                  <a:pt x="223322" y="189366"/>
                  <a:pt x="229771" y="186594"/>
                  <a:pt x="235209" y="182489"/>
                </a:cubicBezTo>
                <a:close/>
                <a:moveTo>
                  <a:pt x="848010" y="155476"/>
                </a:moveTo>
                <a:cubicBezTo>
                  <a:pt x="847467" y="157515"/>
                  <a:pt x="846591" y="159391"/>
                  <a:pt x="845572" y="161153"/>
                </a:cubicBezTo>
                <a:lnTo>
                  <a:pt x="858983" y="174564"/>
                </a:lnTo>
                <a:cubicBezTo>
                  <a:pt x="863117" y="169126"/>
                  <a:pt x="865784" y="162572"/>
                  <a:pt x="866793" y="155476"/>
                </a:cubicBezTo>
                <a:close/>
                <a:moveTo>
                  <a:pt x="785554" y="155476"/>
                </a:moveTo>
                <a:cubicBezTo>
                  <a:pt x="786555" y="162572"/>
                  <a:pt x="789364" y="169087"/>
                  <a:pt x="793498" y="174526"/>
                </a:cubicBezTo>
                <a:lnTo>
                  <a:pt x="806871" y="161172"/>
                </a:lnTo>
                <a:cubicBezTo>
                  <a:pt x="805814" y="159401"/>
                  <a:pt x="805033" y="157496"/>
                  <a:pt x="804490" y="155476"/>
                </a:cubicBezTo>
                <a:close/>
                <a:moveTo>
                  <a:pt x="232361" y="155476"/>
                </a:moveTo>
                <a:cubicBezTo>
                  <a:pt x="231818" y="157515"/>
                  <a:pt x="230952" y="159391"/>
                  <a:pt x="229933" y="161153"/>
                </a:cubicBezTo>
                <a:lnTo>
                  <a:pt x="243334" y="174564"/>
                </a:lnTo>
                <a:cubicBezTo>
                  <a:pt x="247478" y="169126"/>
                  <a:pt x="250154" y="162572"/>
                  <a:pt x="251145" y="155476"/>
                </a:cubicBezTo>
                <a:close/>
                <a:moveTo>
                  <a:pt x="169915" y="155476"/>
                </a:moveTo>
                <a:cubicBezTo>
                  <a:pt x="170916" y="162572"/>
                  <a:pt x="173725" y="169087"/>
                  <a:pt x="177859" y="174526"/>
                </a:cubicBezTo>
                <a:lnTo>
                  <a:pt x="191232" y="161172"/>
                </a:lnTo>
                <a:cubicBezTo>
                  <a:pt x="190175" y="159401"/>
                  <a:pt x="189394" y="157496"/>
                  <a:pt x="188851" y="155476"/>
                </a:cubicBezTo>
                <a:close/>
                <a:moveTo>
                  <a:pt x="858973" y="125063"/>
                </a:moveTo>
                <a:lnTo>
                  <a:pt x="845638" y="138398"/>
                </a:lnTo>
                <a:cubicBezTo>
                  <a:pt x="846676" y="140179"/>
                  <a:pt x="847476" y="142113"/>
                  <a:pt x="848000" y="144161"/>
                </a:cubicBezTo>
                <a:lnTo>
                  <a:pt x="848000" y="144170"/>
                </a:lnTo>
                <a:lnTo>
                  <a:pt x="866803" y="144170"/>
                </a:lnTo>
                <a:cubicBezTo>
                  <a:pt x="865841" y="137026"/>
                  <a:pt x="863117" y="130540"/>
                  <a:pt x="858973" y="125063"/>
                </a:cubicBezTo>
                <a:close/>
                <a:moveTo>
                  <a:pt x="243344" y="125063"/>
                </a:moveTo>
                <a:lnTo>
                  <a:pt x="230009" y="138398"/>
                </a:lnTo>
                <a:cubicBezTo>
                  <a:pt x="231037" y="140179"/>
                  <a:pt x="231857" y="142113"/>
                  <a:pt x="232361" y="144161"/>
                </a:cubicBezTo>
                <a:lnTo>
                  <a:pt x="232361" y="144170"/>
                </a:lnTo>
                <a:lnTo>
                  <a:pt x="251183" y="144170"/>
                </a:lnTo>
                <a:cubicBezTo>
                  <a:pt x="250211" y="137026"/>
                  <a:pt x="247487" y="130540"/>
                  <a:pt x="243344" y="125063"/>
                </a:cubicBezTo>
                <a:close/>
                <a:moveTo>
                  <a:pt x="793451" y="125053"/>
                </a:moveTo>
                <a:cubicBezTo>
                  <a:pt x="789317" y="130540"/>
                  <a:pt x="786583" y="137017"/>
                  <a:pt x="785602" y="144151"/>
                </a:cubicBezTo>
                <a:lnTo>
                  <a:pt x="804424" y="144151"/>
                </a:lnTo>
                <a:cubicBezTo>
                  <a:pt x="804938" y="142113"/>
                  <a:pt x="805757" y="140179"/>
                  <a:pt x="806795" y="138388"/>
                </a:cubicBezTo>
                <a:close/>
                <a:moveTo>
                  <a:pt x="177802" y="125053"/>
                </a:moveTo>
                <a:cubicBezTo>
                  <a:pt x="173678" y="130540"/>
                  <a:pt x="170944" y="137017"/>
                  <a:pt x="169973" y="144151"/>
                </a:cubicBezTo>
                <a:lnTo>
                  <a:pt x="188785" y="144151"/>
                </a:lnTo>
                <a:cubicBezTo>
                  <a:pt x="189289" y="142113"/>
                  <a:pt x="190118" y="140179"/>
                  <a:pt x="191156" y="138388"/>
                </a:cubicBezTo>
                <a:close/>
                <a:moveTo>
                  <a:pt x="831865" y="109137"/>
                </a:moveTo>
                <a:lnTo>
                  <a:pt x="831884" y="127939"/>
                </a:lnTo>
                <a:cubicBezTo>
                  <a:pt x="833941" y="128482"/>
                  <a:pt x="835894" y="129311"/>
                  <a:pt x="837685" y="130359"/>
                </a:cubicBezTo>
                <a:lnTo>
                  <a:pt x="850982" y="117052"/>
                </a:lnTo>
                <a:cubicBezTo>
                  <a:pt x="845514" y="112880"/>
                  <a:pt x="839018" y="110128"/>
                  <a:pt x="831865" y="109137"/>
                </a:cubicBezTo>
                <a:close/>
                <a:moveTo>
                  <a:pt x="820559" y="109137"/>
                </a:moveTo>
                <a:cubicBezTo>
                  <a:pt x="813434" y="110128"/>
                  <a:pt x="806919" y="112871"/>
                  <a:pt x="801471" y="117043"/>
                </a:cubicBezTo>
                <a:lnTo>
                  <a:pt x="814768" y="130359"/>
                </a:lnTo>
                <a:cubicBezTo>
                  <a:pt x="816558" y="129311"/>
                  <a:pt x="818492" y="128482"/>
                  <a:pt x="820540" y="127939"/>
                </a:cubicBezTo>
                <a:lnTo>
                  <a:pt x="820540" y="127949"/>
                </a:lnTo>
                <a:lnTo>
                  <a:pt x="820559" y="127949"/>
                </a:lnTo>
                <a:close/>
                <a:moveTo>
                  <a:pt x="216226" y="109137"/>
                </a:moveTo>
                <a:lnTo>
                  <a:pt x="216236" y="127939"/>
                </a:lnTo>
                <a:cubicBezTo>
                  <a:pt x="218293" y="128482"/>
                  <a:pt x="220246" y="129311"/>
                  <a:pt x="222036" y="130359"/>
                </a:cubicBezTo>
                <a:lnTo>
                  <a:pt x="235343" y="117052"/>
                </a:lnTo>
                <a:cubicBezTo>
                  <a:pt x="229875" y="112880"/>
                  <a:pt x="223379" y="110128"/>
                  <a:pt x="216226" y="109137"/>
                </a:cubicBezTo>
                <a:close/>
                <a:moveTo>
                  <a:pt x="204910" y="109137"/>
                </a:moveTo>
                <a:cubicBezTo>
                  <a:pt x="197795" y="110128"/>
                  <a:pt x="191290" y="112871"/>
                  <a:pt x="185832" y="117043"/>
                </a:cubicBezTo>
                <a:lnTo>
                  <a:pt x="199129" y="130359"/>
                </a:lnTo>
                <a:cubicBezTo>
                  <a:pt x="200929" y="129311"/>
                  <a:pt x="202862" y="128482"/>
                  <a:pt x="204901" y="127939"/>
                </a:cubicBezTo>
                <a:close/>
                <a:moveTo>
                  <a:pt x="147142" y="100936"/>
                </a:moveTo>
                <a:cubicBezTo>
                  <a:pt x="136722" y="114471"/>
                  <a:pt x="130445" y="131340"/>
                  <a:pt x="130445" y="149704"/>
                </a:cubicBezTo>
                <a:cubicBezTo>
                  <a:pt x="130445" y="152885"/>
                  <a:pt x="130683" y="156219"/>
                  <a:pt x="131150" y="159753"/>
                </a:cubicBezTo>
                <a:cubicBezTo>
                  <a:pt x="131226" y="160362"/>
                  <a:pt x="131369" y="160924"/>
                  <a:pt x="131455" y="161515"/>
                </a:cubicBezTo>
                <a:lnTo>
                  <a:pt x="113147" y="161515"/>
                </a:lnTo>
                <a:lnTo>
                  <a:pt x="113147" y="193462"/>
                </a:lnTo>
                <a:cubicBezTo>
                  <a:pt x="113147" y="197300"/>
                  <a:pt x="110042" y="200406"/>
                  <a:pt x="106204" y="200406"/>
                </a:cubicBezTo>
                <a:lnTo>
                  <a:pt x="11249" y="200406"/>
                </a:lnTo>
                <a:cubicBezTo>
                  <a:pt x="7410" y="200406"/>
                  <a:pt x="4315" y="197291"/>
                  <a:pt x="4315" y="193462"/>
                </a:cubicBezTo>
                <a:lnTo>
                  <a:pt x="4315" y="172774"/>
                </a:lnTo>
                <a:cubicBezTo>
                  <a:pt x="4315" y="168935"/>
                  <a:pt x="7420" y="165839"/>
                  <a:pt x="11249" y="165839"/>
                </a:cubicBezTo>
                <a:lnTo>
                  <a:pt x="49225" y="165839"/>
                </a:lnTo>
                <a:cubicBezTo>
                  <a:pt x="49225" y="142703"/>
                  <a:pt x="0" y="153724"/>
                  <a:pt x="0" y="142522"/>
                </a:cubicBezTo>
                <a:cubicBezTo>
                  <a:pt x="38519" y="121405"/>
                  <a:pt x="92050" y="108613"/>
                  <a:pt x="147142" y="100936"/>
                </a:cubicBezTo>
                <a:close/>
                <a:moveTo>
                  <a:pt x="826198" y="84315"/>
                </a:moveTo>
                <a:cubicBezTo>
                  <a:pt x="862345" y="84315"/>
                  <a:pt x="891625" y="113576"/>
                  <a:pt x="891634" y="149714"/>
                </a:cubicBezTo>
                <a:cubicBezTo>
                  <a:pt x="891634" y="151590"/>
                  <a:pt x="891530" y="153447"/>
                  <a:pt x="891368" y="155295"/>
                </a:cubicBezTo>
                <a:cubicBezTo>
                  <a:pt x="888510" y="188804"/>
                  <a:pt x="860488" y="215103"/>
                  <a:pt x="826217" y="215103"/>
                </a:cubicBezTo>
                <a:cubicBezTo>
                  <a:pt x="792898" y="215103"/>
                  <a:pt x="765447" y="190176"/>
                  <a:pt x="761390" y="157924"/>
                </a:cubicBezTo>
                <a:cubicBezTo>
                  <a:pt x="761028" y="155238"/>
                  <a:pt x="760799" y="152504"/>
                  <a:pt x="760799" y="149714"/>
                </a:cubicBezTo>
                <a:cubicBezTo>
                  <a:pt x="760799" y="113566"/>
                  <a:pt x="790098" y="84315"/>
                  <a:pt x="826198" y="84315"/>
                </a:cubicBezTo>
                <a:close/>
                <a:moveTo>
                  <a:pt x="210559" y="84315"/>
                </a:moveTo>
                <a:cubicBezTo>
                  <a:pt x="246697" y="84315"/>
                  <a:pt x="275995" y="113576"/>
                  <a:pt x="275995" y="149714"/>
                </a:cubicBezTo>
                <a:cubicBezTo>
                  <a:pt x="275995" y="151590"/>
                  <a:pt x="275872" y="153447"/>
                  <a:pt x="275710" y="155295"/>
                </a:cubicBezTo>
                <a:cubicBezTo>
                  <a:pt x="272862" y="188804"/>
                  <a:pt x="244839" y="215103"/>
                  <a:pt x="210568" y="215103"/>
                </a:cubicBezTo>
                <a:cubicBezTo>
                  <a:pt x="177250" y="215103"/>
                  <a:pt x="149808" y="190176"/>
                  <a:pt x="145751" y="157924"/>
                </a:cubicBezTo>
                <a:cubicBezTo>
                  <a:pt x="145389" y="155238"/>
                  <a:pt x="145160" y="152504"/>
                  <a:pt x="145160" y="149714"/>
                </a:cubicBezTo>
                <a:cubicBezTo>
                  <a:pt x="145160" y="113566"/>
                  <a:pt x="174459" y="84315"/>
                  <a:pt x="210559" y="84315"/>
                </a:cubicBezTo>
                <a:close/>
                <a:moveTo>
                  <a:pt x="531257" y="12963"/>
                </a:moveTo>
                <a:lnTo>
                  <a:pt x="627926" y="12963"/>
                </a:lnTo>
                <a:lnTo>
                  <a:pt x="782012" y="81219"/>
                </a:lnTo>
                <a:cubicBezTo>
                  <a:pt x="758828" y="95249"/>
                  <a:pt x="743226" y="120662"/>
                  <a:pt x="743226" y="149704"/>
                </a:cubicBezTo>
                <a:cubicBezTo>
                  <a:pt x="743226" y="152885"/>
                  <a:pt x="743474" y="156219"/>
                  <a:pt x="743921" y="159772"/>
                </a:cubicBezTo>
                <a:cubicBezTo>
                  <a:pt x="745855" y="175183"/>
                  <a:pt x="752151" y="189090"/>
                  <a:pt x="761447" y="200405"/>
                </a:cubicBezTo>
                <a:lnTo>
                  <a:pt x="291074" y="200405"/>
                </a:lnTo>
                <a:cubicBezTo>
                  <a:pt x="291074" y="200405"/>
                  <a:pt x="290703" y="152018"/>
                  <a:pt x="290703" y="149732"/>
                </a:cubicBezTo>
                <a:cubicBezTo>
                  <a:pt x="290703" y="126625"/>
                  <a:pt x="280806" y="105832"/>
                  <a:pt x="265109" y="91192"/>
                </a:cubicBezTo>
                <a:cubicBezTo>
                  <a:pt x="336413" y="88630"/>
                  <a:pt x="391268" y="91820"/>
                  <a:pt x="391268" y="91820"/>
                </a:cubicBezTo>
                <a:lnTo>
                  <a:pt x="397316" y="69970"/>
                </a:lnTo>
                <a:cubicBezTo>
                  <a:pt x="400621" y="68856"/>
                  <a:pt x="403869" y="68246"/>
                  <a:pt x="406917" y="67960"/>
                </a:cubicBezTo>
                <a:cubicBezTo>
                  <a:pt x="416937" y="67036"/>
                  <a:pt x="426767" y="71113"/>
                  <a:pt x="433187" y="78857"/>
                </a:cubicBezTo>
                <a:lnTo>
                  <a:pt x="443960" y="91820"/>
                </a:lnTo>
                <a:cubicBezTo>
                  <a:pt x="459914" y="91820"/>
                  <a:pt x="475097" y="67389"/>
                  <a:pt x="507015" y="69970"/>
                </a:cubicBezTo>
                <a:lnTo>
                  <a:pt x="508416" y="65789"/>
                </a:lnTo>
                <a:cubicBezTo>
                  <a:pt x="510140" y="60550"/>
                  <a:pt x="515064" y="57016"/>
                  <a:pt x="520579" y="57016"/>
                </a:cubicBezTo>
                <a:lnTo>
                  <a:pt x="538115" y="57016"/>
                </a:lnTo>
                <a:lnTo>
                  <a:pt x="538115" y="47520"/>
                </a:lnTo>
                <a:lnTo>
                  <a:pt x="531257" y="47520"/>
                </a:lnTo>
                <a:cubicBezTo>
                  <a:pt x="525494" y="47520"/>
                  <a:pt x="520836" y="42843"/>
                  <a:pt x="520836" y="37090"/>
                </a:cubicBezTo>
                <a:lnTo>
                  <a:pt x="520836" y="23393"/>
                </a:lnTo>
                <a:cubicBezTo>
                  <a:pt x="520836" y="17630"/>
                  <a:pt x="525503" y="12963"/>
                  <a:pt x="531257" y="12963"/>
                </a:cubicBezTo>
                <a:close/>
                <a:moveTo>
                  <a:pt x="821855" y="0"/>
                </a:moveTo>
                <a:lnTo>
                  <a:pt x="923334" y="0"/>
                </a:lnTo>
                <a:cubicBezTo>
                  <a:pt x="932869" y="0"/>
                  <a:pt x="940613" y="7734"/>
                  <a:pt x="940594" y="17288"/>
                </a:cubicBezTo>
                <a:lnTo>
                  <a:pt x="940594" y="152886"/>
                </a:lnTo>
                <a:lnTo>
                  <a:pt x="903332" y="152886"/>
                </a:lnTo>
                <a:cubicBezTo>
                  <a:pt x="903379" y="151838"/>
                  <a:pt x="903494" y="150762"/>
                  <a:pt x="903494" y="149704"/>
                </a:cubicBezTo>
                <a:cubicBezTo>
                  <a:pt x="903494" y="106861"/>
                  <a:pt x="869642" y="71857"/>
                  <a:pt x="827294" y="69780"/>
                </a:cubicBezTo>
                <a:lnTo>
                  <a:pt x="809625" y="52121"/>
                </a:lnTo>
                <a:cubicBezTo>
                  <a:pt x="806386" y="48882"/>
                  <a:pt x="804567" y="44482"/>
                  <a:pt x="804567" y="39910"/>
                </a:cubicBezTo>
                <a:lnTo>
                  <a:pt x="804567" y="17278"/>
                </a:lnTo>
                <a:cubicBezTo>
                  <a:pt x="804567" y="7734"/>
                  <a:pt x="812301" y="0"/>
                  <a:pt x="821855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VI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82D6C3-C052-3604-E1EB-FD04271507BF}"/>
              </a:ext>
            </a:extLst>
          </p:cNvPr>
          <p:cNvSpPr txBox="1"/>
          <p:nvPr/>
        </p:nvSpPr>
        <p:spPr>
          <a:xfrm flipH="1">
            <a:off x="435668" y="4548526"/>
            <a:ext cx="3523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Arial Black" panose="020B0A04020102020204" pitchFamily="34" charset="0"/>
              </a:rPr>
              <a:t>Élő Versenyszimuláció</a:t>
            </a:r>
            <a:endParaRPr lang="en-VI" dirty="0">
              <a:solidFill>
                <a:schemeClr val="tx1">
                  <a:lumMod val="95000"/>
                  <a:lumOff val="5000"/>
                </a:schemeClr>
              </a:solidFill>
              <a:latin typeface="Arial Black" panose="020B0A04020102020204" pitchFamily="34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CF9927-DF25-72A8-341F-AD9963F38267}"/>
              </a:ext>
            </a:extLst>
          </p:cNvPr>
          <p:cNvSpPr txBox="1"/>
          <p:nvPr/>
        </p:nvSpPr>
        <p:spPr>
          <a:xfrm flipH="1">
            <a:off x="435668" y="4852467"/>
            <a:ext cx="90474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/>
              <a:t>Éld át a futamok izgalmát a valós idejű telemetriát, gumikopást és közös rajongói chatet kínáló </a:t>
            </a:r>
            <a:r>
              <a:rPr lang="hu-HU" sz="1400" dirty="0" err="1"/>
              <a:t>Live</a:t>
            </a:r>
            <a:r>
              <a:rPr lang="hu-HU" sz="1400" dirty="0"/>
              <a:t> nézetben.</a:t>
            </a:r>
            <a:endParaRPr lang="en-VI" sz="1400" dirty="0">
              <a:solidFill>
                <a:schemeClr val="tx1">
                  <a:lumMod val="50000"/>
                  <a:lumOff val="50000"/>
                </a:schemeClr>
              </a:solidFill>
              <a:latin typeface="Questrial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0BDD9B-4835-5448-03CB-23DD7FCB96F8}"/>
              </a:ext>
            </a:extLst>
          </p:cNvPr>
          <p:cNvSpPr txBox="1"/>
          <p:nvPr/>
        </p:nvSpPr>
        <p:spPr>
          <a:xfrm>
            <a:off x="10265729" y="4917858"/>
            <a:ext cx="496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Questrial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04</a:t>
            </a:r>
            <a:endParaRPr lang="en-VI" sz="2000" dirty="0">
              <a:solidFill>
                <a:schemeClr val="tx1">
                  <a:lumMod val="95000"/>
                  <a:lumOff val="5000"/>
                </a:schemeClr>
              </a:solidFill>
              <a:latin typeface="Questrial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4FEE4FE-1E00-5E4A-8C0A-F92DCBBB1775}"/>
              </a:ext>
            </a:extLst>
          </p:cNvPr>
          <p:cNvCxnSpPr>
            <a:cxnSpLocks/>
          </p:cNvCxnSpPr>
          <p:nvPr/>
        </p:nvCxnSpPr>
        <p:spPr>
          <a:xfrm>
            <a:off x="492458" y="5218458"/>
            <a:ext cx="1105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EFA71D7-213C-55C1-7EF7-9925F7B3F491}"/>
              </a:ext>
            </a:extLst>
          </p:cNvPr>
          <p:cNvSpPr/>
          <p:nvPr/>
        </p:nvSpPr>
        <p:spPr>
          <a:xfrm flipH="1">
            <a:off x="10761880" y="6082157"/>
            <a:ext cx="994452" cy="203200"/>
          </a:xfrm>
          <a:custGeom>
            <a:avLst/>
            <a:gdLst>
              <a:gd name="connsiteX0" fmla="*/ 814882 w 940594"/>
              <a:gd name="connsiteY0" fmla="*/ 169192 h 215103"/>
              <a:gd name="connsiteX1" fmla="*/ 801585 w 940594"/>
              <a:gd name="connsiteY1" fmla="*/ 182489 h 215103"/>
              <a:gd name="connsiteX2" fmla="*/ 820540 w 940594"/>
              <a:gd name="connsiteY2" fmla="*/ 190338 h 215103"/>
              <a:gd name="connsiteX3" fmla="*/ 820549 w 940594"/>
              <a:gd name="connsiteY3" fmla="*/ 190338 h 215103"/>
              <a:gd name="connsiteX4" fmla="*/ 820549 w 940594"/>
              <a:gd name="connsiteY4" fmla="*/ 171478 h 215103"/>
              <a:gd name="connsiteX5" fmla="*/ 814882 w 940594"/>
              <a:gd name="connsiteY5" fmla="*/ 169192 h 215103"/>
              <a:gd name="connsiteX6" fmla="*/ 199243 w 940594"/>
              <a:gd name="connsiteY6" fmla="*/ 169173 h 215103"/>
              <a:gd name="connsiteX7" fmla="*/ 185946 w 940594"/>
              <a:gd name="connsiteY7" fmla="*/ 182489 h 215103"/>
              <a:gd name="connsiteX8" fmla="*/ 204901 w 940594"/>
              <a:gd name="connsiteY8" fmla="*/ 190338 h 215103"/>
              <a:gd name="connsiteX9" fmla="*/ 204901 w 940594"/>
              <a:gd name="connsiteY9" fmla="*/ 171459 h 215103"/>
              <a:gd name="connsiteX10" fmla="*/ 199243 w 940594"/>
              <a:gd name="connsiteY10" fmla="*/ 169173 h 215103"/>
              <a:gd name="connsiteX11" fmla="*/ 837570 w 940594"/>
              <a:gd name="connsiteY11" fmla="*/ 169154 h 215103"/>
              <a:gd name="connsiteX12" fmla="*/ 831865 w 940594"/>
              <a:gd name="connsiteY12" fmla="*/ 171478 h 215103"/>
              <a:gd name="connsiteX13" fmla="*/ 831865 w 940594"/>
              <a:gd name="connsiteY13" fmla="*/ 190338 h 215103"/>
              <a:gd name="connsiteX14" fmla="*/ 850867 w 940594"/>
              <a:gd name="connsiteY14" fmla="*/ 182489 h 215103"/>
              <a:gd name="connsiteX15" fmla="*/ 221922 w 940594"/>
              <a:gd name="connsiteY15" fmla="*/ 169154 h 215103"/>
              <a:gd name="connsiteX16" fmla="*/ 216226 w 940594"/>
              <a:gd name="connsiteY16" fmla="*/ 171478 h 215103"/>
              <a:gd name="connsiteX17" fmla="*/ 216226 w 940594"/>
              <a:gd name="connsiteY17" fmla="*/ 190338 h 215103"/>
              <a:gd name="connsiteX18" fmla="*/ 235209 w 940594"/>
              <a:gd name="connsiteY18" fmla="*/ 182489 h 215103"/>
              <a:gd name="connsiteX19" fmla="*/ 848010 w 940594"/>
              <a:gd name="connsiteY19" fmla="*/ 155476 h 215103"/>
              <a:gd name="connsiteX20" fmla="*/ 845572 w 940594"/>
              <a:gd name="connsiteY20" fmla="*/ 161153 h 215103"/>
              <a:gd name="connsiteX21" fmla="*/ 858983 w 940594"/>
              <a:gd name="connsiteY21" fmla="*/ 174564 h 215103"/>
              <a:gd name="connsiteX22" fmla="*/ 866793 w 940594"/>
              <a:gd name="connsiteY22" fmla="*/ 155476 h 215103"/>
              <a:gd name="connsiteX23" fmla="*/ 785554 w 940594"/>
              <a:gd name="connsiteY23" fmla="*/ 155476 h 215103"/>
              <a:gd name="connsiteX24" fmla="*/ 793498 w 940594"/>
              <a:gd name="connsiteY24" fmla="*/ 174526 h 215103"/>
              <a:gd name="connsiteX25" fmla="*/ 806871 w 940594"/>
              <a:gd name="connsiteY25" fmla="*/ 161172 h 215103"/>
              <a:gd name="connsiteX26" fmla="*/ 804490 w 940594"/>
              <a:gd name="connsiteY26" fmla="*/ 155476 h 215103"/>
              <a:gd name="connsiteX27" fmla="*/ 232361 w 940594"/>
              <a:gd name="connsiteY27" fmla="*/ 155476 h 215103"/>
              <a:gd name="connsiteX28" fmla="*/ 229933 w 940594"/>
              <a:gd name="connsiteY28" fmla="*/ 161153 h 215103"/>
              <a:gd name="connsiteX29" fmla="*/ 243334 w 940594"/>
              <a:gd name="connsiteY29" fmla="*/ 174564 h 215103"/>
              <a:gd name="connsiteX30" fmla="*/ 251145 w 940594"/>
              <a:gd name="connsiteY30" fmla="*/ 155476 h 215103"/>
              <a:gd name="connsiteX31" fmla="*/ 169915 w 940594"/>
              <a:gd name="connsiteY31" fmla="*/ 155476 h 215103"/>
              <a:gd name="connsiteX32" fmla="*/ 177859 w 940594"/>
              <a:gd name="connsiteY32" fmla="*/ 174526 h 215103"/>
              <a:gd name="connsiteX33" fmla="*/ 191232 w 940594"/>
              <a:gd name="connsiteY33" fmla="*/ 161172 h 215103"/>
              <a:gd name="connsiteX34" fmla="*/ 188851 w 940594"/>
              <a:gd name="connsiteY34" fmla="*/ 155476 h 215103"/>
              <a:gd name="connsiteX35" fmla="*/ 858973 w 940594"/>
              <a:gd name="connsiteY35" fmla="*/ 125063 h 215103"/>
              <a:gd name="connsiteX36" fmla="*/ 845638 w 940594"/>
              <a:gd name="connsiteY36" fmla="*/ 138398 h 215103"/>
              <a:gd name="connsiteX37" fmla="*/ 848000 w 940594"/>
              <a:gd name="connsiteY37" fmla="*/ 144161 h 215103"/>
              <a:gd name="connsiteX38" fmla="*/ 848000 w 940594"/>
              <a:gd name="connsiteY38" fmla="*/ 144170 h 215103"/>
              <a:gd name="connsiteX39" fmla="*/ 866803 w 940594"/>
              <a:gd name="connsiteY39" fmla="*/ 144170 h 215103"/>
              <a:gd name="connsiteX40" fmla="*/ 858973 w 940594"/>
              <a:gd name="connsiteY40" fmla="*/ 125063 h 215103"/>
              <a:gd name="connsiteX41" fmla="*/ 243344 w 940594"/>
              <a:gd name="connsiteY41" fmla="*/ 125063 h 215103"/>
              <a:gd name="connsiteX42" fmla="*/ 230009 w 940594"/>
              <a:gd name="connsiteY42" fmla="*/ 138398 h 215103"/>
              <a:gd name="connsiteX43" fmla="*/ 232361 w 940594"/>
              <a:gd name="connsiteY43" fmla="*/ 144161 h 215103"/>
              <a:gd name="connsiteX44" fmla="*/ 232361 w 940594"/>
              <a:gd name="connsiteY44" fmla="*/ 144170 h 215103"/>
              <a:gd name="connsiteX45" fmla="*/ 251183 w 940594"/>
              <a:gd name="connsiteY45" fmla="*/ 144170 h 215103"/>
              <a:gd name="connsiteX46" fmla="*/ 243344 w 940594"/>
              <a:gd name="connsiteY46" fmla="*/ 125063 h 215103"/>
              <a:gd name="connsiteX47" fmla="*/ 793451 w 940594"/>
              <a:gd name="connsiteY47" fmla="*/ 125053 h 215103"/>
              <a:gd name="connsiteX48" fmla="*/ 785602 w 940594"/>
              <a:gd name="connsiteY48" fmla="*/ 144151 h 215103"/>
              <a:gd name="connsiteX49" fmla="*/ 804424 w 940594"/>
              <a:gd name="connsiteY49" fmla="*/ 144151 h 215103"/>
              <a:gd name="connsiteX50" fmla="*/ 806795 w 940594"/>
              <a:gd name="connsiteY50" fmla="*/ 138388 h 215103"/>
              <a:gd name="connsiteX51" fmla="*/ 177802 w 940594"/>
              <a:gd name="connsiteY51" fmla="*/ 125053 h 215103"/>
              <a:gd name="connsiteX52" fmla="*/ 169973 w 940594"/>
              <a:gd name="connsiteY52" fmla="*/ 144151 h 215103"/>
              <a:gd name="connsiteX53" fmla="*/ 188785 w 940594"/>
              <a:gd name="connsiteY53" fmla="*/ 144151 h 215103"/>
              <a:gd name="connsiteX54" fmla="*/ 191156 w 940594"/>
              <a:gd name="connsiteY54" fmla="*/ 138388 h 215103"/>
              <a:gd name="connsiteX55" fmla="*/ 831865 w 940594"/>
              <a:gd name="connsiteY55" fmla="*/ 109137 h 215103"/>
              <a:gd name="connsiteX56" fmla="*/ 831884 w 940594"/>
              <a:gd name="connsiteY56" fmla="*/ 127939 h 215103"/>
              <a:gd name="connsiteX57" fmla="*/ 837685 w 940594"/>
              <a:gd name="connsiteY57" fmla="*/ 130359 h 215103"/>
              <a:gd name="connsiteX58" fmla="*/ 850982 w 940594"/>
              <a:gd name="connsiteY58" fmla="*/ 117052 h 215103"/>
              <a:gd name="connsiteX59" fmla="*/ 831865 w 940594"/>
              <a:gd name="connsiteY59" fmla="*/ 109137 h 215103"/>
              <a:gd name="connsiteX60" fmla="*/ 820559 w 940594"/>
              <a:gd name="connsiteY60" fmla="*/ 109137 h 215103"/>
              <a:gd name="connsiteX61" fmla="*/ 801471 w 940594"/>
              <a:gd name="connsiteY61" fmla="*/ 117043 h 215103"/>
              <a:gd name="connsiteX62" fmla="*/ 814768 w 940594"/>
              <a:gd name="connsiteY62" fmla="*/ 130359 h 215103"/>
              <a:gd name="connsiteX63" fmla="*/ 820540 w 940594"/>
              <a:gd name="connsiteY63" fmla="*/ 127939 h 215103"/>
              <a:gd name="connsiteX64" fmla="*/ 820540 w 940594"/>
              <a:gd name="connsiteY64" fmla="*/ 127949 h 215103"/>
              <a:gd name="connsiteX65" fmla="*/ 820559 w 940594"/>
              <a:gd name="connsiteY65" fmla="*/ 127949 h 215103"/>
              <a:gd name="connsiteX66" fmla="*/ 216226 w 940594"/>
              <a:gd name="connsiteY66" fmla="*/ 109137 h 215103"/>
              <a:gd name="connsiteX67" fmla="*/ 216236 w 940594"/>
              <a:gd name="connsiteY67" fmla="*/ 127939 h 215103"/>
              <a:gd name="connsiteX68" fmla="*/ 222036 w 940594"/>
              <a:gd name="connsiteY68" fmla="*/ 130359 h 215103"/>
              <a:gd name="connsiteX69" fmla="*/ 235343 w 940594"/>
              <a:gd name="connsiteY69" fmla="*/ 117052 h 215103"/>
              <a:gd name="connsiteX70" fmla="*/ 216226 w 940594"/>
              <a:gd name="connsiteY70" fmla="*/ 109137 h 215103"/>
              <a:gd name="connsiteX71" fmla="*/ 204910 w 940594"/>
              <a:gd name="connsiteY71" fmla="*/ 109137 h 215103"/>
              <a:gd name="connsiteX72" fmla="*/ 185832 w 940594"/>
              <a:gd name="connsiteY72" fmla="*/ 117043 h 215103"/>
              <a:gd name="connsiteX73" fmla="*/ 199129 w 940594"/>
              <a:gd name="connsiteY73" fmla="*/ 130359 h 215103"/>
              <a:gd name="connsiteX74" fmla="*/ 204901 w 940594"/>
              <a:gd name="connsiteY74" fmla="*/ 127939 h 215103"/>
              <a:gd name="connsiteX75" fmla="*/ 147142 w 940594"/>
              <a:gd name="connsiteY75" fmla="*/ 100936 h 215103"/>
              <a:gd name="connsiteX76" fmla="*/ 130445 w 940594"/>
              <a:gd name="connsiteY76" fmla="*/ 149704 h 215103"/>
              <a:gd name="connsiteX77" fmla="*/ 131150 w 940594"/>
              <a:gd name="connsiteY77" fmla="*/ 159753 h 215103"/>
              <a:gd name="connsiteX78" fmla="*/ 131455 w 940594"/>
              <a:gd name="connsiteY78" fmla="*/ 161515 h 215103"/>
              <a:gd name="connsiteX79" fmla="*/ 113147 w 940594"/>
              <a:gd name="connsiteY79" fmla="*/ 161515 h 215103"/>
              <a:gd name="connsiteX80" fmla="*/ 113147 w 940594"/>
              <a:gd name="connsiteY80" fmla="*/ 193462 h 215103"/>
              <a:gd name="connsiteX81" fmla="*/ 106204 w 940594"/>
              <a:gd name="connsiteY81" fmla="*/ 200406 h 215103"/>
              <a:gd name="connsiteX82" fmla="*/ 11249 w 940594"/>
              <a:gd name="connsiteY82" fmla="*/ 200406 h 215103"/>
              <a:gd name="connsiteX83" fmla="*/ 4315 w 940594"/>
              <a:gd name="connsiteY83" fmla="*/ 193462 h 215103"/>
              <a:gd name="connsiteX84" fmla="*/ 4315 w 940594"/>
              <a:gd name="connsiteY84" fmla="*/ 172774 h 215103"/>
              <a:gd name="connsiteX85" fmla="*/ 11249 w 940594"/>
              <a:gd name="connsiteY85" fmla="*/ 165839 h 215103"/>
              <a:gd name="connsiteX86" fmla="*/ 49225 w 940594"/>
              <a:gd name="connsiteY86" fmla="*/ 165839 h 215103"/>
              <a:gd name="connsiteX87" fmla="*/ 0 w 940594"/>
              <a:gd name="connsiteY87" fmla="*/ 142522 h 215103"/>
              <a:gd name="connsiteX88" fmla="*/ 147142 w 940594"/>
              <a:gd name="connsiteY88" fmla="*/ 100936 h 215103"/>
              <a:gd name="connsiteX89" fmla="*/ 826198 w 940594"/>
              <a:gd name="connsiteY89" fmla="*/ 84315 h 215103"/>
              <a:gd name="connsiteX90" fmla="*/ 891634 w 940594"/>
              <a:gd name="connsiteY90" fmla="*/ 149714 h 215103"/>
              <a:gd name="connsiteX91" fmla="*/ 891368 w 940594"/>
              <a:gd name="connsiteY91" fmla="*/ 155295 h 215103"/>
              <a:gd name="connsiteX92" fmla="*/ 826217 w 940594"/>
              <a:gd name="connsiteY92" fmla="*/ 215103 h 215103"/>
              <a:gd name="connsiteX93" fmla="*/ 761390 w 940594"/>
              <a:gd name="connsiteY93" fmla="*/ 157924 h 215103"/>
              <a:gd name="connsiteX94" fmla="*/ 760799 w 940594"/>
              <a:gd name="connsiteY94" fmla="*/ 149714 h 215103"/>
              <a:gd name="connsiteX95" fmla="*/ 826198 w 940594"/>
              <a:gd name="connsiteY95" fmla="*/ 84315 h 215103"/>
              <a:gd name="connsiteX96" fmla="*/ 210559 w 940594"/>
              <a:gd name="connsiteY96" fmla="*/ 84315 h 215103"/>
              <a:gd name="connsiteX97" fmla="*/ 275995 w 940594"/>
              <a:gd name="connsiteY97" fmla="*/ 149714 h 215103"/>
              <a:gd name="connsiteX98" fmla="*/ 275710 w 940594"/>
              <a:gd name="connsiteY98" fmla="*/ 155295 h 215103"/>
              <a:gd name="connsiteX99" fmla="*/ 210568 w 940594"/>
              <a:gd name="connsiteY99" fmla="*/ 215103 h 215103"/>
              <a:gd name="connsiteX100" fmla="*/ 145751 w 940594"/>
              <a:gd name="connsiteY100" fmla="*/ 157924 h 215103"/>
              <a:gd name="connsiteX101" fmla="*/ 145160 w 940594"/>
              <a:gd name="connsiteY101" fmla="*/ 149714 h 215103"/>
              <a:gd name="connsiteX102" fmla="*/ 210559 w 940594"/>
              <a:gd name="connsiteY102" fmla="*/ 84315 h 215103"/>
              <a:gd name="connsiteX103" fmla="*/ 531257 w 940594"/>
              <a:gd name="connsiteY103" fmla="*/ 12963 h 215103"/>
              <a:gd name="connsiteX104" fmla="*/ 627926 w 940594"/>
              <a:gd name="connsiteY104" fmla="*/ 12963 h 215103"/>
              <a:gd name="connsiteX105" fmla="*/ 782012 w 940594"/>
              <a:gd name="connsiteY105" fmla="*/ 81219 h 215103"/>
              <a:gd name="connsiteX106" fmla="*/ 743226 w 940594"/>
              <a:gd name="connsiteY106" fmla="*/ 149704 h 215103"/>
              <a:gd name="connsiteX107" fmla="*/ 743921 w 940594"/>
              <a:gd name="connsiteY107" fmla="*/ 159772 h 215103"/>
              <a:gd name="connsiteX108" fmla="*/ 761447 w 940594"/>
              <a:gd name="connsiteY108" fmla="*/ 200405 h 215103"/>
              <a:gd name="connsiteX109" fmla="*/ 291074 w 940594"/>
              <a:gd name="connsiteY109" fmla="*/ 200405 h 215103"/>
              <a:gd name="connsiteX110" fmla="*/ 290703 w 940594"/>
              <a:gd name="connsiteY110" fmla="*/ 149732 h 215103"/>
              <a:gd name="connsiteX111" fmla="*/ 265109 w 940594"/>
              <a:gd name="connsiteY111" fmla="*/ 91192 h 215103"/>
              <a:gd name="connsiteX112" fmla="*/ 391268 w 940594"/>
              <a:gd name="connsiteY112" fmla="*/ 91820 h 215103"/>
              <a:gd name="connsiteX113" fmla="*/ 397316 w 940594"/>
              <a:gd name="connsiteY113" fmla="*/ 69970 h 215103"/>
              <a:gd name="connsiteX114" fmla="*/ 406917 w 940594"/>
              <a:gd name="connsiteY114" fmla="*/ 67960 h 215103"/>
              <a:gd name="connsiteX115" fmla="*/ 433187 w 940594"/>
              <a:gd name="connsiteY115" fmla="*/ 78857 h 215103"/>
              <a:gd name="connsiteX116" fmla="*/ 443960 w 940594"/>
              <a:gd name="connsiteY116" fmla="*/ 91820 h 215103"/>
              <a:gd name="connsiteX117" fmla="*/ 507015 w 940594"/>
              <a:gd name="connsiteY117" fmla="*/ 69970 h 215103"/>
              <a:gd name="connsiteX118" fmla="*/ 508416 w 940594"/>
              <a:gd name="connsiteY118" fmla="*/ 65789 h 215103"/>
              <a:gd name="connsiteX119" fmla="*/ 520579 w 940594"/>
              <a:gd name="connsiteY119" fmla="*/ 57016 h 215103"/>
              <a:gd name="connsiteX120" fmla="*/ 538115 w 940594"/>
              <a:gd name="connsiteY120" fmla="*/ 57016 h 215103"/>
              <a:gd name="connsiteX121" fmla="*/ 538115 w 940594"/>
              <a:gd name="connsiteY121" fmla="*/ 47520 h 215103"/>
              <a:gd name="connsiteX122" fmla="*/ 531257 w 940594"/>
              <a:gd name="connsiteY122" fmla="*/ 47520 h 215103"/>
              <a:gd name="connsiteX123" fmla="*/ 520836 w 940594"/>
              <a:gd name="connsiteY123" fmla="*/ 37090 h 215103"/>
              <a:gd name="connsiteX124" fmla="*/ 520836 w 940594"/>
              <a:gd name="connsiteY124" fmla="*/ 23393 h 215103"/>
              <a:gd name="connsiteX125" fmla="*/ 531257 w 940594"/>
              <a:gd name="connsiteY125" fmla="*/ 12963 h 215103"/>
              <a:gd name="connsiteX126" fmla="*/ 821855 w 940594"/>
              <a:gd name="connsiteY126" fmla="*/ 0 h 215103"/>
              <a:gd name="connsiteX127" fmla="*/ 923334 w 940594"/>
              <a:gd name="connsiteY127" fmla="*/ 0 h 215103"/>
              <a:gd name="connsiteX128" fmla="*/ 940594 w 940594"/>
              <a:gd name="connsiteY128" fmla="*/ 17288 h 215103"/>
              <a:gd name="connsiteX129" fmla="*/ 940594 w 940594"/>
              <a:gd name="connsiteY129" fmla="*/ 152886 h 215103"/>
              <a:gd name="connsiteX130" fmla="*/ 903332 w 940594"/>
              <a:gd name="connsiteY130" fmla="*/ 152886 h 215103"/>
              <a:gd name="connsiteX131" fmla="*/ 903494 w 940594"/>
              <a:gd name="connsiteY131" fmla="*/ 149704 h 215103"/>
              <a:gd name="connsiteX132" fmla="*/ 827294 w 940594"/>
              <a:gd name="connsiteY132" fmla="*/ 69780 h 215103"/>
              <a:gd name="connsiteX133" fmla="*/ 809625 w 940594"/>
              <a:gd name="connsiteY133" fmla="*/ 52121 h 215103"/>
              <a:gd name="connsiteX134" fmla="*/ 804567 w 940594"/>
              <a:gd name="connsiteY134" fmla="*/ 39910 h 215103"/>
              <a:gd name="connsiteX135" fmla="*/ 804567 w 940594"/>
              <a:gd name="connsiteY135" fmla="*/ 17278 h 215103"/>
              <a:gd name="connsiteX136" fmla="*/ 821855 w 940594"/>
              <a:gd name="connsiteY136" fmla="*/ 0 h 215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</a:cxnLst>
            <a:rect l="l" t="t" r="r" b="b"/>
            <a:pathLst>
              <a:path w="940594" h="215103">
                <a:moveTo>
                  <a:pt x="814882" y="169192"/>
                </a:moveTo>
                <a:lnTo>
                  <a:pt x="801585" y="182489"/>
                </a:lnTo>
                <a:cubicBezTo>
                  <a:pt x="807014" y="186575"/>
                  <a:pt x="813472" y="189366"/>
                  <a:pt x="820540" y="190338"/>
                </a:cubicBezTo>
                <a:lnTo>
                  <a:pt x="820549" y="190338"/>
                </a:lnTo>
                <a:lnTo>
                  <a:pt x="820549" y="171478"/>
                </a:lnTo>
                <a:cubicBezTo>
                  <a:pt x="818559" y="170954"/>
                  <a:pt x="816625" y="170202"/>
                  <a:pt x="814882" y="169192"/>
                </a:cubicBezTo>
                <a:close/>
                <a:moveTo>
                  <a:pt x="199243" y="169173"/>
                </a:moveTo>
                <a:lnTo>
                  <a:pt x="185946" y="182489"/>
                </a:lnTo>
                <a:cubicBezTo>
                  <a:pt x="191385" y="186575"/>
                  <a:pt x="197833" y="189366"/>
                  <a:pt x="204901" y="190338"/>
                </a:cubicBezTo>
                <a:lnTo>
                  <a:pt x="204901" y="171459"/>
                </a:lnTo>
                <a:cubicBezTo>
                  <a:pt x="202910" y="170945"/>
                  <a:pt x="200977" y="170192"/>
                  <a:pt x="199243" y="169173"/>
                </a:cubicBezTo>
                <a:close/>
                <a:moveTo>
                  <a:pt x="837570" y="169154"/>
                </a:moveTo>
                <a:cubicBezTo>
                  <a:pt x="835789" y="170192"/>
                  <a:pt x="833884" y="170935"/>
                  <a:pt x="831865" y="171478"/>
                </a:cubicBezTo>
                <a:lnTo>
                  <a:pt x="831865" y="190338"/>
                </a:lnTo>
                <a:cubicBezTo>
                  <a:pt x="838961" y="189366"/>
                  <a:pt x="845419" y="186594"/>
                  <a:pt x="850867" y="182489"/>
                </a:cubicBezTo>
                <a:close/>
                <a:moveTo>
                  <a:pt x="221922" y="169154"/>
                </a:moveTo>
                <a:cubicBezTo>
                  <a:pt x="220150" y="170192"/>
                  <a:pt x="218245" y="170935"/>
                  <a:pt x="216226" y="171478"/>
                </a:cubicBezTo>
                <a:lnTo>
                  <a:pt x="216226" y="190338"/>
                </a:lnTo>
                <a:cubicBezTo>
                  <a:pt x="223322" y="189366"/>
                  <a:pt x="229771" y="186594"/>
                  <a:pt x="235209" y="182489"/>
                </a:cubicBezTo>
                <a:close/>
                <a:moveTo>
                  <a:pt x="848010" y="155476"/>
                </a:moveTo>
                <a:cubicBezTo>
                  <a:pt x="847467" y="157515"/>
                  <a:pt x="846591" y="159391"/>
                  <a:pt x="845572" y="161153"/>
                </a:cubicBezTo>
                <a:lnTo>
                  <a:pt x="858983" y="174564"/>
                </a:lnTo>
                <a:cubicBezTo>
                  <a:pt x="863117" y="169126"/>
                  <a:pt x="865784" y="162572"/>
                  <a:pt x="866793" y="155476"/>
                </a:cubicBezTo>
                <a:close/>
                <a:moveTo>
                  <a:pt x="785554" y="155476"/>
                </a:moveTo>
                <a:cubicBezTo>
                  <a:pt x="786555" y="162572"/>
                  <a:pt x="789364" y="169087"/>
                  <a:pt x="793498" y="174526"/>
                </a:cubicBezTo>
                <a:lnTo>
                  <a:pt x="806871" y="161172"/>
                </a:lnTo>
                <a:cubicBezTo>
                  <a:pt x="805814" y="159401"/>
                  <a:pt x="805033" y="157496"/>
                  <a:pt x="804490" y="155476"/>
                </a:cubicBezTo>
                <a:close/>
                <a:moveTo>
                  <a:pt x="232361" y="155476"/>
                </a:moveTo>
                <a:cubicBezTo>
                  <a:pt x="231818" y="157515"/>
                  <a:pt x="230952" y="159391"/>
                  <a:pt x="229933" y="161153"/>
                </a:cubicBezTo>
                <a:lnTo>
                  <a:pt x="243334" y="174564"/>
                </a:lnTo>
                <a:cubicBezTo>
                  <a:pt x="247478" y="169126"/>
                  <a:pt x="250154" y="162572"/>
                  <a:pt x="251145" y="155476"/>
                </a:cubicBezTo>
                <a:close/>
                <a:moveTo>
                  <a:pt x="169915" y="155476"/>
                </a:moveTo>
                <a:cubicBezTo>
                  <a:pt x="170916" y="162572"/>
                  <a:pt x="173725" y="169087"/>
                  <a:pt x="177859" y="174526"/>
                </a:cubicBezTo>
                <a:lnTo>
                  <a:pt x="191232" y="161172"/>
                </a:lnTo>
                <a:cubicBezTo>
                  <a:pt x="190175" y="159401"/>
                  <a:pt x="189394" y="157496"/>
                  <a:pt x="188851" y="155476"/>
                </a:cubicBezTo>
                <a:close/>
                <a:moveTo>
                  <a:pt x="858973" y="125063"/>
                </a:moveTo>
                <a:lnTo>
                  <a:pt x="845638" y="138398"/>
                </a:lnTo>
                <a:cubicBezTo>
                  <a:pt x="846676" y="140179"/>
                  <a:pt x="847476" y="142113"/>
                  <a:pt x="848000" y="144161"/>
                </a:cubicBezTo>
                <a:lnTo>
                  <a:pt x="848000" y="144170"/>
                </a:lnTo>
                <a:lnTo>
                  <a:pt x="866803" y="144170"/>
                </a:lnTo>
                <a:cubicBezTo>
                  <a:pt x="865841" y="137026"/>
                  <a:pt x="863117" y="130540"/>
                  <a:pt x="858973" y="125063"/>
                </a:cubicBezTo>
                <a:close/>
                <a:moveTo>
                  <a:pt x="243344" y="125063"/>
                </a:moveTo>
                <a:lnTo>
                  <a:pt x="230009" y="138398"/>
                </a:lnTo>
                <a:cubicBezTo>
                  <a:pt x="231037" y="140179"/>
                  <a:pt x="231857" y="142113"/>
                  <a:pt x="232361" y="144161"/>
                </a:cubicBezTo>
                <a:lnTo>
                  <a:pt x="232361" y="144170"/>
                </a:lnTo>
                <a:lnTo>
                  <a:pt x="251183" y="144170"/>
                </a:lnTo>
                <a:cubicBezTo>
                  <a:pt x="250211" y="137026"/>
                  <a:pt x="247487" y="130540"/>
                  <a:pt x="243344" y="125063"/>
                </a:cubicBezTo>
                <a:close/>
                <a:moveTo>
                  <a:pt x="793451" y="125053"/>
                </a:moveTo>
                <a:cubicBezTo>
                  <a:pt x="789317" y="130540"/>
                  <a:pt x="786583" y="137017"/>
                  <a:pt x="785602" y="144151"/>
                </a:cubicBezTo>
                <a:lnTo>
                  <a:pt x="804424" y="144151"/>
                </a:lnTo>
                <a:cubicBezTo>
                  <a:pt x="804938" y="142113"/>
                  <a:pt x="805757" y="140179"/>
                  <a:pt x="806795" y="138388"/>
                </a:cubicBezTo>
                <a:close/>
                <a:moveTo>
                  <a:pt x="177802" y="125053"/>
                </a:moveTo>
                <a:cubicBezTo>
                  <a:pt x="173678" y="130540"/>
                  <a:pt x="170944" y="137017"/>
                  <a:pt x="169973" y="144151"/>
                </a:cubicBezTo>
                <a:lnTo>
                  <a:pt x="188785" y="144151"/>
                </a:lnTo>
                <a:cubicBezTo>
                  <a:pt x="189289" y="142113"/>
                  <a:pt x="190118" y="140179"/>
                  <a:pt x="191156" y="138388"/>
                </a:cubicBezTo>
                <a:close/>
                <a:moveTo>
                  <a:pt x="831865" y="109137"/>
                </a:moveTo>
                <a:lnTo>
                  <a:pt x="831884" y="127939"/>
                </a:lnTo>
                <a:cubicBezTo>
                  <a:pt x="833941" y="128482"/>
                  <a:pt x="835894" y="129311"/>
                  <a:pt x="837685" y="130359"/>
                </a:cubicBezTo>
                <a:lnTo>
                  <a:pt x="850982" y="117052"/>
                </a:lnTo>
                <a:cubicBezTo>
                  <a:pt x="845514" y="112880"/>
                  <a:pt x="839018" y="110128"/>
                  <a:pt x="831865" y="109137"/>
                </a:cubicBezTo>
                <a:close/>
                <a:moveTo>
                  <a:pt x="820559" y="109137"/>
                </a:moveTo>
                <a:cubicBezTo>
                  <a:pt x="813434" y="110128"/>
                  <a:pt x="806919" y="112871"/>
                  <a:pt x="801471" y="117043"/>
                </a:cubicBezTo>
                <a:lnTo>
                  <a:pt x="814768" y="130359"/>
                </a:lnTo>
                <a:cubicBezTo>
                  <a:pt x="816558" y="129311"/>
                  <a:pt x="818492" y="128482"/>
                  <a:pt x="820540" y="127939"/>
                </a:cubicBezTo>
                <a:lnTo>
                  <a:pt x="820540" y="127949"/>
                </a:lnTo>
                <a:lnTo>
                  <a:pt x="820559" y="127949"/>
                </a:lnTo>
                <a:close/>
                <a:moveTo>
                  <a:pt x="216226" y="109137"/>
                </a:moveTo>
                <a:lnTo>
                  <a:pt x="216236" y="127939"/>
                </a:lnTo>
                <a:cubicBezTo>
                  <a:pt x="218293" y="128482"/>
                  <a:pt x="220246" y="129311"/>
                  <a:pt x="222036" y="130359"/>
                </a:cubicBezTo>
                <a:lnTo>
                  <a:pt x="235343" y="117052"/>
                </a:lnTo>
                <a:cubicBezTo>
                  <a:pt x="229875" y="112880"/>
                  <a:pt x="223379" y="110128"/>
                  <a:pt x="216226" y="109137"/>
                </a:cubicBezTo>
                <a:close/>
                <a:moveTo>
                  <a:pt x="204910" y="109137"/>
                </a:moveTo>
                <a:cubicBezTo>
                  <a:pt x="197795" y="110128"/>
                  <a:pt x="191290" y="112871"/>
                  <a:pt x="185832" y="117043"/>
                </a:cubicBezTo>
                <a:lnTo>
                  <a:pt x="199129" y="130359"/>
                </a:lnTo>
                <a:cubicBezTo>
                  <a:pt x="200929" y="129311"/>
                  <a:pt x="202862" y="128482"/>
                  <a:pt x="204901" y="127939"/>
                </a:cubicBezTo>
                <a:close/>
                <a:moveTo>
                  <a:pt x="147142" y="100936"/>
                </a:moveTo>
                <a:cubicBezTo>
                  <a:pt x="136722" y="114471"/>
                  <a:pt x="130445" y="131340"/>
                  <a:pt x="130445" y="149704"/>
                </a:cubicBezTo>
                <a:cubicBezTo>
                  <a:pt x="130445" y="152885"/>
                  <a:pt x="130683" y="156219"/>
                  <a:pt x="131150" y="159753"/>
                </a:cubicBezTo>
                <a:cubicBezTo>
                  <a:pt x="131226" y="160362"/>
                  <a:pt x="131369" y="160924"/>
                  <a:pt x="131455" y="161515"/>
                </a:cubicBezTo>
                <a:lnTo>
                  <a:pt x="113147" y="161515"/>
                </a:lnTo>
                <a:lnTo>
                  <a:pt x="113147" y="193462"/>
                </a:lnTo>
                <a:cubicBezTo>
                  <a:pt x="113147" y="197300"/>
                  <a:pt x="110042" y="200406"/>
                  <a:pt x="106204" y="200406"/>
                </a:cubicBezTo>
                <a:lnTo>
                  <a:pt x="11249" y="200406"/>
                </a:lnTo>
                <a:cubicBezTo>
                  <a:pt x="7410" y="200406"/>
                  <a:pt x="4315" y="197291"/>
                  <a:pt x="4315" y="193462"/>
                </a:cubicBezTo>
                <a:lnTo>
                  <a:pt x="4315" y="172774"/>
                </a:lnTo>
                <a:cubicBezTo>
                  <a:pt x="4315" y="168935"/>
                  <a:pt x="7420" y="165839"/>
                  <a:pt x="11249" y="165839"/>
                </a:cubicBezTo>
                <a:lnTo>
                  <a:pt x="49225" y="165839"/>
                </a:lnTo>
                <a:cubicBezTo>
                  <a:pt x="49225" y="142703"/>
                  <a:pt x="0" y="153724"/>
                  <a:pt x="0" y="142522"/>
                </a:cubicBezTo>
                <a:cubicBezTo>
                  <a:pt x="38519" y="121405"/>
                  <a:pt x="92050" y="108613"/>
                  <a:pt x="147142" y="100936"/>
                </a:cubicBezTo>
                <a:close/>
                <a:moveTo>
                  <a:pt x="826198" y="84315"/>
                </a:moveTo>
                <a:cubicBezTo>
                  <a:pt x="862345" y="84315"/>
                  <a:pt x="891625" y="113576"/>
                  <a:pt x="891634" y="149714"/>
                </a:cubicBezTo>
                <a:cubicBezTo>
                  <a:pt x="891634" y="151590"/>
                  <a:pt x="891530" y="153447"/>
                  <a:pt x="891368" y="155295"/>
                </a:cubicBezTo>
                <a:cubicBezTo>
                  <a:pt x="888510" y="188804"/>
                  <a:pt x="860488" y="215103"/>
                  <a:pt x="826217" y="215103"/>
                </a:cubicBezTo>
                <a:cubicBezTo>
                  <a:pt x="792898" y="215103"/>
                  <a:pt x="765447" y="190176"/>
                  <a:pt x="761390" y="157924"/>
                </a:cubicBezTo>
                <a:cubicBezTo>
                  <a:pt x="761028" y="155238"/>
                  <a:pt x="760799" y="152504"/>
                  <a:pt x="760799" y="149714"/>
                </a:cubicBezTo>
                <a:cubicBezTo>
                  <a:pt x="760799" y="113566"/>
                  <a:pt x="790098" y="84315"/>
                  <a:pt x="826198" y="84315"/>
                </a:cubicBezTo>
                <a:close/>
                <a:moveTo>
                  <a:pt x="210559" y="84315"/>
                </a:moveTo>
                <a:cubicBezTo>
                  <a:pt x="246697" y="84315"/>
                  <a:pt x="275995" y="113576"/>
                  <a:pt x="275995" y="149714"/>
                </a:cubicBezTo>
                <a:cubicBezTo>
                  <a:pt x="275995" y="151590"/>
                  <a:pt x="275872" y="153447"/>
                  <a:pt x="275710" y="155295"/>
                </a:cubicBezTo>
                <a:cubicBezTo>
                  <a:pt x="272862" y="188804"/>
                  <a:pt x="244839" y="215103"/>
                  <a:pt x="210568" y="215103"/>
                </a:cubicBezTo>
                <a:cubicBezTo>
                  <a:pt x="177250" y="215103"/>
                  <a:pt x="149808" y="190176"/>
                  <a:pt x="145751" y="157924"/>
                </a:cubicBezTo>
                <a:cubicBezTo>
                  <a:pt x="145389" y="155238"/>
                  <a:pt x="145160" y="152504"/>
                  <a:pt x="145160" y="149714"/>
                </a:cubicBezTo>
                <a:cubicBezTo>
                  <a:pt x="145160" y="113566"/>
                  <a:pt x="174459" y="84315"/>
                  <a:pt x="210559" y="84315"/>
                </a:cubicBezTo>
                <a:close/>
                <a:moveTo>
                  <a:pt x="531257" y="12963"/>
                </a:moveTo>
                <a:lnTo>
                  <a:pt x="627926" y="12963"/>
                </a:lnTo>
                <a:lnTo>
                  <a:pt x="782012" y="81219"/>
                </a:lnTo>
                <a:cubicBezTo>
                  <a:pt x="758828" y="95249"/>
                  <a:pt x="743226" y="120662"/>
                  <a:pt x="743226" y="149704"/>
                </a:cubicBezTo>
                <a:cubicBezTo>
                  <a:pt x="743226" y="152885"/>
                  <a:pt x="743474" y="156219"/>
                  <a:pt x="743921" y="159772"/>
                </a:cubicBezTo>
                <a:cubicBezTo>
                  <a:pt x="745855" y="175183"/>
                  <a:pt x="752151" y="189090"/>
                  <a:pt x="761447" y="200405"/>
                </a:cubicBezTo>
                <a:lnTo>
                  <a:pt x="291074" y="200405"/>
                </a:lnTo>
                <a:cubicBezTo>
                  <a:pt x="291074" y="200405"/>
                  <a:pt x="290703" y="152018"/>
                  <a:pt x="290703" y="149732"/>
                </a:cubicBezTo>
                <a:cubicBezTo>
                  <a:pt x="290703" y="126625"/>
                  <a:pt x="280806" y="105832"/>
                  <a:pt x="265109" y="91192"/>
                </a:cubicBezTo>
                <a:cubicBezTo>
                  <a:pt x="336413" y="88630"/>
                  <a:pt x="391268" y="91820"/>
                  <a:pt x="391268" y="91820"/>
                </a:cubicBezTo>
                <a:lnTo>
                  <a:pt x="397316" y="69970"/>
                </a:lnTo>
                <a:cubicBezTo>
                  <a:pt x="400621" y="68856"/>
                  <a:pt x="403869" y="68246"/>
                  <a:pt x="406917" y="67960"/>
                </a:cubicBezTo>
                <a:cubicBezTo>
                  <a:pt x="416937" y="67036"/>
                  <a:pt x="426767" y="71113"/>
                  <a:pt x="433187" y="78857"/>
                </a:cubicBezTo>
                <a:lnTo>
                  <a:pt x="443960" y="91820"/>
                </a:lnTo>
                <a:cubicBezTo>
                  <a:pt x="459914" y="91820"/>
                  <a:pt x="475097" y="67389"/>
                  <a:pt x="507015" y="69970"/>
                </a:cubicBezTo>
                <a:lnTo>
                  <a:pt x="508416" y="65789"/>
                </a:lnTo>
                <a:cubicBezTo>
                  <a:pt x="510140" y="60550"/>
                  <a:pt x="515064" y="57016"/>
                  <a:pt x="520579" y="57016"/>
                </a:cubicBezTo>
                <a:lnTo>
                  <a:pt x="538115" y="57016"/>
                </a:lnTo>
                <a:lnTo>
                  <a:pt x="538115" y="47520"/>
                </a:lnTo>
                <a:lnTo>
                  <a:pt x="531257" y="47520"/>
                </a:lnTo>
                <a:cubicBezTo>
                  <a:pt x="525494" y="47520"/>
                  <a:pt x="520836" y="42843"/>
                  <a:pt x="520836" y="37090"/>
                </a:cubicBezTo>
                <a:lnTo>
                  <a:pt x="520836" y="23393"/>
                </a:lnTo>
                <a:cubicBezTo>
                  <a:pt x="520836" y="17630"/>
                  <a:pt x="525503" y="12963"/>
                  <a:pt x="531257" y="12963"/>
                </a:cubicBezTo>
                <a:close/>
                <a:moveTo>
                  <a:pt x="821855" y="0"/>
                </a:moveTo>
                <a:lnTo>
                  <a:pt x="923334" y="0"/>
                </a:lnTo>
                <a:cubicBezTo>
                  <a:pt x="932869" y="0"/>
                  <a:pt x="940613" y="7734"/>
                  <a:pt x="940594" y="17288"/>
                </a:cubicBezTo>
                <a:lnTo>
                  <a:pt x="940594" y="152886"/>
                </a:lnTo>
                <a:lnTo>
                  <a:pt x="903332" y="152886"/>
                </a:lnTo>
                <a:cubicBezTo>
                  <a:pt x="903379" y="151838"/>
                  <a:pt x="903494" y="150762"/>
                  <a:pt x="903494" y="149704"/>
                </a:cubicBezTo>
                <a:cubicBezTo>
                  <a:pt x="903494" y="106861"/>
                  <a:pt x="869642" y="71857"/>
                  <a:pt x="827294" y="69780"/>
                </a:cubicBezTo>
                <a:lnTo>
                  <a:pt x="809625" y="52121"/>
                </a:lnTo>
                <a:cubicBezTo>
                  <a:pt x="806386" y="48882"/>
                  <a:pt x="804567" y="44482"/>
                  <a:pt x="804567" y="39910"/>
                </a:cubicBezTo>
                <a:lnTo>
                  <a:pt x="804567" y="17278"/>
                </a:lnTo>
                <a:cubicBezTo>
                  <a:pt x="804567" y="7734"/>
                  <a:pt x="812301" y="0"/>
                  <a:pt x="821855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VI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B6D0AA-44D3-59F5-C25D-EB1941910388}"/>
              </a:ext>
            </a:extLst>
          </p:cNvPr>
          <p:cNvSpPr txBox="1"/>
          <p:nvPr/>
        </p:nvSpPr>
        <p:spPr>
          <a:xfrm flipH="1">
            <a:off x="435666" y="5610509"/>
            <a:ext cx="3700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smtClean="0">
                <a:latin typeface="Arial Black" panose="020B0A04020102020204" pitchFamily="34" charset="0"/>
              </a:rPr>
              <a:t>„A Fal” </a:t>
            </a:r>
            <a:r>
              <a:rPr lang="hu-HU" dirty="0">
                <a:latin typeface="Arial Black" panose="020B0A04020102020204" pitchFamily="34" charset="0"/>
              </a:rPr>
              <a:t>Tippjáték:</a:t>
            </a:r>
            <a:endParaRPr lang="en-VI" dirty="0">
              <a:solidFill>
                <a:schemeClr val="tx1">
                  <a:lumMod val="95000"/>
                  <a:lumOff val="5000"/>
                </a:schemeClr>
              </a:solidFill>
              <a:latin typeface="Arial Black" panose="020B0A04020102020204" pitchFamily="34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B8804B-EA26-108F-3D63-D39A39799978}"/>
              </a:ext>
            </a:extLst>
          </p:cNvPr>
          <p:cNvSpPr txBox="1"/>
          <p:nvPr/>
        </p:nvSpPr>
        <p:spPr>
          <a:xfrm flipH="1">
            <a:off x="435668" y="5914450"/>
            <a:ext cx="93542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/>
              <a:t>Tedd próbára szakértelmedet a futamok előtti fogd-és-vidd </a:t>
            </a:r>
            <a:r>
              <a:rPr lang="hu-HU" sz="1400" dirty="0" smtClean="0"/>
              <a:t>tippjátékban</a:t>
            </a:r>
            <a:r>
              <a:rPr lang="hu-HU" sz="1400" dirty="0"/>
              <a:t>, majd </a:t>
            </a:r>
            <a:r>
              <a:rPr lang="hu-HU" sz="1400" dirty="0" err="1"/>
              <a:t>váltsd</a:t>
            </a:r>
            <a:r>
              <a:rPr lang="hu-HU" sz="1400" dirty="0"/>
              <a:t> </a:t>
            </a:r>
            <a:r>
              <a:rPr lang="hu-HU" sz="1400" dirty="0" smtClean="0"/>
              <a:t>pontjaidat értékes nyereményekért!</a:t>
            </a:r>
            <a:endParaRPr lang="en-VI" sz="1400" dirty="0">
              <a:solidFill>
                <a:schemeClr val="tx1">
                  <a:lumMod val="50000"/>
                  <a:lumOff val="50000"/>
                </a:schemeClr>
              </a:solidFill>
              <a:latin typeface="Questrial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FB5D95-A6A9-391A-419E-7CBE36A70FAE}"/>
              </a:ext>
            </a:extLst>
          </p:cNvPr>
          <p:cNvSpPr txBox="1"/>
          <p:nvPr/>
        </p:nvSpPr>
        <p:spPr>
          <a:xfrm>
            <a:off x="10265729" y="5979841"/>
            <a:ext cx="496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Questrial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05</a:t>
            </a:r>
            <a:endParaRPr lang="en-VI" sz="2000" dirty="0">
              <a:solidFill>
                <a:schemeClr val="tx1">
                  <a:lumMod val="95000"/>
                  <a:lumOff val="5000"/>
                </a:schemeClr>
              </a:solidFill>
              <a:latin typeface="Questrial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93CF111-37EF-DCA7-3182-0AE5D6CCF976}"/>
              </a:ext>
            </a:extLst>
          </p:cNvPr>
          <p:cNvCxnSpPr>
            <a:cxnSpLocks/>
          </p:cNvCxnSpPr>
          <p:nvPr/>
        </p:nvCxnSpPr>
        <p:spPr>
          <a:xfrm>
            <a:off x="492458" y="6280441"/>
            <a:ext cx="1105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622332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4675 0.00162 L 2.5E-6 4.07407E-6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331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3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4779 0.00046 L 3.75E-6 1.48148E-6 " pathEditMode="relative" rAng="0" ptsTypes="AA">
                                      <p:cBhvr>
                                        <p:cTn id="3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344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63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4779 0.00046 L 2.29167E-6 -1.11111E-6 " pathEditMode="relative" rAng="0" ptsTypes="AA">
                                      <p:cBhvr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39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500"/>
                            </p:stCondLst>
                            <p:childTnLst>
                              <p:par>
                                <p:cTn id="5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0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4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63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4792 0.00023 L 3.75E-6 -2.22222E-6 " pathEditMode="relative" rAng="0" ptsTypes="AA">
                                      <p:cBhvr>
                                        <p:cTn id="7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35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0"/>
                            </p:stCondLst>
                            <p:childTnLst>
                              <p:par>
                                <p:cTn id="8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5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60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63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4753 0.00208 L -4.79167E-6 -4.44444E-6 " pathEditMode="relative" rAng="0" ptsTypes="AA">
                                      <p:cBhvr>
                                        <p:cTn id="10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292" y="-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6500"/>
                            </p:stCondLst>
                            <p:childTnLst>
                              <p:par>
                                <p:cTn id="10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7000"/>
                            </p:stCondLst>
                            <p:childTnLst>
                              <p:par>
                                <p:cTn id="10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3" grpId="1" animBg="1"/>
      <p:bldP spid="37" grpId="0"/>
      <p:bldP spid="38" grpId="0"/>
      <p:bldP spid="35" grpId="0"/>
      <p:bldP spid="27" grpId="0" animBg="1"/>
      <p:bldP spid="27" grpId="1" animBg="1"/>
      <p:bldP spid="31" grpId="0"/>
      <p:bldP spid="32" grpId="0"/>
      <p:bldP spid="29" grpId="0"/>
      <p:bldP spid="21" grpId="0" animBg="1"/>
      <p:bldP spid="21" grpId="1" animBg="1"/>
      <p:bldP spid="25" grpId="0"/>
      <p:bldP spid="26" grpId="0"/>
      <p:bldP spid="23" grpId="0"/>
      <p:bldP spid="15" grpId="0" animBg="1"/>
      <p:bldP spid="15" grpId="1" animBg="1"/>
      <p:bldP spid="19" grpId="0"/>
      <p:bldP spid="20" grpId="0"/>
      <p:bldP spid="17" grpId="0"/>
      <p:bldP spid="9" grpId="0" animBg="1"/>
      <p:bldP spid="9" grpId="1" animBg="1"/>
      <p:bldP spid="13" grpId="0"/>
      <p:bldP spid="14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8CD226-EBD6-F092-219E-6676D0BC9B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2934" y="167812"/>
            <a:ext cx="11401925" cy="646587"/>
          </a:xfrm>
        </p:spPr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Arial Black" panose="020B0A04020102020204" pitchFamily="34" charset="0"/>
                <a:ea typeface="Roboto Condensed Medium" panose="02000000000000000000" pitchFamily="2" charset="0"/>
              </a:rPr>
              <a:t>Verseny hétvégék és bajnokság</a:t>
            </a:r>
            <a:endParaRPr lang="en-VI" dirty="0">
              <a:solidFill>
                <a:schemeClr val="bg1"/>
              </a:solidFill>
              <a:latin typeface="Arial Black" panose="020B0A04020102020204" pitchFamily="34" charset="0"/>
              <a:ea typeface="Roboto Condensed Medium" panose="02000000000000000000" pitchFamily="2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ECEBB6E-4298-8AE6-8B2D-A89271C5C2D3}"/>
              </a:ext>
            </a:extLst>
          </p:cNvPr>
          <p:cNvGrpSpPr/>
          <p:nvPr/>
        </p:nvGrpSpPr>
        <p:grpSpPr>
          <a:xfrm>
            <a:off x="0" y="4025656"/>
            <a:ext cx="12192000" cy="269342"/>
            <a:chOff x="0" y="3447889"/>
            <a:chExt cx="12192000" cy="269342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2625270-C390-7575-1F60-21BE117E195B}"/>
                </a:ext>
              </a:extLst>
            </p:cNvPr>
            <p:cNvSpPr/>
            <p:nvPr/>
          </p:nvSpPr>
          <p:spPr bwMode="auto">
            <a:xfrm flipV="1">
              <a:off x="0" y="3671512"/>
              <a:ext cx="12192000" cy="45719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55000">
                  <a:schemeClr val="accent1">
                    <a:lumMod val="50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VI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9EE6D90-55A7-FC3C-B133-57B7C31C71B7}"/>
                </a:ext>
              </a:extLst>
            </p:cNvPr>
            <p:cNvSpPr/>
            <p:nvPr/>
          </p:nvSpPr>
          <p:spPr bwMode="auto">
            <a:xfrm>
              <a:off x="0" y="3447889"/>
              <a:ext cx="12192000" cy="22362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VI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CF6C0E16-DDCA-81E5-060F-357DECDBE5C7}"/>
                </a:ext>
              </a:extLst>
            </p:cNvPr>
            <p:cNvCxnSpPr>
              <a:cxnSpLocks/>
              <a:stCxn id="5" idx="1"/>
              <a:endCxn id="5" idx="3"/>
            </p:cNvCxnSpPr>
            <p:nvPr/>
          </p:nvCxnSpPr>
          <p:spPr>
            <a:xfrm>
              <a:off x="0" y="3559703"/>
              <a:ext cx="12192000" cy="0"/>
            </a:xfrm>
            <a:prstGeom prst="line">
              <a:avLst/>
            </a:prstGeom>
            <a:ln w="31750" cap="sq">
              <a:solidFill>
                <a:schemeClr val="accent2">
                  <a:lumMod val="75000"/>
                </a:schemeClr>
              </a:solidFill>
              <a:prstDash val="lgDash"/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C64B7B7A-B641-DC49-2A53-8435443CCD37}"/>
              </a:ext>
            </a:extLst>
          </p:cNvPr>
          <p:cNvSpPr txBox="1"/>
          <p:nvPr/>
        </p:nvSpPr>
        <p:spPr>
          <a:xfrm>
            <a:off x="605631" y="5401913"/>
            <a:ext cx="29080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Szabad edzések</a:t>
            </a:r>
            <a:endParaRPr lang="en-VI" sz="2400" dirty="0">
              <a:solidFill>
                <a:schemeClr val="tx1">
                  <a:lumMod val="95000"/>
                  <a:lumOff val="5000"/>
                </a:schemeClr>
              </a:solidFill>
              <a:latin typeface="Arial Black" panose="020B0A04020102020204" pitchFamily="34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E9D5E9-9C59-3AAE-96AE-C8C35E8442C8}"/>
              </a:ext>
            </a:extLst>
          </p:cNvPr>
          <p:cNvSpPr txBox="1"/>
          <p:nvPr/>
        </p:nvSpPr>
        <p:spPr>
          <a:xfrm>
            <a:off x="1462462" y="4854080"/>
            <a:ext cx="11943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>
                    <a:lumMod val="85000"/>
                  </a:schemeClr>
                </a:solidFill>
                <a:latin typeface="Racing Sans One" panose="02000000000000000000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01.</a:t>
            </a:r>
            <a:endParaRPr lang="en-VI" sz="4000" dirty="0">
              <a:solidFill>
                <a:schemeClr val="bg1">
                  <a:lumMod val="85000"/>
                </a:schemeClr>
              </a:solidFill>
              <a:latin typeface="Racing Sans One" panose="02000000000000000000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8E6DA369-F946-155D-2DF1-9D969EB306C9}"/>
              </a:ext>
            </a:extLst>
          </p:cNvPr>
          <p:cNvSpPr/>
          <p:nvPr/>
        </p:nvSpPr>
        <p:spPr bwMode="auto">
          <a:xfrm rot="10800000">
            <a:off x="1887356" y="3671516"/>
            <a:ext cx="344572" cy="22464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VI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A4DBE0D-88B9-9006-CE09-5B87E6989C3A}"/>
              </a:ext>
            </a:extLst>
          </p:cNvPr>
          <p:cNvSpPr/>
          <p:nvPr/>
        </p:nvSpPr>
        <p:spPr>
          <a:xfrm flipH="1">
            <a:off x="1462462" y="3896162"/>
            <a:ext cx="1194360" cy="244048"/>
          </a:xfrm>
          <a:custGeom>
            <a:avLst/>
            <a:gdLst>
              <a:gd name="connsiteX0" fmla="*/ 814882 w 940594"/>
              <a:gd name="connsiteY0" fmla="*/ 169192 h 215103"/>
              <a:gd name="connsiteX1" fmla="*/ 801585 w 940594"/>
              <a:gd name="connsiteY1" fmla="*/ 182489 h 215103"/>
              <a:gd name="connsiteX2" fmla="*/ 820540 w 940594"/>
              <a:gd name="connsiteY2" fmla="*/ 190338 h 215103"/>
              <a:gd name="connsiteX3" fmla="*/ 820549 w 940594"/>
              <a:gd name="connsiteY3" fmla="*/ 190338 h 215103"/>
              <a:gd name="connsiteX4" fmla="*/ 820549 w 940594"/>
              <a:gd name="connsiteY4" fmla="*/ 171478 h 215103"/>
              <a:gd name="connsiteX5" fmla="*/ 814882 w 940594"/>
              <a:gd name="connsiteY5" fmla="*/ 169192 h 215103"/>
              <a:gd name="connsiteX6" fmla="*/ 199243 w 940594"/>
              <a:gd name="connsiteY6" fmla="*/ 169173 h 215103"/>
              <a:gd name="connsiteX7" fmla="*/ 185946 w 940594"/>
              <a:gd name="connsiteY7" fmla="*/ 182489 h 215103"/>
              <a:gd name="connsiteX8" fmla="*/ 204901 w 940594"/>
              <a:gd name="connsiteY8" fmla="*/ 190338 h 215103"/>
              <a:gd name="connsiteX9" fmla="*/ 204901 w 940594"/>
              <a:gd name="connsiteY9" fmla="*/ 171459 h 215103"/>
              <a:gd name="connsiteX10" fmla="*/ 199243 w 940594"/>
              <a:gd name="connsiteY10" fmla="*/ 169173 h 215103"/>
              <a:gd name="connsiteX11" fmla="*/ 837570 w 940594"/>
              <a:gd name="connsiteY11" fmla="*/ 169154 h 215103"/>
              <a:gd name="connsiteX12" fmla="*/ 831865 w 940594"/>
              <a:gd name="connsiteY12" fmla="*/ 171478 h 215103"/>
              <a:gd name="connsiteX13" fmla="*/ 831865 w 940594"/>
              <a:gd name="connsiteY13" fmla="*/ 190338 h 215103"/>
              <a:gd name="connsiteX14" fmla="*/ 850867 w 940594"/>
              <a:gd name="connsiteY14" fmla="*/ 182489 h 215103"/>
              <a:gd name="connsiteX15" fmla="*/ 221922 w 940594"/>
              <a:gd name="connsiteY15" fmla="*/ 169154 h 215103"/>
              <a:gd name="connsiteX16" fmla="*/ 216226 w 940594"/>
              <a:gd name="connsiteY16" fmla="*/ 171478 h 215103"/>
              <a:gd name="connsiteX17" fmla="*/ 216226 w 940594"/>
              <a:gd name="connsiteY17" fmla="*/ 190338 h 215103"/>
              <a:gd name="connsiteX18" fmla="*/ 235209 w 940594"/>
              <a:gd name="connsiteY18" fmla="*/ 182489 h 215103"/>
              <a:gd name="connsiteX19" fmla="*/ 848010 w 940594"/>
              <a:gd name="connsiteY19" fmla="*/ 155476 h 215103"/>
              <a:gd name="connsiteX20" fmla="*/ 845572 w 940594"/>
              <a:gd name="connsiteY20" fmla="*/ 161153 h 215103"/>
              <a:gd name="connsiteX21" fmla="*/ 858983 w 940594"/>
              <a:gd name="connsiteY21" fmla="*/ 174564 h 215103"/>
              <a:gd name="connsiteX22" fmla="*/ 866793 w 940594"/>
              <a:gd name="connsiteY22" fmla="*/ 155476 h 215103"/>
              <a:gd name="connsiteX23" fmla="*/ 785554 w 940594"/>
              <a:gd name="connsiteY23" fmla="*/ 155476 h 215103"/>
              <a:gd name="connsiteX24" fmla="*/ 793498 w 940594"/>
              <a:gd name="connsiteY24" fmla="*/ 174526 h 215103"/>
              <a:gd name="connsiteX25" fmla="*/ 806871 w 940594"/>
              <a:gd name="connsiteY25" fmla="*/ 161172 h 215103"/>
              <a:gd name="connsiteX26" fmla="*/ 804490 w 940594"/>
              <a:gd name="connsiteY26" fmla="*/ 155476 h 215103"/>
              <a:gd name="connsiteX27" fmla="*/ 232361 w 940594"/>
              <a:gd name="connsiteY27" fmla="*/ 155476 h 215103"/>
              <a:gd name="connsiteX28" fmla="*/ 229933 w 940594"/>
              <a:gd name="connsiteY28" fmla="*/ 161153 h 215103"/>
              <a:gd name="connsiteX29" fmla="*/ 243334 w 940594"/>
              <a:gd name="connsiteY29" fmla="*/ 174564 h 215103"/>
              <a:gd name="connsiteX30" fmla="*/ 251145 w 940594"/>
              <a:gd name="connsiteY30" fmla="*/ 155476 h 215103"/>
              <a:gd name="connsiteX31" fmla="*/ 169915 w 940594"/>
              <a:gd name="connsiteY31" fmla="*/ 155476 h 215103"/>
              <a:gd name="connsiteX32" fmla="*/ 177859 w 940594"/>
              <a:gd name="connsiteY32" fmla="*/ 174526 h 215103"/>
              <a:gd name="connsiteX33" fmla="*/ 191232 w 940594"/>
              <a:gd name="connsiteY33" fmla="*/ 161172 h 215103"/>
              <a:gd name="connsiteX34" fmla="*/ 188851 w 940594"/>
              <a:gd name="connsiteY34" fmla="*/ 155476 h 215103"/>
              <a:gd name="connsiteX35" fmla="*/ 858973 w 940594"/>
              <a:gd name="connsiteY35" fmla="*/ 125063 h 215103"/>
              <a:gd name="connsiteX36" fmla="*/ 845638 w 940594"/>
              <a:gd name="connsiteY36" fmla="*/ 138398 h 215103"/>
              <a:gd name="connsiteX37" fmla="*/ 848000 w 940594"/>
              <a:gd name="connsiteY37" fmla="*/ 144161 h 215103"/>
              <a:gd name="connsiteX38" fmla="*/ 848000 w 940594"/>
              <a:gd name="connsiteY38" fmla="*/ 144170 h 215103"/>
              <a:gd name="connsiteX39" fmla="*/ 866803 w 940594"/>
              <a:gd name="connsiteY39" fmla="*/ 144170 h 215103"/>
              <a:gd name="connsiteX40" fmla="*/ 858973 w 940594"/>
              <a:gd name="connsiteY40" fmla="*/ 125063 h 215103"/>
              <a:gd name="connsiteX41" fmla="*/ 243344 w 940594"/>
              <a:gd name="connsiteY41" fmla="*/ 125063 h 215103"/>
              <a:gd name="connsiteX42" fmla="*/ 230009 w 940594"/>
              <a:gd name="connsiteY42" fmla="*/ 138398 h 215103"/>
              <a:gd name="connsiteX43" fmla="*/ 232361 w 940594"/>
              <a:gd name="connsiteY43" fmla="*/ 144161 h 215103"/>
              <a:gd name="connsiteX44" fmla="*/ 232361 w 940594"/>
              <a:gd name="connsiteY44" fmla="*/ 144170 h 215103"/>
              <a:gd name="connsiteX45" fmla="*/ 251183 w 940594"/>
              <a:gd name="connsiteY45" fmla="*/ 144170 h 215103"/>
              <a:gd name="connsiteX46" fmla="*/ 243344 w 940594"/>
              <a:gd name="connsiteY46" fmla="*/ 125063 h 215103"/>
              <a:gd name="connsiteX47" fmla="*/ 793451 w 940594"/>
              <a:gd name="connsiteY47" fmla="*/ 125053 h 215103"/>
              <a:gd name="connsiteX48" fmla="*/ 785602 w 940594"/>
              <a:gd name="connsiteY48" fmla="*/ 144151 h 215103"/>
              <a:gd name="connsiteX49" fmla="*/ 804424 w 940594"/>
              <a:gd name="connsiteY49" fmla="*/ 144151 h 215103"/>
              <a:gd name="connsiteX50" fmla="*/ 806795 w 940594"/>
              <a:gd name="connsiteY50" fmla="*/ 138388 h 215103"/>
              <a:gd name="connsiteX51" fmla="*/ 177802 w 940594"/>
              <a:gd name="connsiteY51" fmla="*/ 125053 h 215103"/>
              <a:gd name="connsiteX52" fmla="*/ 169973 w 940594"/>
              <a:gd name="connsiteY52" fmla="*/ 144151 h 215103"/>
              <a:gd name="connsiteX53" fmla="*/ 188785 w 940594"/>
              <a:gd name="connsiteY53" fmla="*/ 144151 h 215103"/>
              <a:gd name="connsiteX54" fmla="*/ 191156 w 940594"/>
              <a:gd name="connsiteY54" fmla="*/ 138388 h 215103"/>
              <a:gd name="connsiteX55" fmla="*/ 831865 w 940594"/>
              <a:gd name="connsiteY55" fmla="*/ 109137 h 215103"/>
              <a:gd name="connsiteX56" fmla="*/ 831884 w 940594"/>
              <a:gd name="connsiteY56" fmla="*/ 127939 h 215103"/>
              <a:gd name="connsiteX57" fmla="*/ 837685 w 940594"/>
              <a:gd name="connsiteY57" fmla="*/ 130359 h 215103"/>
              <a:gd name="connsiteX58" fmla="*/ 850982 w 940594"/>
              <a:gd name="connsiteY58" fmla="*/ 117052 h 215103"/>
              <a:gd name="connsiteX59" fmla="*/ 831865 w 940594"/>
              <a:gd name="connsiteY59" fmla="*/ 109137 h 215103"/>
              <a:gd name="connsiteX60" fmla="*/ 820559 w 940594"/>
              <a:gd name="connsiteY60" fmla="*/ 109137 h 215103"/>
              <a:gd name="connsiteX61" fmla="*/ 801471 w 940594"/>
              <a:gd name="connsiteY61" fmla="*/ 117043 h 215103"/>
              <a:gd name="connsiteX62" fmla="*/ 814768 w 940594"/>
              <a:gd name="connsiteY62" fmla="*/ 130359 h 215103"/>
              <a:gd name="connsiteX63" fmla="*/ 820540 w 940594"/>
              <a:gd name="connsiteY63" fmla="*/ 127939 h 215103"/>
              <a:gd name="connsiteX64" fmla="*/ 820540 w 940594"/>
              <a:gd name="connsiteY64" fmla="*/ 127949 h 215103"/>
              <a:gd name="connsiteX65" fmla="*/ 820559 w 940594"/>
              <a:gd name="connsiteY65" fmla="*/ 127949 h 215103"/>
              <a:gd name="connsiteX66" fmla="*/ 216226 w 940594"/>
              <a:gd name="connsiteY66" fmla="*/ 109137 h 215103"/>
              <a:gd name="connsiteX67" fmla="*/ 216236 w 940594"/>
              <a:gd name="connsiteY67" fmla="*/ 127939 h 215103"/>
              <a:gd name="connsiteX68" fmla="*/ 222036 w 940594"/>
              <a:gd name="connsiteY68" fmla="*/ 130359 h 215103"/>
              <a:gd name="connsiteX69" fmla="*/ 235343 w 940594"/>
              <a:gd name="connsiteY69" fmla="*/ 117052 h 215103"/>
              <a:gd name="connsiteX70" fmla="*/ 216226 w 940594"/>
              <a:gd name="connsiteY70" fmla="*/ 109137 h 215103"/>
              <a:gd name="connsiteX71" fmla="*/ 204910 w 940594"/>
              <a:gd name="connsiteY71" fmla="*/ 109137 h 215103"/>
              <a:gd name="connsiteX72" fmla="*/ 185832 w 940594"/>
              <a:gd name="connsiteY72" fmla="*/ 117043 h 215103"/>
              <a:gd name="connsiteX73" fmla="*/ 199129 w 940594"/>
              <a:gd name="connsiteY73" fmla="*/ 130359 h 215103"/>
              <a:gd name="connsiteX74" fmla="*/ 204901 w 940594"/>
              <a:gd name="connsiteY74" fmla="*/ 127939 h 215103"/>
              <a:gd name="connsiteX75" fmla="*/ 147142 w 940594"/>
              <a:gd name="connsiteY75" fmla="*/ 100936 h 215103"/>
              <a:gd name="connsiteX76" fmla="*/ 130445 w 940594"/>
              <a:gd name="connsiteY76" fmla="*/ 149704 h 215103"/>
              <a:gd name="connsiteX77" fmla="*/ 131150 w 940594"/>
              <a:gd name="connsiteY77" fmla="*/ 159753 h 215103"/>
              <a:gd name="connsiteX78" fmla="*/ 131455 w 940594"/>
              <a:gd name="connsiteY78" fmla="*/ 161515 h 215103"/>
              <a:gd name="connsiteX79" fmla="*/ 113147 w 940594"/>
              <a:gd name="connsiteY79" fmla="*/ 161515 h 215103"/>
              <a:gd name="connsiteX80" fmla="*/ 113147 w 940594"/>
              <a:gd name="connsiteY80" fmla="*/ 193462 h 215103"/>
              <a:gd name="connsiteX81" fmla="*/ 106204 w 940594"/>
              <a:gd name="connsiteY81" fmla="*/ 200406 h 215103"/>
              <a:gd name="connsiteX82" fmla="*/ 11249 w 940594"/>
              <a:gd name="connsiteY82" fmla="*/ 200406 h 215103"/>
              <a:gd name="connsiteX83" fmla="*/ 4315 w 940594"/>
              <a:gd name="connsiteY83" fmla="*/ 193462 h 215103"/>
              <a:gd name="connsiteX84" fmla="*/ 4315 w 940594"/>
              <a:gd name="connsiteY84" fmla="*/ 172774 h 215103"/>
              <a:gd name="connsiteX85" fmla="*/ 11249 w 940594"/>
              <a:gd name="connsiteY85" fmla="*/ 165839 h 215103"/>
              <a:gd name="connsiteX86" fmla="*/ 49225 w 940594"/>
              <a:gd name="connsiteY86" fmla="*/ 165839 h 215103"/>
              <a:gd name="connsiteX87" fmla="*/ 0 w 940594"/>
              <a:gd name="connsiteY87" fmla="*/ 142522 h 215103"/>
              <a:gd name="connsiteX88" fmla="*/ 147142 w 940594"/>
              <a:gd name="connsiteY88" fmla="*/ 100936 h 215103"/>
              <a:gd name="connsiteX89" fmla="*/ 826198 w 940594"/>
              <a:gd name="connsiteY89" fmla="*/ 84315 h 215103"/>
              <a:gd name="connsiteX90" fmla="*/ 891634 w 940594"/>
              <a:gd name="connsiteY90" fmla="*/ 149714 h 215103"/>
              <a:gd name="connsiteX91" fmla="*/ 891368 w 940594"/>
              <a:gd name="connsiteY91" fmla="*/ 155295 h 215103"/>
              <a:gd name="connsiteX92" fmla="*/ 826217 w 940594"/>
              <a:gd name="connsiteY92" fmla="*/ 215103 h 215103"/>
              <a:gd name="connsiteX93" fmla="*/ 761390 w 940594"/>
              <a:gd name="connsiteY93" fmla="*/ 157924 h 215103"/>
              <a:gd name="connsiteX94" fmla="*/ 760799 w 940594"/>
              <a:gd name="connsiteY94" fmla="*/ 149714 h 215103"/>
              <a:gd name="connsiteX95" fmla="*/ 826198 w 940594"/>
              <a:gd name="connsiteY95" fmla="*/ 84315 h 215103"/>
              <a:gd name="connsiteX96" fmla="*/ 210559 w 940594"/>
              <a:gd name="connsiteY96" fmla="*/ 84315 h 215103"/>
              <a:gd name="connsiteX97" fmla="*/ 275995 w 940594"/>
              <a:gd name="connsiteY97" fmla="*/ 149714 h 215103"/>
              <a:gd name="connsiteX98" fmla="*/ 275710 w 940594"/>
              <a:gd name="connsiteY98" fmla="*/ 155295 h 215103"/>
              <a:gd name="connsiteX99" fmla="*/ 210568 w 940594"/>
              <a:gd name="connsiteY99" fmla="*/ 215103 h 215103"/>
              <a:gd name="connsiteX100" fmla="*/ 145751 w 940594"/>
              <a:gd name="connsiteY100" fmla="*/ 157924 h 215103"/>
              <a:gd name="connsiteX101" fmla="*/ 145160 w 940594"/>
              <a:gd name="connsiteY101" fmla="*/ 149714 h 215103"/>
              <a:gd name="connsiteX102" fmla="*/ 210559 w 940594"/>
              <a:gd name="connsiteY102" fmla="*/ 84315 h 215103"/>
              <a:gd name="connsiteX103" fmla="*/ 531257 w 940594"/>
              <a:gd name="connsiteY103" fmla="*/ 12963 h 215103"/>
              <a:gd name="connsiteX104" fmla="*/ 627926 w 940594"/>
              <a:gd name="connsiteY104" fmla="*/ 12963 h 215103"/>
              <a:gd name="connsiteX105" fmla="*/ 782012 w 940594"/>
              <a:gd name="connsiteY105" fmla="*/ 81219 h 215103"/>
              <a:gd name="connsiteX106" fmla="*/ 743226 w 940594"/>
              <a:gd name="connsiteY106" fmla="*/ 149704 h 215103"/>
              <a:gd name="connsiteX107" fmla="*/ 743921 w 940594"/>
              <a:gd name="connsiteY107" fmla="*/ 159772 h 215103"/>
              <a:gd name="connsiteX108" fmla="*/ 761447 w 940594"/>
              <a:gd name="connsiteY108" fmla="*/ 200405 h 215103"/>
              <a:gd name="connsiteX109" fmla="*/ 291074 w 940594"/>
              <a:gd name="connsiteY109" fmla="*/ 200405 h 215103"/>
              <a:gd name="connsiteX110" fmla="*/ 290703 w 940594"/>
              <a:gd name="connsiteY110" fmla="*/ 149732 h 215103"/>
              <a:gd name="connsiteX111" fmla="*/ 265109 w 940594"/>
              <a:gd name="connsiteY111" fmla="*/ 91192 h 215103"/>
              <a:gd name="connsiteX112" fmla="*/ 391268 w 940594"/>
              <a:gd name="connsiteY112" fmla="*/ 91820 h 215103"/>
              <a:gd name="connsiteX113" fmla="*/ 397316 w 940594"/>
              <a:gd name="connsiteY113" fmla="*/ 69970 h 215103"/>
              <a:gd name="connsiteX114" fmla="*/ 406917 w 940594"/>
              <a:gd name="connsiteY114" fmla="*/ 67960 h 215103"/>
              <a:gd name="connsiteX115" fmla="*/ 433187 w 940594"/>
              <a:gd name="connsiteY115" fmla="*/ 78857 h 215103"/>
              <a:gd name="connsiteX116" fmla="*/ 443960 w 940594"/>
              <a:gd name="connsiteY116" fmla="*/ 91820 h 215103"/>
              <a:gd name="connsiteX117" fmla="*/ 507015 w 940594"/>
              <a:gd name="connsiteY117" fmla="*/ 69970 h 215103"/>
              <a:gd name="connsiteX118" fmla="*/ 508416 w 940594"/>
              <a:gd name="connsiteY118" fmla="*/ 65789 h 215103"/>
              <a:gd name="connsiteX119" fmla="*/ 520579 w 940594"/>
              <a:gd name="connsiteY119" fmla="*/ 57016 h 215103"/>
              <a:gd name="connsiteX120" fmla="*/ 538115 w 940594"/>
              <a:gd name="connsiteY120" fmla="*/ 57016 h 215103"/>
              <a:gd name="connsiteX121" fmla="*/ 538115 w 940594"/>
              <a:gd name="connsiteY121" fmla="*/ 47520 h 215103"/>
              <a:gd name="connsiteX122" fmla="*/ 531257 w 940594"/>
              <a:gd name="connsiteY122" fmla="*/ 47520 h 215103"/>
              <a:gd name="connsiteX123" fmla="*/ 520836 w 940594"/>
              <a:gd name="connsiteY123" fmla="*/ 37090 h 215103"/>
              <a:gd name="connsiteX124" fmla="*/ 520836 w 940594"/>
              <a:gd name="connsiteY124" fmla="*/ 23393 h 215103"/>
              <a:gd name="connsiteX125" fmla="*/ 531257 w 940594"/>
              <a:gd name="connsiteY125" fmla="*/ 12963 h 215103"/>
              <a:gd name="connsiteX126" fmla="*/ 821855 w 940594"/>
              <a:gd name="connsiteY126" fmla="*/ 0 h 215103"/>
              <a:gd name="connsiteX127" fmla="*/ 923334 w 940594"/>
              <a:gd name="connsiteY127" fmla="*/ 0 h 215103"/>
              <a:gd name="connsiteX128" fmla="*/ 940594 w 940594"/>
              <a:gd name="connsiteY128" fmla="*/ 17288 h 215103"/>
              <a:gd name="connsiteX129" fmla="*/ 940594 w 940594"/>
              <a:gd name="connsiteY129" fmla="*/ 152886 h 215103"/>
              <a:gd name="connsiteX130" fmla="*/ 903332 w 940594"/>
              <a:gd name="connsiteY130" fmla="*/ 152886 h 215103"/>
              <a:gd name="connsiteX131" fmla="*/ 903494 w 940594"/>
              <a:gd name="connsiteY131" fmla="*/ 149704 h 215103"/>
              <a:gd name="connsiteX132" fmla="*/ 827294 w 940594"/>
              <a:gd name="connsiteY132" fmla="*/ 69780 h 215103"/>
              <a:gd name="connsiteX133" fmla="*/ 809625 w 940594"/>
              <a:gd name="connsiteY133" fmla="*/ 52121 h 215103"/>
              <a:gd name="connsiteX134" fmla="*/ 804567 w 940594"/>
              <a:gd name="connsiteY134" fmla="*/ 39910 h 215103"/>
              <a:gd name="connsiteX135" fmla="*/ 804567 w 940594"/>
              <a:gd name="connsiteY135" fmla="*/ 17278 h 215103"/>
              <a:gd name="connsiteX136" fmla="*/ 821855 w 940594"/>
              <a:gd name="connsiteY136" fmla="*/ 0 h 215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</a:cxnLst>
            <a:rect l="l" t="t" r="r" b="b"/>
            <a:pathLst>
              <a:path w="940594" h="215103">
                <a:moveTo>
                  <a:pt x="814882" y="169192"/>
                </a:moveTo>
                <a:lnTo>
                  <a:pt x="801585" y="182489"/>
                </a:lnTo>
                <a:cubicBezTo>
                  <a:pt x="807014" y="186575"/>
                  <a:pt x="813472" y="189366"/>
                  <a:pt x="820540" y="190338"/>
                </a:cubicBezTo>
                <a:lnTo>
                  <a:pt x="820549" y="190338"/>
                </a:lnTo>
                <a:lnTo>
                  <a:pt x="820549" y="171478"/>
                </a:lnTo>
                <a:cubicBezTo>
                  <a:pt x="818559" y="170954"/>
                  <a:pt x="816625" y="170202"/>
                  <a:pt x="814882" y="169192"/>
                </a:cubicBezTo>
                <a:close/>
                <a:moveTo>
                  <a:pt x="199243" y="169173"/>
                </a:moveTo>
                <a:lnTo>
                  <a:pt x="185946" y="182489"/>
                </a:lnTo>
                <a:cubicBezTo>
                  <a:pt x="191385" y="186575"/>
                  <a:pt x="197833" y="189366"/>
                  <a:pt x="204901" y="190338"/>
                </a:cubicBezTo>
                <a:lnTo>
                  <a:pt x="204901" y="171459"/>
                </a:lnTo>
                <a:cubicBezTo>
                  <a:pt x="202910" y="170945"/>
                  <a:pt x="200977" y="170192"/>
                  <a:pt x="199243" y="169173"/>
                </a:cubicBezTo>
                <a:close/>
                <a:moveTo>
                  <a:pt x="837570" y="169154"/>
                </a:moveTo>
                <a:cubicBezTo>
                  <a:pt x="835789" y="170192"/>
                  <a:pt x="833884" y="170935"/>
                  <a:pt x="831865" y="171478"/>
                </a:cubicBezTo>
                <a:lnTo>
                  <a:pt x="831865" y="190338"/>
                </a:lnTo>
                <a:cubicBezTo>
                  <a:pt x="838961" y="189366"/>
                  <a:pt x="845419" y="186594"/>
                  <a:pt x="850867" y="182489"/>
                </a:cubicBezTo>
                <a:close/>
                <a:moveTo>
                  <a:pt x="221922" y="169154"/>
                </a:moveTo>
                <a:cubicBezTo>
                  <a:pt x="220150" y="170192"/>
                  <a:pt x="218245" y="170935"/>
                  <a:pt x="216226" y="171478"/>
                </a:cubicBezTo>
                <a:lnTo>
                  <a:pt x="216226" y="190338"/>
                </a:lnTo>
                <a:cubicBezTo>
                  <a:pt x="223322" y="189366"/>
                  <a:pt x="229771" y="186594"/>
                  <a:pt x="235209" y="182489"/>
                </a:cubicBezTo>
                <a:close/>
                <a:moveTo>
                  <a:pt x="848010" y="155476"/>
                </a:moveTo>
                <a:cubicBezTo>
                  <a:pt x="847467" y="157515"/>
                  <a:pt x="846591" y="159391"/>
                  <a:pt x="845572" y="161153"/>
                </a:cubicBezTo>
                <a:lnTo>
                  <a:pt x="858983" y="174564"/>
                </a:lnTo>
                <a:cubicBezTo>
                  <a:pt x="863117" y="169126"/>
                  <a:pt x="865784" y="162572"/>
                  <a:pt x="866793" y="155476"/>
                </a:cubicBezTo>
                <a:close/>
                <a:moveTo>
                  <a:pt x="785554" y="155476"/>
                </a:moveTo>
                <a:cubicBezTo>
                  <a:pt x="786555" y="162572"/>
                  <a:pt x="789364" y="169087"/>
                  <a:pt x="793498" y="174526"/>
                </a:cubicBezTo>
                <a:lnTo>
                  <a:pt x="806871" y="161172"/>
                </a:lnTo>
                <a:cubicBezTo>
                  <a:pt x="805814" y="159401"/>
                  <a:pt x="805033" y="157496"/>
                  <a:pt x="804490" y="155476"/>
                </a:cubicBezTo>
                <a:close/>
                <a:moveTo>
                  <a:pt x="232361" y="155476"/>
                </a:moveTo>
                <a:cubicBezTo>
                  <a:pt x="231818" y="157515"/>
                  <a:pt x="230952" y="159391"/>
                  <a:pt x="229933" y="161153"/>
                </a:cubicBezTo>
                <a:lnTo>
                  <a:pt x="243334" y="174564"/>
                </a:lnTo>
                <a:cubicBezTo>
                  <a:pt x="247478" y="169126"/>
                  <a:pt x="250154" y="162572"/>
                  <a:pt x="251145" y="155476"/>
                </a:cubicBezTo>
                <a:close/>
                <a:moveTo>
                  <a:pt x="169915" y="155476"/>
                </a:moveTo>
                <a:cubicBezTo>
                  <a:pt x="170916" y="162572"/>
                  <a:pt x="173725" y="169087"/>
                  <a:pt x="177859" y="174526"/>
                </a:cubicBezTo>
                <a:lnTo>
                  <a:pt x="191232" y="161172"/>
                </a:lnTo>
                <a:cubicBezTo>
                  <a:pt x="190175" y="159401"/>
                  <a:pt x="189394" y="157496"/>
                  <a:pt x="188851" y="155476"/>
                </a:cubicBezTo>
                <a:close/>
                <a:moveTo>
                  <a:pt x="858973" y="125063"/>
                </a:moveTo>
                <a:lnTo>
                  <a:pt x="845638" y="138398"/>
                </a:lnTo>
                <a:cubicBezTo>
                  <a:pt x="846676" y="140179"/>
                  <a:pt x="847476" y="142113"/>
                  <a:pt x="848000" y="144161"/>
                </a:cubicBezTo>
                <a:lnTo>
                  <a:pt x="848000" y="144170"/>
                </a:lnTo>
                <a:lnTo>
                  <a:pt x="866803" y="144170"/>
                </a:lnTo>
                <a:cubicBezTo>
                  <a:pt x="865841" y="137026"/>
                  <a:pt x="863117" y="130540"/>
                  <a:pt x="858973" y="125063"/>
                </a:cubicBezTo>
                <a:close/>
                <a:moveTo>
                  <a:pt x="243344" y="125063"/>
                </a:moveTo>
                <a:lnTo>
                  <a:pt x="230009" y="138398"/>
                </a:lnTo>
                <a:cubicBezTo>
                  <a:pt x="231037" y="140179"/>
                  <a:pt x="231857" y="142113"/>
                  <a:pt x="232361" y="144161"/>
                </a:cubicBezTo>
                <a:lnTo>
                  <a:pt x="232361" y="144170"/>
                </a:lnTo>
                <a:lnTo>
                  <a:pt x="251183" y="144170"/>
                </a:lnTo>
                <a:cubicBezTo>
                  <a:pt x="250211" y="137026"/>
                  <a:pt x="247487" y="130540"/>
                  <a:pt x="243344" y="125063"/>
                </a:cubicBezTo>
                <a:close/>
                <a:moveTo>
                  <a:pt x="793451" y="125053"/>
                </a:moveTo>
                <a:cubicBezTo>
                  <a:pt x="789317" y="130540"/>
                  <a:pt x="786583" y="137017"/>
                  <a:pt x="785602" y="144151"/>
                </a:cubicBezTo>
                <a:lnTo>
                  <a:pt x="804424" y="144151"/>
                </a:lnTo>
                <a:cubicBezTo>
                  <a:pt x="804938" y="142113"/>
                  <a:pt x="805757" y="140179"/>
                  <a:pt x="806795" y="138388"/>
                </a:cubicBezTo>
                <a:close/>
                <a:moveTo>
                  <a:pt x="177802" y="125053"/>
                </a:moveTo>
                <a:cubicBezTo>
                  <a:pt x="173678" y="130540"/>
                  <a:pt x="170944" y="137017"/>
                  <a:pt x="169973" y="144151"/>
                </a:cubicBezTo>
                <a:lnTo>
                  <a:pt x="188785" y="144151"/>
                </a:lnTo>
                <a:cubicBezTo>
                  <a:pt x="189289" y="142113"/>
                  <a:pt x="190118" y="140179"/>
                  <a:pt x="191156" y="138388"/>
                </a:cubicBezTo>
                <a:close/>
                <a:moveTo>
                  <a:pt x="831865" y="109137"/>
                </a:moveTo>
                <a:lnTo>
                  <a:pt x="831884" y="127939"/>
                </a:lnTo>
                <a:cubicBezTo>
                  <a:pt x="833941" y="128482"/>
                  <a:pt x="835894" y="129311"/>
                  <a:pt x="837685" y="130359"/>
                </a:cubicBezTo>
                <a:lnTo>
                  <a:pt x="850982" y="117052"/>
                </a:lnTo>
                <a:cubicBezTo>
                  <a:pt x="845514" y="112880"/>
                  <a:pt x="839018" y="110128"/>
                  <a:pt x="831865" y="109137"/>
                </a:cubicBezTo>
                <a:close/>
                <a:moveTo>
                  <a:pt x="820559" y="109137"/>
                </a:moveTo>
                <a:cubicBezTo>
                  <a:pt x="813434" y="110128"/>
                  <a:pt x="806919" y="112871"/>
                  <a:pt x="801471" y="117043"/>
                </a:cubicBezTo>
                <a:lnTo>
                  <a:pt x="814768" y="130359"/>
                </a:lnTo>
                <a:cubicBezTo>
                  <a:pt x="816558" y="129311"/>
                  <a:pt x="818492" y="128482"/>
                  <a:pt x="820540" y="127939"/>
                </a:cubicBezTo>
                <a:lnTo>
                  <a:pt x="820540" y="127949"/>
                </a:lnTo>
                <a:lnTo>
                  <a:pt x="820559" y="127949"/>
                </a:lnTo>
                <a:close/>
                <a:moveTo>
                  <a:pt x="216226" y="109137"/>
                </a:moveTo>
                <a:lnTo>
                  <a:pt x="216236" y="127939"/>
                </a:lnTo>
                <a:cubicBezTo>
                  <a:pt x="218293" y="128482"/>
                  <a:pt x="220246" y="129311"/>
                  <a:pt x="222036" y="130359"/>
                </a:cubicBezTo>
                <a:lnTo>
                  <a:pt x="235343" y="117052"/>
                </a:lnTo>
                <a:cubicBezTo>
                  <a:pt x="229875" y="112880"/>
                  <a:pt x="223379" y="110128"/>
                  <a:pt x="216226" y="109137"/>
                </a:cubicBezTo>
                <a:close/>
                <a:moveTo>
                  <a:pt x="204910" y="109137"/>
                </a:moveTo>
                <a:cubicBezTo>
                  <a:pt x="197795" y="110128"/>
                  <a:pt x="191290" y="112871"/>
                  <a:pt x="185832" y="117043"/>
                </a:cubicBezTo>
                <a:lnTo>
                  <a:pt x="199129" y="130359"/>
                </a:lnTo>
                <a:cubicBezTo>
                  <a:pt x="200929" y="129311"/>
                  <a:pt x="202862" y="128482"/>
                  <a:pt x="204901" y="127939"/>
                </a:cubicBezTo>
                <a:close/>
                <a:moveTo>
                  <a:pt x="147142" y="100936"/>
                </a:moveTo>
                <a:cubicBezTo>
                  <a:pt x="136722" y="114471"/>
                  <a:pt x="130445" y="131340"/>
                  <a:pt x="130445" y="149704"/>
                </a:cubicBezTo>
                <a:cubicBezTo>
                  <a:pt x="130445" y="152885"/>
                  <a:pt x="130683" y="156219"/>
                  <a:pt x="131150" y="159753"/>
                </a:cubicBezTo>
                <a:cubicBezTo>
                  <a:pt x="131226" y="160362"/>
                  <a:pt x="131369" y="160924"/>
                  <a:pt x="131455" y="161515"/>
                </a:cubicBezTo>
                <a:lnTo>
                  <a:pt x="113147" y="161515"/>
                </a:lnTo>
                <a:lnTo>
                  <a:pt x="113147" y="193462"/>
                </a:lnTo>
                <a:cubicBezTo>
                  <a:pt x="113147" y="197300"/>
                  <a:pt x="110042" y="200406"/>
                  <a:pt x="106204" y="200406"/>
                </a:cubicBezTo>
                <a:lnTo>
                  <a:pt x="11249" y="200406"/>
                </a:lnTo>
                <a:cubicBezTo>
                  <a:pt x="7410" y="200406"/>
                  <a:pt x="4315" y="197291"/>
                  <a:pt x="4315" y="193462"/>
                </a:cubicBezTo>
                <a:lnTo>
                  <a:pt x="4315" y="172774"/>
                </a:lnTo>
                <a:cubicBezTo>
                  <a:pt x="4315" y="168935"/>
                  <a:pt x="7420" y="165839"/>
                  <a:pt x="11249" y="165839"/>
                </a:cubicBezTo>
                <a:lnTo>
                  <a:pt x="49225" y="165839"/>
                </a:lnTo>
                <a:cubicBezTo>
                  <a:pt x="49225" y="142703"/>
                  <a:pt x="0" y="153724"/>
                  <a:pt x="0" y="142522"/>
                </a:cubicBezTo>
                <a:cubicBezTo>
                  <a:pt x="38519" y="121405"/>
                  <a:pt x="92050" y="108613"/>
                  <a:pt x="147142" y="100936"/>
                </a:cubicBezTo>
                <a:close/>
                <a:moveTo>
                  <a:pt x="826198" y="84315"/>
                </a:moveTo>
                <a:cubicBezTo>
                  <a:pt x="862345" y="84315"/>
                  <a:pt x="891625" y="113576"/>
                  <a:pt x="891634" y="149714"/>
                </a:cubicBezTo>
                <a:cubicBezTo>
                  <a:pt x="891634" y="151590"/>
                  <a:pt x="891530" y="153447"/>
                  <a:pt x="891368" y="155295"/>
                </a:cubicBezTo>
                <a:cubicBezTo>
                  <a:pt x="888510" y="188804"/>
                  <a:pt x="860488" y="215103"/>
                  <a:pt x="826217" y="215103"/>
                </a:cubicBezTo>
                <a:cubicBezTo>
                  <a:pt x="792898" y="215103"/>
                  <a:pt x="765447" y="190176"/>
                  <a:pt x="761390" y="157924"/>
                </a:cubicBezTo>
                <a:cubicBezTo>
                  <a:pt x="761028" y="155238"/>
                  <a:pt x="760799" y="152504"/>
                  <a:pt x="760799" y="149714"/>
                </a:cubicBezTo>
                <a:cubicBezTo>
                  <a:pt x="760799" y="113566"/>
                  <a:pt x="790098" y="84315"/>
                  <a:pt x="826198" y="84315"/>
                </a:cubicBezTo>
                <a:close/>
                <a:moveTo>
                  <a:pt x="210559" y="84315"/>
                </a:moveTo>
                <a:cubicBezTo>
                  <a:pt x="246697" y="84315"/>
                  <a:pt x="275995" y="113576"/>
                  <a:pt x="275995" y="149714"/>
                </a:cubicBezTo>
                <a:cubicBezTo>
                  <a:pt x="275995" y="151590"/>
                  <a:pt x="275872" y="153447"/>
                  <a:pt x="275710" y="155295"/>
                </a:cubicBezTo>
                <a:cubicBezTo>
                  <a:pt x="272862" y="188804"/>
                  <a:pt x="244839" y="215103"/>
                  <a:pt x="210568" y="215103"/>
                </a:cubicBezTo>
                <a:cubicBezTo>
                  <a:pt x="177250" y="215103"/>
                  <a:pt x="149808" y="190176"/>
                  <a:pt x="145751" y="157924"/>
                </a:cubicBezTo>
                <a:cubicBezTo>
                  <a:pt x="145389" y="155238"/>
                  <a:pt x="145160" y="152504"/>
                  <a:pt x="145160" y="149714"/>
                </a:cubicBezTo>
                <a:cubicBezTo>
                  <a:pt x="145160" y="113566"/>
                  <a:pt x="174459" y="84315"/>
                  <a:pt x="210559" y="84315"/>
                </a:cubicBezTo>
                <a:close/>
                <a:moveTo>
                  <a:pt x="531257" y="12963"/>
                </a:moveTo>
                <a:lnTo>
                  <a:pt x="627926" y="12963"/>
                </a:lnTo>
                <a:lnTo>
                  <a:pt x="782012" y="81219"/>
                </a:lnTo>
                <a:cubicBezTo>
                  <a:pt x="758828" y="95249"/>
                  <a:pt x="743226" y="120662"/>
                  <a:pt x="743226" y="149704"/>
                </a:cubicBezTo>
                <a:cubicBezTo>
                  <a:pt x="743226" y="152885"/>
                  <a:pt x="743474" y="156219"/>
                  <a:pt x="743921" y="159772"/>
                </a:cubicBezTo>
                <a:cubicBezTo>
                  <a:pt x="745855" y="175183"/>
                  <a:pt x="752151" y="189090"/>
                  <a:pt x="761447" y="200405"/>
                </a:cubicBezTo>
                <a:lnTo>
                  <a:pt x="291074" y="200405"/>
                </a:lnTo>
                <a:cubicBezTo>
                  <a:pt x="291074" y="200405"/>
                  <a:pt x="290703" y="152018"/>
                  <a:pt x="290703" y="149732"/>
                </a:cubicBezTo>
                <a:cubicBezTo>
                  <a:pt x="290703" y="126625"/>
                  <a:pt x="280806" y="105832"/>
                  <a:pt x="265109" y="91192"/>
                </a:cubicBezTo>
                <a:cubicBezTo>
                  <a:pt x="336413" y="88630"/>
                  <a:pt x="391268" y="91820"/>
                  <a:pt x="391268" y="91820"/>
                </a:cubicBezTo>
                <a:lnTo>
                  <a:pt x="397316" y="69970"/>
                </a:lnTo>
                <a:cubicBezTo>
                  <a:pt x="400621" y="68856"/>
                  <a:pt x="403869" y="68246"/>
                  <a:pt x="406917" y="67960"/>
                </a:cubicBezTo>
                <a:cubicBezTo>
                  <a:pt x="416937" y="67036"/>
                  <a:pt x="426767" y="71113"/>
                  <a:pt x="433187" y="78857"/>
                </a:cubicBezTo>
                <a:lnTo>
                  <a:pt x="443960" y="91820"/>
                </a:lnTo>
                <a:cubicBezTo>
                  <a:pt x="459914" y="91820"/>
                  <a:pt x="475097" y="67389"/>
                  <a:pt x="507015" y="69970"/>
                </a:cubicBezTo>
                <a:lnTo>
                  <a:pt x="508416" y="65789"/>
                </a:lnTo>
                <a:cubicBezTo>
                  <a:pt x="510140" y="60550"/>
                  <a:pt x="515064" y="57016"/>
                  <a:pt x="520579" y="57016"/>
                </a:cubicBezTo>
                <a:lnTo>
                  <a:pt x="538115" y="57016"/>
                </a:lnTo>
                <a:lnTo>
                  <a:pt x="538115" y="47520"/>
                </a:lnTo>
                <a:lnTo>
                  <a:pt x="531257" y="47520"/>
                </a:lnTo>
                <a:cubicBezTo>
                  <a:pt x="525494" y="47520"/>
                  <a:pt x="520836" y="42843"/>
                  <a:pt x="520836" y="37090"/>
                </a:cubicBezTo>
                <a:lnTo>
                  <a:pt x="520836" y="23393"/>
                </a:lnTo>
                <a:cubicBezTo>
                  <a:pt x="520836" y="17630"/>
                  <a:pt x="525503" y="12963"/>
                  <a:pt x="531257" y="12963"/>
                </a:cubicBezTo>
                <a:close/>
                <a:moveTo>
                  <a:pt x="821855" y="0"/>
                </a:moveTo>
                <a:lnTo>
                  <a:pt x="923334" y="0"/>
                </a:lnTo>
                <a:cubicBezTo>
                  <a:pt x="932869" y="0"/>
                  <a:pt x="940613" y="7734"/>
                  <a:pt x="940594" y="17288"/>
                </a:cubicBezTo>
                <a:lnTo>
                  <a:pt x="940594" y="152886"/>
                </a:lnTo>
                <a:lnTo>
                  <a:pt x="903332" y="152886"/>
                </a:lnTo>
                <a:cubicBezTo>
                  <a:pt x="903379" y="151838"/>
                  <a:pt x="903494" y="150762"/>
                  <a:pt x="903494" y="149704"/>
                </a:cubicBezTo>
                <a:cubicBezTo>
                  <a:pt x="903494" y="106861"/>
                  <a:pt x="869642" y="71857"/>
                  <a:pt x="827294" y="69780"/>
                </a:cubicBezTo>
                <a:lnTo>
                  <a:pt x="809625" y="52121"/>
                </a:lnTo>
                <a:cubicBezTo>
                  <a:pt x="806386" y="48882"/>
                  <a:pt x="804567" y="44482"/>
                  <a:pt x="804567" y="39910"/>
                </a:cubicBezTo>
                <a:lnTo>
                  <a:pt x="804567" y="17278"/>
                </a:lnTo>
                <a:cubicBezTo>
                  <a:pt x="804567" y="7734"/>
                  <a:pt x="812301" y="0"/>
                  <a:pt x="821855" y="0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VI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5892C6-5BB1-ADCD-513D-2204BBDD3451}"/>
              </a:ext>
            </a:extLst>
          </p:cNvPr>
          <p:cNvSpPr txBox="1"/>
          <p:nvPr/>
        </p:nvSpPr>
        <p:spPr>
          <a:xfrm>
            <a:off x="4641989" y="5401913"/>
            <a:ext cx="29080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Időmérő</a:t>
            </a:r>
            <a:endParaRPr lang="en-VI" sz="2400" dirty="0">
              <a:solidFill>
                <a:schemeClr val="tx1">
                  <a:lumMod val="95000"/>
                  <a:lumOff val="5000"/>
                </a:schemeClr>
              </a:solidFill>
              <a:latin typeface="Arial Black" panose="020B0A04020102020204" pitchFamily="34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A1318C-A3B3-0DE7-B86B-B6A7E167B3E6}"/>
              </a:ext>
            </a:extLst>
          </p:cNvPr>
          <p:cNvSpPr txBox="1"/>
          <p:nvPr/>
        </p:nvSpPr>
        <p:spPr>
          <a:xfrm>
            <a:off x="5498820" y="4854080"/>
            <a:ext cx="11943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>
                    <a:lumMod val="85000"/>
                  </a:schemeClr>
                </a:solidFill>
                <a:latin typeface="Racing Sans One" panose="02000000000000000000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02.</a:t>
            </a:r>
            <a:endParaRPr lang="en-VI" sz="4000" dirty="0">
              <a:solidFill>
                <a:schemeClr val="bg1">
                  <a:lumMod val="85000"/>
                </a:schemeClr>
              </a:solidFill>
              <a:latin typeface="Racing Sans One" panose="02000000000000000000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5CDF5DBD-9843-9691-FB05-8872F6CFB89F}"/>
              </a:ext>
            </a:extLst>
          </p:cNvPr>
          <p:cNvSpPr/>
          <p:nvPr/>
        </p:nvSpPr>
        <p:spPr bwMode="auto">
          <a:xfrm rot="10800000">
            <a:off x="5923714" y="3671516"/>
            <a:ext cx="344572" cy="22464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VI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0DD4D84-D297-B807-32BD-7F59455C7320}"/>
              </a:ext>
            </a:extLst>
          </p:cNvPr>
          <p:cNvSpPr/>
          <p:nvPr/>
        </p:nvSpPr>
        <p:spPr>
          <a:xfrm flipH="1">
            <a:off x="5498820" y="3896162"/>
            <a:ext cx="1194360" cy="244048"/>
          </a:xfrm>
          <a:custGeom>
            <a:avLst/>
            <a:gdLst>
              <a:gd name="connsiteX0" fmla="*/ 814882 w 940594"/>
              <a:gd name="connsiteY0" fmla="*/ 169192 h 215103"/>
              <a:gd name="connsiteX1" fmla="*/ 801585 w 940594"/>
              <a:gd name="connsiteY1" fmla="*/ 182489 h 215103"/>
              <a:gd name="connsiteX2" fmla="*/ 820540 w 940594"/>
              <a:gd name="connsiteY2" fmla="*/ 190338 h 215103"/>
              <a:gd name="connsiteX3" fmla="*/ 820549 w 940594"/>
              <a:gd name="connsiteY3" fmla="*/ 190338 h 215103"/>
              <a:gd name="connsiteX4" fmla="*/ 820549 w 940594"/>
              <a:gd name="connsiteY4" fmla="*/ 171478 h 215103"/>
              <a:gd name="connsiteX5" fmla="*/ 814882 w 940594"/>
              <a:gd name="connsiteY5" fmla="*/ 169192 h 215103"/>
              <a:gd name="connsiteX6" fmla="*/ 199243 w 940594"/>
              <a:gd name="connsiteY6" fmla="*/ 169173 h 215103"/>
              <a:gd name="connsiteX7" fmla="*/ 185946 w 940594"/>
              <a:gd name="connsiteY7" fmla="*/ 182489 h 215103"/>
              <a:gd name="connsiteX8" fmla="*/ 204901 w 940594"/>
              <a:gd name="connsiteY8" fmla="*/ 190338 h 215103"/>
              <a:gd name="connsiteX9" fmla="*/ 204901 w 940594"/>
              <a:gd name="connsiteY9" fmla="*/ 171459 h 215103"/>
              <a:gd name="connsiteX10" fmla="*/ 199243 w 940594"/>
              <a:gd name="connsiteY10" fmla="*/ 169173 h 215103"/>
              <a:gd name="connsiteX11" fmla="*/ 837570 w 940594"/>
              <a:gd name="connsiteY11" fmla="*/ 169154 h 215103"/>
              <a:gd name="connsiteX12" fmla="*/ 831865 w 940594"/>
              <a:gd name="connsiteY12" fmla="*/ 171478 h 215103"/>
              <a:gd name="connsiteX13" fmla="*/ 831865 w 940594"/>
              <a:gd name="connsiteY13" fmla="*/ 190338 h 215103"/>
              <a:gd name="connsiteX14" fmla="*/ 850867 w 940594"/>
              <a:gd name="connsiteY14" fmla="*/ 182489 h 215103"/>
              <a:gd name="connsiteX15" fmla="*/ 221922 w 940594"/>
              <a:gd name="connsiteY15" fmla="*/ 169154 h 215103"/>
              <a:gd name="connsiteX16" fmla="*/ 216226 w 940594"/>
              <a:gd name="connsiteY16" fmla="*/ 171478 h 215103"/>
              <a:gd name="connsiteX17" fmla="*/ 216226 w 940594"/>
              <a:gd name="connsiteY17" fmla="*/ 190338 h 215103"/>
              <a:gd name="connsiteX18" fmla="*/ 235209 w 940594"/>
              <a:gd name="connsiteY18" fmla="*/ 182489 h 215103"/>
              <a:gd name="connsiteX19" fmla="*/ 848010 w 940594"/>
              <a:gd name="connsiteY19" fmla="*/ 155476 h 215103"/>
              <a:gd name="connsiteX20" fmla="*/ 845572 w 940594"/>
              <a:gd name="connsiteY20" fmla="*/ 161153 h 215103"/>
              <a:gd name="connsiteX21" fmla="*/ 858983 w 940594"/>
              <a:gd name="connsiteY21" fmla="*/ 174564 h 215103"/>
              <a:gd name="connsiteX22" fmla="*/ 866793 w 940594"/>
              <a:gd name="connsiteY22" fmla="*/ 155476 h 215103"/>
              <a:gd name="connsiteX23" fmla="*/ 785554 w 940594"/>
              <a:gd name="connsiteY23" fmla="*/ 155476 h 215103"/>
              <a:gd name="connsiteX24" fmla="*/ 793498 w 940594"/>
              <a:gd name="connsiteY24" fmla="*/ 174526 h 215103"/>
              <a:gd name="connsiteX25" fmla="*/ 806871 w 940594"/>
              <a:gd name="connsiteY25" fmla="*/ 161172 h 215103"/>
              <a:gd name="connsiteX26" fmla="*/ 804490 w 940594"/>
              <a:gd name="connsiteY26" fmla="*/ 155476 h 215103"/>
              <a:gd name="connsiteX27" fmla="*/ 232361 w 940594"/>
              <a:gd name="connsiteY27" fmla="*/ 155476 h 215103"/>
              <a:gd name="connsiteX28" fmla="*/ 229933 w 940594"/>
              <a:gd name="connsiteY28" fmla="*/ 161153 h 215103"/>
              <a:gd name="connsiteX29" fmla="*/ 243334 w 940594"/>
              <a:gd name="connsiteY29" fmla="*/ 174564 h 215103"/>
              <a:gd name="connsiteX30" fmla="*/ 251145 w 940594"/>
              <a:gd name="connsiteY30" fmla="*/ 155476 h 215103"/>
              <a:gd name="connsiteX31" fmla="*/ 169915 w 940594"/>
              <a:gd name="connsiteY31" fmla="*/ 155476 h 215103"/>
              <a:gd name="connsiteX32" fmla="*/ 177859 w 940594"/>
              <a:gd name="connsiteY32" fmla="*/ 174526 h 215103"/>
              <a:gd name="connsiteX33" fmla="*/ 191232 w 940594"/>
              <a:gd name="connsiteY33" fmla="*/ 161172 h 215103"/>
              <a:gd name="connsiteX34" fmla="*/ 188851 w 940594"/>
              <a:gd name="connsiteY34" fmla="*/ 155476 h 215103"/>
              <a:gd name="connsiteX35" fmla="*/ 858973 w 940594"/>
              <a:gd name="connsiteY35" fmla="*/ 125063 h 215103"/>
              <a:gd name="connsiteX36" fmla="*/ 845638 w 940594"/>
              <a:gd name="connsiteY36" fmla="*/ 138398 h 215103"/>
              <a:gd name="connsiteX37" fmla="*/ 848000 w 940594"/>
              <a:gd name="connsiteY37" fmla="*/ 144161 h 215103"/>
              <a:gd name="connsiteX38" fmla="*/ 848000 w 940594"/>
              <a:gd name="connsiteY38" fmla="*/ 144170 h 215103"/>
              <a:gd name="connsiteX39" fmla="*/ 866803 w 940594"/>
              <a:gd name="connsiteY39" fmla="*/ 144170 h 215103"/>
              <a:gd name="connsiteX40" fmla="*/ 858973 w 940594"/>
              <a:gd name="connsiteY40" fmla="*/ 125063 h 215103"/>
              <a:gd name="connsiteX41" fmla="*/ 243344 w 940594"/>
              <a:gd name="connsiteY41" fmla="*/ 125063 h 215103"/>
              <a:gd name="connsiteX42" fmla="*/ 230009 w 940594"/>
              <a:gd name="connsiteY42" fmla="*/ 138398 h 215103"/>
              <a:gd name="connsiteX43" fmla="*/ 232361 w 940594"/>
              <a:gd name="connsiteY43" fmla="*/ 144161 h 215103"/>
              <a:gd name="connsiteX44" fmla="*/ 232361 w 940594"/>
              <a:gd name="connsiteY44" fmla="*/ 144170 h 215103"/>
              <a:gd name="connsiteX45" fmla="*/ 251183 w 940594"/>
              <a:gd name="connsiteY45" fmla="*/ 144170 h 215103"/>
              <a:gd name="connsiteX46" fmla="*/ 243344 w 940594"/>
              <a:gd name="connsiteY46" fmla="*/ 125063 h 215103"/>
              <a:gd name="connsiteX47" fmla="*/ 793451 w 940594"/>
              <a:gd name="connsiteY47" fmla="*/ 125053 h 215103"/>
              <a:gd name="connsiteX48" fmla="*/ 785602 w 940594"/>
              <a:gd name="connsiteY48" fmla="*/ 144151 h 215103"/>
              <a:gd name="connsiteX49" fmla="*/ 804424 w 940594"/>
              <a:gd name="connsiteY49" fmla="*/ 144151 h 215103"/>
              <a:gd name="connsiteX50" fmla="*/ 806795 w 940594"/>
              <a:gd name="connsiteY50" fmla="*/ 138388 h 215103"/>
              <a:gd name="connsiteX51" fmla="*/ 177802 w 940594"/>
              <a:gd name="connsiteY51" fmla="*/ 125053 h 215103"/>
              <a:gd name="connsiteX52" fmla="*/ 169973 w 940594"/>
              <a:gd name="connsiteY52" fmla="*/ 144151 h 215103"/>
              <a:gd name="connsiteX53" fmla="*/ 188785 w 940594"/>
              <a:gd name="connsiteY53" fmla="*/ 144151 h 215103"/>
              <a:gd name="connsiteX54" fmla="*/ 191156 w 940594"/>
              <a:gd name="connsiteY54" fmla="*/ 138388 h 215103"/>
              <a:gd name="connsiteX55" fmla="*/ 831865 w 940594"/>
              <a:gd name="connsiteY55" fmla="*/ 109137 h 215103"/>
              <a:gd name="connsiteX56" fmla="*/ 831884 w 940594"/>
              <a:gd name="connsiteY56" fmla="*/ 127939 h 215103"/>
              <a:gd name="connsiteX57" fmla="*/ 837685 w 940594"/>
              <a:gd name="connsiteY57" fmla="*/ 130359 h 215103"/>
              <a:gd name="connsiteX58" fmla="*/ 850982 w 940594"/>
              <a:gd name="connsiteY58" fmla="*/ 117052 h 215103"/>
              <a:gd name="connsiteX59" fmla="*/ 831865 w 940594"/>
              <a:gd name="connsiteY59" fmla="*/ 109137 h 215103"/>
              <a:gd name="connsiteX60" fmla="*/ 820559 w 940594"/>
              <a:gd name="connsiteY60" fmla="*/ 109137 h 215103"/>
              <a:gd name="connsiteX61" fmla="*/ 801471 w 940594"/>
              <a:gd name="connsiteY61" fmla="*/ 117043 h 215103"/>
              <a:gd name="connsiteX62" fmla="*/ 814768 w 940594"/>
              <a:gd name="connsiteY62" fmla="*/ 130359 h 215103"/>
              <a:gd name="connsiteX63" fmla="*/ 820540 w 940594"/>
              <a:gd name="connsiteY63" fmla="*/ 127939 h 215103"/>
              <a:gd name="connsiteX64" fmla="*/ 820540 w 940594"/>
              <a:gd name="connsiteY64" fmla="*/ 127949 h 215103"/>
              <a:gd name="connsiteX65" fmla="*/ 820559 w 940594"/>
              <a:gd name="connsiteY65" fmla="*/ 127949 h 215103"/>
              <a:gd name="connsiteX66" fmla="*/ 216226 w 940594"/>
              <a:gd name="connsiteY66" fmla="*/ 109137 h 215103"/>
              <a:gd name="connsiteX67" fmla="*/ 216236 w 940594"/>
              <a:gd name="connsiteY67" fmla="*/ 127939 h 215103"/>
              <a:gd name="connsiteX68" fmla="*/ 222036 w 940594"/>
              <a:gd name="connsiteY68" fmla="*/ 130359 h 215103"/>
              <a:gd name="connsiteX69" fmla="*/ 235343 w 940594"/>
              <a:gd name="connsiteY69" fmla="*/ 117052 h 215103"/>
              <a:gd name="connsiteX70" fmla="*/ 216226 w 940594"/>
              <a:gd name="connsiteY70" fmla="*/ 109137 h 215103"/>
              <a:gd name="connsiteX71" fmla="*/ 204910 w 940594"/>
              <a:gd name="connsiteY71" fmla="*/ 109137 h 215103"/>
              <a:gd name="connsiteX72" fmla="*/ 185832 w 940594"/>
              <a:gd name="connsiteY72" fmla="*/ 117043 h 215103"/>
              <a:gd name="connsiteX73" fmla="*/ 199129 w 940594"/>
              <a:gd name="connsiteY73" fmla="*/ 130359 h 215103"/>
              <a:gd name="connsiteX74" fmla="*/ 204901 w 940594"/>
              <a:gd name="connsiteY74" fmla="*/ 127939 h 215103"/>
              <a:gd name="connsiteX75" fmla="*/ 147142 w 940594"/>
              <a:gd name="connsiteY75" fmla="*/ 100936 h 215103"/>
              <a:gd name="connsiteX76" fmla="*/ 130445 w 940594"/>
              <a:gd name="connsiteY76" fmla="*/ 149704 h 215103"/>
              <a:gd name="connsiteX77" fmla="*/ 131150 w 940594"/>
              <a:gd name="connsiteY77" fmla="*/ 159753 h 215103"/>
              <a:gd name="connsiteX78" fmla="*/ 131455 w 940594"/>
              <a:gd name="connsiteY78" fmla="*/ 161515 h 215103"/>
              <a:gd name="connsiteX79" fmla="*/ 113147 w 940594"/>
              <a:gd name="connsiteY79" fmla="*/ 161515 h 215103"/>
              <a:gd name="connsiteX80" fmla="*/ 113147 w 940594"/>
              <a:gd name="connsiteY80" fmla="*/ 193462 h 215103"/>
              <a:gd name="connsiteX81" fmla="*/ 106204 w 940594"/>
              <a:gd name="connsiteY81" fmla="*/ 200406 h 215103"/>
              <a:gd name="connsiteX82" fmla="*/ 11249 w 940594"/>
              <a:gd name="connsiteY82" fmla="*/ 200406 h 215103"/>
              <a:gd name="connsiteX83" fmla="*/ 4315 w 940594"/>
              <a:gd name="connsiteY83" fmla="*/ 193462 h 215103"/>
              <a:gd name="connsiteX84" fmla="*/ 4315 w 940594"/>
              <a:gd name="connsiteY84" fmla="*/ 172774 h 215103"/>
              <a:gd name="connsiteX85" fmla="*/ 11249 w 940594"/>
              <a:gd name="connsiteY85" fmla="*/ 165839 h 215103"/>
              <a:gd name="connsiteX86" fmla="*/ 49225 w 940594"/>
              <a:gd name="connsiteY86" fmla="*/ 165839 h 215103"/>
              <a:gd name="connsiteX87" fmla="*/ 0 w 940594"/>
              <a:gd name="connsiteY87" fmla="*/ 142522 h 215103"/>
              <a:gd name="connsiteX88" fmla="*/ 147142 w 940594"/>
              <a:gd name="connsiteY88" fmla="*/ 100936 h 215103"/>
              <a:gd name="connsiteX89" fmla="*/ 826198 w 940594"/>
              <a:gd name="connsiteY89" fmla="*/ 84315 h 215103"/>
              <a:gd name="connsiteX90" fmla="*/ 891634 w 940594"/>
              <a:gd name="connsiteY90" fmla="*/ 149714 h 215103"/>
              <a:gd name="connsiteX91" fmla="*/ 891368 w 940594"/>
              <a:gd name="connsiteY91" fmla="*/ 155295 h 215103"/>
              <a:gd name="connsiteX92" fmla="*/ 826217 w 940594"/>
              <a:gd name="connsiteY92" fmla="*/ 215103 h 215103"/>
              <a:gd name="connsiteX93" fmla="*/ 761390 w 940594"/>
              <a:gd name="connsiteY93" fmla="*/ 157924 h 215103"/>
              <a:gd name="connsiteX94" fmla="*/ 760799 w 940594"/>
              <a:gd name="connsiteY94" fmla="*/ 149714 h 215103"/>
              <a:gd name="connsiteX95" fmla="*/ 826198 w 940594"/>
              <a:gd name="connsiteY95" fmla="*/ 84315 h 215103"/>
              <a:gd name="connsiteX96" fmla="*/ 210559 w 940594"/>
              <a:gd name="connsiteY96" fmla="*/ 84315 h 215103"/>
              <a:gd name="connsiteX97" fmla="*/ 275995 w 940594"/>
              <a:gd name="connsiteY97" fmla="*/ 149714 h 215103"/>
              <a:gd name="connsiteX98" fmla="*/ 275710 w 940594"/>
              <a:gd name="connsiteY98" fmla="*/ 155295 h 215103"/>
              <a:gd name="connsiteX99" fmla="*/ 210568 w 940594"/>
              <a:gd name="connsiteY99" fmla="*/ 215103 h 215103"/>
              <a:gd name="connsiteX100" fmla="*/ 145751 w 940594"/>
              <a:gd name="connsiteY100" fmla="*/ 157924 h 215103"/>
              <a:gd name="connsiteX101" fmla="*/ 145160 w 940594"/>
              <a:gd name="connsiteY101" fmla="*/ 149714 h 215103"/>
              <a:gd name="connsiteX102" fmla="*/ 210559 w 940594"/>
              <a:gd name="connsiteY102" fmla="*/ 84315 h 215103"/>
              <a:gd name="connsiteX103" fmla="*/ 531257 w 940594"/>
              <a:gd name="connsiteY103" fmla="*/ 12963 h 215103"/>
              <a:gd name="connsiteX104" fmla="*/ 627926 w 940594"/>
              <a:gd name="connsiteY104" fmla="*/ 12963 h 215103"/>
              <a:gd name="connsiteX105" fmla="*/ 782012 w 940594"/>
              <a:gd name="connsiteY105" fmla="*/ 81219 h 215103"/>
              <a:gd name="connsiteX106" fmla="*/ 743226 w 940594"/>
              <a:gd name="connsiteY106" fmla="*/ 149704 h 215103"/>
              <a:gd name="connsiteX107" fmla="*/ 743921 w 940594"/>
              <a:gd name="connsiteY107" fmla="*/ 159772 h 215103"/>
              <a:gd name="connsiteX108" fmla="*/ 761447 w 940594"/>
              <a:gd name="connsiteY108" fmla="*/ 200405 h 215103"/>
              <a:gd name="connsiteX109" fmla="*/ 291074 w 940594"/>
              <a:gd name="connsiteY109" fmla="*/ 200405 h 215103"/>
              <a:gd name="connsiteX110" fmla="*/ 290703 w 940594"/>
              <a:gd name="connsiteY110" fmla="*/ 149732 h 215103"/>
              <a:gd name="connsiteX111" fmla="*/ 265109 w 940594"/>
              <a:gd name="connsiteY111" fmla="*/ 91192 h 215103"/>
              <a:gd name="connsiteX112" fmla="*/ 391268 w 940594"/>
              <a:gd name="connsiteY112" fmla="*/ 91820 h 215103"/>
              <a:gd name="connsiteX113" fmla="*/ 397316 w 940594"/>
              <a:gd name="connsiteY113" fmla="*/ 69970 h 215103"/>
              <a:gd name="connsiteX114" fmla="*/ 406917 w 940594"/>
              <a:gd name="connsiteY114" fmla="*/ 67960 h 215103"/>
              <a:gd name="connsiteX115" fmla="*/ 433187 w 940594"/>
              <a:gd name="connsiteY115" fmla="*/ 78857 h 215103"/>
              <a:gd name="connsiteX116" fmla="*/ 443960 w 940594"/>
              <a:gd name="connsiteY116" fmla="*/ 91820 h 215103"/>
              <a:gd name="connsiteX117" fmla="*/ 507015 w 940594"/>
              <a:gd name="connsiteY117" fmla="*/ 69970 h 215103"/>
              <a:gd name="connsiteX118" fmla="*/ 508416 w 940594"/>
              <a:gd name="connsiteY118" fmla="*/ 65789 h 215103"/>
              <a:gd name="connsiteX119" fmla="*/ 520579 w 940594"/>
              <a:gd name="connsiteY119" fmla="*/ 57016 h 215103"/>
              <a:gd name="connsiteX120" fmla="*/ 538115 w 940594"/>
              <a:gd name="connsiteY120" fmla="*/ 57016 h 215103"/>
              <a:gd name="connsiteX121" fmla="*/ 538115 w 940594"/>
              <a:gd name="connsiteY121" fmla="*/ 47520 h 215103"/>
              <a:gd name="connsiteX122" fmla="*/ 531257 w 940594"/>
              <a:gd name="connsiteY122" fmla="*/ 47520 h 215103"/>
              <a:gd name="connsiteX123" fmla="*/ 520836 w 940594"/>
              <a:gd name="connsiteY123" fmla="*/ 37090 h 215103"/>
              <a:gd name="connsiteX124" fmla="*/ 520836 w 940594"/>
              <a:gd name="connsiteY124" fmla="*/ 23393 h 215103"/>
              <a:gd name="connsiteX125" fmla="*/ 531257 w 940594"/>
              <a:gd name="connsiteY125" fmla="*/ 12963 h 215103"/>
              <a:gd name="connsiteX126" fmla="*/ 821855 w 940594"/>
              <a:gd name="connsiteY126" fmla="*/ 0 h 215103"/>
              <a:gd name="connsiteX127" fmla="*/ 923334 w 940594"/>
              <a:gd name="connsiteY127" fmla="*/ 0 h 215103"/>
              <a:gd name="connsiteX128" fmla="*/ 940594 w 940594"/>
              <a:gd name="connsiteY128" fmla="*/ 17288 h 215103"/>
              <a:gd name="connsiteX129" fmla="*/ 940594 w 940594"/>
              <a:gd name="connsiteY129" fmla="*/ 152886 h 215103"/>
              <a:gd name="connsiteX130" fmla="*/ 903332 w 940594"/>
              <a:gd name="connsiteY130" fmla="*/ 152886 h 215103"/>
              <a:gd name="connsiteX131" fmla="*/ 903494 w 940594"/>
              <a:gd name="connsiteY131" fmla="*/ 149704 h 215103"/>
              <a:gd name="connsiteX132" fmla="*/ 827294 w 940594"/>
              <a:gd name="connsiteY132" fmla="*/ 69780 h 215103"/>
              <a:gd name="connsiteX133" fmla="*/ 809625 w 940594"/>
              <a:gd name="connsiteY133" fmla="*/ 52121 h 215103"/>
              <a:gd name="connsiteX134" fmla="*/ 804567 w 940594"/>
              <a:gd name="connsiteY134" fmla="*/ 39910 h 215103"/>
              <a:gd name="connsiteX135" fmla="*/ 804567 w 940594"/>
              <a:gd name="connsiteY135" fmla="*/ 17278 h 215103"/>
              <a:gd name="connsiteX136" fmla="*/ 821855 w 940594"/>
              <a:gd name="connsiteY136" fmla="*/ 0 h 215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</a:cxnLst>
            <a:rect l="l" t="t" r="r" b="b"/>
            <a:pathLst>
              <a:path w="940594" h="215103">
                <a:moveTo>
                  <a:pt x="814882" y="169192"/>
                </a:moveTo>
                <a:lnTo>
                  <a:pt x="801585" y="182489"/>
                </a:lnTo>
                <a:cubicBezTo>
                  <a:pt x="807014" y="186575"/>
                  <a:pt x="813472" y="189366"/>
                  <a:pt x="820540" y="190338"/>
                </a:cubicBezTo>
                <a:lnTo>
                  <a:pt x="820549" y="190338"/>
                </a:lnTo>
                <a:lnTo>
                  <a:pt x="820549" y="171478"/>
                </a:lnTo>
                <a:cubicBezTo>
                  <a:pt x="818559" y="170954"/>
                  <a:pt x="816625" y="170202"/>
                  <a:pt x="814882" y="169192"/>
                </a:cubicBezTo>
                <a:close/>
                <a:moveTo>
                  <a:pt x="199243" y="169173"/>
                </a:moveTo>
                <a:lnTo>
                  <a:pt x="185946" y="182489"/>
                </a:lnTo>
                <a:cubicBezTo>
                  <a:pt x="191385" y="186575"/>
                  <a:pt x="197833" y="189366"/>
                  <a:pt x="204901" y="190338"/>
                </a:cubicBezTo>
                <a:lnTo>
                  <a:pt x="204901" y="171459"/>
                </a:lnTo>
                <a:cubicBezTo>
                  <a:pt x="202910" y="170945"/>
                  <a:pt x="200977" y="170192"/>
                  <a:pt x="199243" y="169173"/>
                </a:cubicBezTo>
                <a:close/>
                <a:moveTo>
                  <a:pt x="837570" y="169154"/>
                </a:moveTo>
                <a:cubicBezTo>
                  <a:pt x="835789" y="170192"/>
                  <a:pt x="833884" y="170935"/>
                  <a:pt x="831865" y="171478"/>
                </a:cubicBezTo>
                <a:lnTo>
                  <a:pt x="831865" y="190338"/>
                </a:lnTo>
                <a:cubicBezTo>
                  <a:pt x="838961" y="189366"/>
                  <a:pt x="845419" y="186594"/>
                  <a:pt x="850867" y="182489"/>
                </a:cubicBezTo>
                <a:close/>
                <a:moveTo>
                  <a:pt x="221922" y="169154"/>
                </a:moveTo>
                <a:cubicBezTo>
                  <a:pt x="220150" y="170192"/>
                  <a:pt x="218245" y="170935"/>
                  <a:pt x="216226" y="171478"/>
                </a:cubicBezTo>
                <a:lnTo>
                  <a:pt x="216226" y="190338"/>
                </a:lnTo>
                <a:cubicBezTo>
                  <a:pt x="223322" y="189366"/>
                  <a:pt x="229771" y="186594"/>
                  <a:pt x="235209" y="182489"/>
                </a:cubicBezTo>
                <a:close/>
                <a:moveTo>
                  <a:pt x="848010" y="155476"/>
                </a:moveTo>
                <a:cubicBezTo>
                  <a:pt x="847467" y="157515"/>
                  <a:pt x="846591" y="159391"/>
                  <a:pt x="845572" y="161153"/>
                </a:cubicBezTo>
                <a:lnTo>
                  <a:pt x="858983" y="174564"/>
                </a:lnTo>
                <a:cubicBezTo>
                  <a:pt x="863117" y="169126"/>
                  <a:pt x="865784" y="162572"/>
                  <a:pt x="866793" y="155476"/>
                </a:cubicBezTo>
                <a:close/>
                <a:moveTo>
                  <a:pt x="785554" y="155476"/>
                </a:moveTo>
                <a:cubicBezTo>
                  <a:pt x="786555" y="162572"/>
                  <a:pt x="789364" y="169087"/>
                  <a:pt x="793498" y="174526"/>
                </a:cubicBezTo>
                <a:lnTo>
                  <a:pt x="806871" y="161172"/>
                </a:lnTo>
                <a:cubicBezTo>
                  <a:pt x="805814" y="159401"/>
                  <a:pt x="805033" y="157496"/>
                  <a:pt x="804490" y="155476"/>
                </a:cubicBezTo>
                <a:close/>
                <a:moveTo>
                  <a:pt x="232361" y="155476"/>
                </a:moveTo>
                <a:cubicBezTo>
                  <a:pt x="231818" y="157515"/>
                  <a:pt x="230952" y="159391"/>
                  <a:pt x="229933" y="161153"/>
                </a:cubicBezTo>
                <a:lnTo>
                  <a:pt x="243334" y="174564"/>
                </a:lnTo>
                <a:cubicBezTo>
                  <a:pt x="247478" y="169126"/>
                  <a:pt x="250154" y="162572"/>
                  <a:pt x="251145" y="155476"/>
                </a:cubicBezTo>
                <a:close/>
                <a:moveTo>
                  <a:pt x="169915" y="155476"/>
                </a:moveTo>
                <a:cubicBezTo>
                  <a:pt x="170916" y="162572"/>
                  <a:pt x="173725" y="169087"/>
                  <a:pt x="177859" y="174526"/>
                </a:cubicBezTo>
                <a:lnTo>
                  <a:pt x="191232" y="161172"/>
                </a:lnTo>
                <a:cubicBezTo>
                  <a:pt x="190175" y="159401"/>
                  <a:pt x="189394" y="157496"/>
                  <a:pt x="188851" y="155476"/>
                </a:cubicBezTo>
                <a:close/>
                <a:moveTo>
                  <a:pt x="858973" y="125063"/>
                </a:moveTo>
                <a:lnTo>
                  <a:pt x="845638" y="138398"/>
                </a:lnTo>
                <a:cubicBezTo>
                  <a:pt x="846676" y="140179"/>
                  <a:pt x="847476" y="142113"/>
                  <a:pt x="848000" y="144161"/>
                </a:cubicBezTo>
                <a:lnTo>
                  <a:pt x="848000" y="144170"/>
                </a:lnTo>
                <a:lnTo>
                  <a:pt x="866803" y="144170"/>
                </a:lnTo>
                <a:cubicBezTo>
                  <a:pt x="865841" y="137026"/>
                  <a:pt x="863117" y="130540"/>
                  <a:pt x="858973" y="125063"/>
                </a:cubicBezTo>
                <a:close/>
                <a:moveTo>
                  <a:pt x="243344" y="125063"/>
                </a:moveTo>
                <a:lnTo>
                  <a:pt x="230009" y="138398"/>
                </a:lnTo>
                <a:cubicBezTo>
                  <a:pt x="231037" y="140179"/>
                  <a:pt x="231857" y="142113"/>
                  <a:pt x="232361" y="144161"/>
                </a:cubicBezTo>
                <a:lnTo>
                  <a:pt x="232361" y="144170"/>
                </a:lnTo>
                <a:lnTo>
                  <a:pt x="251183" y="144170"/>
                </a:lnTo>
                <a:cubicBezTo>
                  <a:pt x="250211" y="137026"/>
                  <a:pt x="247487" y="130540"/>
                  <a:pt x="243344" y="125063"/>
                </a:cubicBezTo>
                <a:close/>
                <a:moveTo>
                  <a:pt x="793451" y="125053"/>
                </a:moveTo>
                <a:cubicBezTo>
                  <a:pt x="789317" y="130540"/>
                  <a:pt x="786583" y="137017"/>
                  <a:pt x="785602" y="144151"/>
                </a:cubicBezTo>
                <a:lnTo>
                  <a:pt x="804424" y="144151"/>
                </a:lnTo>
                <a:cubicBezTo>
                  <a:pt x="804938" y="142113"/>
                  <a:pt x="805757" y="140179"/>
                  <a:pt x="806795" y="138388"/>
                </a:cubicBezTo>
                <a:close/>
                <a:moveTo>
                  <a:pt x="177802" y="125053"/>
                </a:moveTo>
                <a:cubicBezTo>
                  <a:pt x="173678" y="130540"/>
                  <a:pt x="170944" y="137017"/>
                  <a:pt x="169973" y="144151"/>
                </a:cubicBezTo>
                <a:lnTo>
                  <a:pt x="188785" y="144151"/>
                </a:lnTo>
                <a:cubicBezTo>
                  <a:pt x="189289" y="142113"/>
                  <a:pt x="190118" y="140179"/>
                  <a:pt x="191156" y="138388"/>
                </a:cubicBezTo>
                <a:close/>
                <a:moveTo>
                  <a:pt x="831865" y="109137"/>
                </a:moveTo>
                <a:lnTo>
                  <a:pt x="831884" y="127939"/>
                </a:lnTo>
                <a:cubicBezTo>
                  <a:pt x="833941" y="128482"/>
                  <a:pt x="835894" y="129311"/>
                  <a:pt x="837685" y="130359"/>
                </a:cubicBezTo>
                <a:lnTo>
                  <a:pt x="850982" y="117052"/>
                </a:lnTo>
                <a:cubicBezTo>
                  <a:pt x="845514" y="112880"/>
                  <a:pt x="839018" y="110128"/>
                  <a:pt x="831865" y="109137"/>
                </a:cubicBezTo>
                <a:close/>
                <a:moveTo>
                  <a:pt x="820559" y="109137"/>
                </a:moveTo>
                <a:cubicBezTo>
                  <a:pt x="813434" y="110128"/>
                  <a:pt x="806919" y="112871"/>
                  <a:pt x="801471" y="117043"/>
                </a:cubicBezTo>
                <a:lnTo>
                  <a:pt x="814768" y="130359"/>
                </a:lnTo>
                <a:cubicBezTo>
                  <a:pt x="816558" y="129311"/>
                  <a:pt x="818492" y="128482"/>
                  <a:pt x="820540" y="127939"/>
                </a:cubicBezTo>
                <a:lnTo>
                  <a:pt x="820540" y="127949"/>
                </a:lnTo>
                <a:lnTo>
                  <a:pt x="820559" y="127949"/>
                </a:lnTo>
                <a:close/>
                <a:moveTo>
                  <a:pt x="216226" y="109137"/>
                </a:moveTo>
                <a:lnTo>
                  <a:pt x="216236" y="127939"/>
                </a:lnTo>
                <a:cubicBezTo>
                  <a:pt x="218293" y="128482"/>
                  <a:pt x="220246" y="129311"/>
                  <a:pt x="222036" y="130359"/>
                </a:cubicBezTo>
                <a:lnTo>
                  <a:pt x="235343" y="117052"/>
                </a:lnTo>
                <a:cubicBezTo>
                  <a:pt x="229875" y="112880"/>
                  <a:pt x="223379" y="110128"/>
                  <a:pt x="216226" y="109137"/>
                </a:cubicBezTo>
                <a:close/>
                <a:moveTo>
                  <a:pt x="204910" y="109137"/>
                </a:moveTo>
                <a:cubicBezTo>
                  <a:pt x="197795" y="110128"/>
                  <a:pt x="191290" y="112871"/>
                  <a:pt x="185832" y="117043"/>
                </a:cubicBezTo>
                <a:lnTo>
                  <a:pt x="199129" y="130359"/>
                </a:lnTo>
                <a:cubicBezTo>
                  <a:pt x="200929" y="129311"/>
                  <a:pt x="202862" y="128482"/>
                  <a:pt x="204901" y="127939"/>
                </a:cubicBezTo>
                <a:close/>
                <a:moveTo>
                  <a:pt x="147142" y="100936"/>
                </a:moveTo>
                <a:cubicBezTo>
                  <a:pt x="136722" y="114471"/>
                  <a:pt x="130445" y="131340"/>
                  <a:pt x="130445" y="149704"/>
                </a:cubicBezTo>
                <a:cubicBezTo>
                  <a:pt x="130445" y="152885"/>
                  <a:pt x="130683" y="156219"/>
                  <a:pt x="131150" y="159753"/>
                </a:cubicBezTo>
                <a:cubicBezTo>
                  <a:pt x="131226" y="160362"/>
                  <a:pt x="131369" y="160924"/>
                  <a:pt x="131455" y="161515"/>
                </a:cubicBezTo>
                <a:lnTo>
                  <a:pt x="113147" y="161515"/>
                </a:lnTo>
                <a:lnTo>
                  <a:pt x="113147" y="193462"/>
                </a:lnTo>
                <a:cubicBezTo>
                  <a:pt x="113147" y="197300"/>
                  <a:pt x="110042" y="200406"/>
                  <a:pt x="106204" y="200406"/>
                </a:cubicBezTo>
                <a:lnTo>
                  <a:pt x="11249" y="200406"/>
                </a:lnTo>
                <a:cubicBezTo>
                  <a:pt x="7410" y="200406"/>
                  <a:pt x="4315" y="197291"/>
                  <a:pt x="4315" y="193462"/>
                </a:cubicBezTo>
                <a:lnTo>
                  <a:pt x="4315" y="172774"/>
                </a:lnTo>
                <a:cubicBezTo>
                  <a:pt x="4315" y="168935"/>
                  <a:pt x="7420" y="165839"/>
                  <a:pt x="11249" y="165839"/>
                </a:cubicBezTo>
                <a:lnTo>
                  <a:pt x="49225" y="165839"/>
                </a:lnTo>
                <a:cubicBezTo>
                  <a:pt x="49225" y="142703"/>
                  <a:pt x="0" y="153724"/>
                  <a:pt x="0" y="142522"/>
                </a:cubicBezTo>
                <a:cubicBezTo>
                  <a:pt x="38519" y="121405"/>
                  <a:pt x="92050" y="108613"/>
                  <a:pt x="147142" y="100936"/>
                </a:cubicBezTo>
                <a:close/>
                <a:moveTo>
                  <a:pt x="826198" y="84315"/>
                </a:moveTo>
                <a:cubicBezTo>
                  <a:pt x="862345" y="84315"/>
                  <a:pt x="891625" y="113576"/>
                  <a:pt x="891634" y="149714"/>
                </a:cubicBezTo>
                <a:cubicBezTo>
                  <a:pt x="891634" y="151590"/>
                  <a:pt x="891530" y="153447"/>
                  <a:pt x="891368" y="155295"/>
                </a:cubicBezTo>
                <a:cubicBezTo>
                  <a:pt x="888510" y="188804"/>
                  <a:pt x="860488" y="215103"/>
                  <a:pt x="826217" y="215103"/>
                </a:cubicBezTo>
                <a:cubicBezTo>
                  <a:pt x="792898" y="215103"/>
                  <a:pt x="765447" y="190176"/>
                  <a:pt x="761390" y="157924"/>
                </a:cubicBezTo>
                <a:cubicBezTo>
                  <a:pt x="761028" y="155238"/>
                  <a:pt x="760799" y="152504"/>
                  <a:pt x="760799" y="149714"/>
                </a:cubicBezTo>
                <a:cubicBezTo>
                  <a:pt x="760799" y="113566"/>
                  <a:pt x="790098" y="84315"/>
                  <a:pt x="826198" y="84315"/>
                </a:cubicBezTo>
                <a:close/>
                <a:moveTo>
                  <a:pt x="210559" y="84315"/>
                </a:moveTo>
                <a:cubicBezTo>
                  <a:pt x="246697" y="84315"/>
                  <a:pt x="275995" y="113576"/>
                  <a:pt x="275995" y="149714"/>
                </a:cubicBezTo>
                <a:cubicBezTo>
                  <a:pt x="275995" y="151590"/>
                  <a:pt x="275872" y="153447"/>
                  <a:pt x="275710" y="155295"/>
                </a:cubicBezTo>
                <a:cubicBezTo>
                  <a:pt x="272862" y="188804"/>
                  <a:pt x="244839" y="215103"/>
                  <a:pt x="210568" y="215103"/>
                </a:cubicBezTo>
                <a:cubicBezTo>
                  <a:pt x="177250" y="215103"/>
                  <a:pt x="149808" y="190176"/>
                  <a:pt x="145751" y="157924"/>
                </a:cubicBezTo>
                <a:cubicBezTo>
                  <a:pt x="145389" y="155238"/>
                  <a:pt x="145160" y="152504"/>
                  <a:pt x="145160" y="149714"/>
                </a:cubicBezTo>
                <a:cubicBezTo>
                  <a:pt x="145160" y="113566"/>
                  <a:pt x="174459" y="84315"/>
                  <a:pt x="210559" y="84315"/>
                </a:cubicBezTo>
                <a:close/>
                <a:moveTo>
                  <a:pt x="531257" y="12963"/>
                </a:moveTo>
                <a:lnTo>
                  <a:pt x="627926" y="12963"/>
                </a:lnTo>
                <a:lnTo>
                  <a:pt x="782012" y="81219"/>
                </a:lnTo>
                <a:cubicBezTo>
                  <a:pt x="758828" y="95249"/>
                  <a:pt x="743226" y="120662"/>
                  <a:pt x="743226" y="149704"/>
                </a:cubicBezTo>
                <a:cubicBezTo>
                  <a:pt x="743226" y="152885"/>
                  <a:pt x="743474" y="156219"/>
                  <a:pt x="743921" y="159772"/>
                </a:cubicBezTo>
                <a:cubicBezTo>
                  <a:pt x="745855" y="175183"/>
                  <a:pt x="752151" y="189090"/>
                  <a:pt x="761447" y="200405"/>
                </a:cubicBezTo>
                <a:lnTo>
                  <a:pt x="291074" y="200405"/>
                </a:lnTo>
                <a:cubicBezTo>
                  <a:pt x="291074" y="200405"/>
                  <a:pt x="290703" y="152018"/>
                  <a:pt x="290703" y="149732"/>
                </a:cubicBezTo>
                <a:cubicBezTo>
                  <a:pt x="290703" y="126625"/>
                  <a:pt x="280806" y="105832"/>
                  <a:pt x="265109" y="91192"/>
                </a:cubicBezTo>
                <a:cubicBezTo>
                  <a:pt x="336413" y="88630"/>
                  <a:pt x="391268" y="91820"/>
                  <a:pt x="391268" y="91820"/>
                </a:cubicBezTo>
                <a:lnTo>
                  <a:pt x="397316" y="69970"/>
                </a:lnTo>
                <a:cubicBezTo>
                  <a:pt x="400621" y="68856"/>
                  <a:pt x="403869" y="68246"/>
                  <a:pt x="406917" y="67960"/>
                </a:cubicBezTo>
                <a:cubicBezTo>
                  <a:pt x="416937" y="67036"/>
                  <a:pt x="426767" y="71113"/>
                  <a:pt x="433187" y="78857"/>
                </a:cubicBezTo>
                <a:lnTo>
                  <a:pt x="443960" y="91820"/>
                </a:lnTo>
                <a:cubicBezTo>
                  <a:pt x="459914" y="91820"/>
                  <a:pt x="475097" y="67389"/>
                  <a:pt x="507015" y="69970"/>
                </a:cubicBezTo>
                <a:lnTo>
                  <a:pt x="508416" y="65789"/>
                </a:lnTo>
                <a:cubicBezTo>
                  <a:pt x="510140" y="60550"/>
                  <a:pt x="515064" y="57016"/>
                  <a:pt x="520579" y="57016"/>
                </a:cubicBezTo>
                <a:lnTo>
                  <a:pt x="538115" y="57016"/>
                </a:lnTo>
                <a:lnTo>
                  <a:pt x="538115" y="47520"/>
                </a:lnTo>
                <a:lnTo>
                  <a:pt x="531257" y="47520"/>
                </a:lnTo>
                <a:cubicBezTo>
                  <a:pt x="525494" y="47520"/>
                  <a:pt x="520836" y="42843"/>
                  <a:pt x="520836" y="37090"/>
                </a:cubicBezTo>
                <a:lnTo>
                  <a:pt x="520836" y="23393"/>
                </a:lnTo>
                <a:cubicBezTo>
                  <a:pt x="520836" y="17630"/>
                  <a:pt x="525503" y="12963"/>
                  <a:pt x="531257" y="12963"/>
                </a:cubicBezTo>
                <a:close/>
                <a:moveTo>
                  <a:pt x="821855" y="0"/>
                </a:moveTo>
                <a:lnTo>
                  <a:pt x="923334" y="0"/>
                </a:lnTo>
                <a:cubicBezTo>
                  <a:pt x="932869" y="0"/>
                  <a:pt x="940613" y="7734"/>
                  <a:pt x="940594" y="17288"/>
                </a:cubicBezTo>
                <a:lnTo>
                  <a:pt x="940594" y="152886"/>
                </a:lnTo>
                <a:lnTo>
                  <a:pt x="903332" y="152886"/>
                </a:lnTo>
                <a:cubicBezTo>
                  <a:pt x="903379" y="151838"/>
                  <a:pt x="903494" y="150762"/>
                  <a:pt x="903494" y="149704"/>
                </a:cubicBezTo>
                <a:cubicBezTo>
                  <a:pt x="903494" y="106861"/>
                  <a:pt x="869642" y="71857"/>
                  <a:pt x="827294" y="69780"/>
                </a:cubicBezTo>
                <a:lnTo>
                  <a:pt x="809625" y="52121"/>
                </a:lnTo>
                <a:cubicBezTo>
                  <a:pt x="806386" y="48882"/>
                  <a:pt x="804567" y="44482"/>
                  <a:pt x="804567" y="39910"/>
                </a:cubicBezTo>
                <a:lnTo>
                  <a:pt x="804567" y="17278"/>
                </a:lnTo>
                <a:cubicBezTo>
                  <a:pt x="804567" y="7734"/>
                  <a:pt x="812301" y="0"/>
                  <a:pt x="821855" y="0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VI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1FA878-DB05-C396-1CCF-71C1F9B650FE}"/>
              </a:ext>
            </a:extLst>
          </p:cNvPr>
          <p:cNvSpPr txBox="1"/>
          <p:nvPr/>
        </p:nvSpPr>
        <p:spPr>
          <a:xfrm>
            <a:off x="8678348" y="5401913"/>
            <a:ext cx="29080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Futam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Arial Black" panose="020B0A04020102020204" pitchFamily="34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93ADCD-4D6C-D220-B5D1-54918A82FB52}"/>
              </a:ext>
            </a:extLst>
          </p:cNvPr>
          <p:cNvSpPr txBox="1"/>
          <p:nvPr/>
        </p:nvSpPr>
        <p:spPr>
          <a:xfrm>
            <a:off x="9535179" y="4854080"/>
            <a:ext cx="11943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>
                    <a:lumMod val="85000"/>
                  </a:schemeClr>
                </a:solidFill>
                <a:latin typeface="Racing Sans One" panose="02000000000000000000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03.</a:t>
            </a:r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62C2E4BF-5496-4337-9F37-8C5336818279}"/>
              </a:ext>
            </a:extLst>
          </p:cNvPr>
          <p:cNvSpPr/>
          <p:nvPr/>
        </p:nvSpPr>
        <p:spPr bwMode="auto">
          <a:xfrm rot="10800000">
            <a:off x="9960073" y="3671516"/>
            <a:ext cx="344572" cy="22464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VI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7110E39-6331-F9CC-0974-5FB4DBCFEFDD}"/>
              </a:ext>
            </a:extLst>
          </p:cNvPr>
          <p:cNvSpPr/>
          <p:nvPr/>
        </p:nvSpPr>
        <p:spPr>
          <a:xfrm flipH="1">
            <a:off x="9535179" y="3896162"/>
            <a:ext cx="1194360" cy="244048"/>
          </a:xfrm>
          <a:custGeom>
            <a:avLst/>
            <a:gdLst>
              <a:gd name="connsiteX0" fmla="*/ 814882 w 940594"/>
              <a:gd name="connsiteY0" fmla="*/ 169192 h 215103"/>
              <a:gd name="connsiteX1" fmla="*/ 801585 w 940594"/>
              <a:gd name="connsiteY1" fmla="*/ 182489 h 215103"/>
              <a:gd name="connsiteX2" fmla="*/ 820540 w 940594"/>
              <a:gd name="connsiteY2" fmla="*/ 190338 h 215103"/>
              <a:gd name="connsiteX3" fmla="*/ 820549 w 940594"/>
              <a:gd name="connsiteY3" fmla="*/ 190338 h 215103"/>
              <a:gd name="connsiteX4" fmla="*/ 820549 w 940594"/>
              <a:gd name="connsiteY4" fmla="*/ 171478 h 215103"/>
              <a:gd name="connsiteX5" fmla="*/ 814882 w 940594"/>
              <a:gd name="connsiteY5" fmla="*/ 169192 h 215103"/>
              <a:gd name="connsiteX6" fmla="*/ 199243 w 940594"/>
              <a:gd name="connsiteY6" fmla="*/ 169173 h 215103"/>
              <a:gd name="connsiteX7" fmla="*/ 185946 w 940594"/>
              <a:gd name="connsiteY7" fmla="*/ 182489 h 215103"/>
              <a:gd name="connsiteX8" fmla="*/ 204901 w 940594"/>
              <a:gd name="connsiteY8" fmla="*/ 190338 h 215103"/>
              <a:gd name="connsiteX9" fmla="*/ 204901 w 940594"/>
              <a:gd name="connsiteY9" fmla="*/ 171459 h 215103"/>
              <a:gd name="connsiteX10" fmla="*/ 199243 w 940594"/>
              <a:gd name="connsiteY10" fmla="*/ 169173 h 215103"/>
              <a:gd name="connsiteX11" fmla="*/ 837570 w 940594"/>
              <a:gd name="connsiteY11" fmla="*/ 169154 h 215103"/>
              <a:gd name="connsiteX12" fmla="*/ 831865 w 940594"/>
              <a:gd name="connsiteY12" fmla="*/ 171478 h 215103"/>
              <a:gd name="connsiteX13" fmla="*/ 831865 w 940594"/>
              <a:gd name="connsiteY13" fmla="*/ 190338 h 215103"/>
              <a:gd name="connsiteX14" fmla="*/ 850867 w 940594"/>
              <a:gd name="connsiteY14" fmla="*/ 182489 h 215103"/>
              <a:gd name="connsiteX15" fmla="*/ 221922 w 940594"/>
              <a:gd name="connsiteY15" fmla="*/ 169154 h 215103"/>
              <a:gd name="connsiteX16" fmla="*/ 216226 w 940594"/>
              <a:gd name="connsiteY16" fmla="*/ 171478 h 215103"/>
              <a:gd name="connsiteX17" fmla="*/ 216226 w 940594"/>
              <a:gd name="connsiteY17" fmla="*/ 190338 h 215103"/>
              <a:gd name="connsiteX18" fmla="*/ 235209 w 940594"/>
              <a:gd name="connsiteY18" fmla="*/ 182489 h 215103"/>
              <a:gd name="connsiteX19" fmla="*/ 848010 w 940594"/>
              <a:gd name="connsiteY19" fmla="*/ 155476 h 215103"/>
              <a:gd name="connsiteX20" fmla="*/ 845572 w 940594"/>
              <a:gd name="connsiteY20" fmla="*/ 161153 h 215103"/>
              <a:gd name="connsiteX21" fmla="*/ 858983 w 940594"/>
              <a:gd name="connsiteY21" fmla="*/ 174564 h 215103"/>
              <a:gd name="connsiteX22" fmla="*/ 866793 w 940594"/>
              <a:gd name="connsiteY22" fmla="*/ 155476 h 215103"/>
              <a:gd name="connsiteX23" fmla="*/ 785554 w 940594"/>
              <a:gd name="connsiteY23" fmla="*/ 155476 h 215103"/>
              <a:gd name="connsiteX24" fmla="*/ 793498 w 940594"/>
              <a:gd name="connsiteY24" fmla="*/ 174526 h 215103"/>
              <a:gd name="connsiteX25" fmla="*/ 806871 w 940594"/>
              <a:gd name="connsiteY25" fmla="*/ 161172 h 215103"/>
              <a:gd name="connsiteX26" fmla="*/ 804490 w 940594"/>
              <a:gd name="connsiteY26" fmla="*/ 155476 h 215103"/>
              <a:gd name="connsiteX27" fmla="*/ 232361 w 940594"/>
              <a:gd name="connsiteY27" fmla="*/ 155476 h 215103"/>
              <a:gd name="connsiteX28" fmla="*/ 229933 w 940594"/>
              <a:gd name="connsiteY28" fmla="*/ 161153 h 215103"/>
              <a:gd name="connsiteX29" fmla="*/ 243334 w 940594"/>
              <a:gd name="connsiteY29" fmla="*/ 174564 h 215103"/>
              <a:gd name="connsiteX30" fmla="*/ 251145 w 940594"/>
              <a:gd name="connsiteY30" fmla="*/ 155476 h 215103"/>
              <a:gd name="connsiteX31" fmla="*/ 169915 w 940594"/>
              <a:gd name="connsiteY31" fmla="*/ 155476 h 215103"/>
              <a:gd name="connsiteX32" fmla="*/ 177859 w 940594"/>
              <a:gd name="connsiteY32" fmla="*/ 174526 h 215103"/>
              <a:gd name="connsiteX33" fmla="*/ 191232 w 940594"/>
              <a:gd name="connsiteY33" fmla="*/ 161172 h 215103"/>
              <a:gd name="connsiteX34" fmla="*/ 188851 w 940594"/>
              <a:gd name="connsiteY34" fmla="*/ 155476 h 215103"/>
              <a:gd name="connsiteX35" fmla="*/ 858973 w 940594"/>
              <a:gd name="connsiteY35" fmla="*/ 125063 h 215103"/>
              <a:gd name="connsiteX36" fmla="*/ 845638 w 940594"/>
              <a:gd name="connsiteY36" fmla="*/ 138398 h 215103"/>
              <a:gd name="connsiteX37" fmla="*/ 848000 w 940594"/>
              <a:gd name="connsiteY37" fmla="*/ 144161 h 215103"/>
              <a:gd name="connsiteX38" fmla="*/ 848000 w 940594"/>
              <a:gd name="connsiteY38" fmla="*/ 144170 h 215103"/>
              <a:gd name="connsiteX39" fmla="*/ 866803 w 940594"/>
              <a:gd name="connsiteY39" fmla="*/ 144170 h 215103"/>
              <a:gd name="connsiteX40" fmla="*/ 858973 w 940594"/>
              <a:gd name="connsiteY40" fmla="*/ 125063 h 215103"/>
              <a:gd name="connsiteX41" fmla="*/ 243344 w 940594"/>
              <a:gd name="connsiteY41" fmla="*/ 125063 h 215103"/>
              <a:gd name="connsiteX42" fmla="*/ 230009 w 940594"/>
              <a:gd name="connsiteY42" fmla="*/ 138398 h 215103"/>
              <a:gd name="connsiteX43" fmla="*/ 232361 w 940594"/>
              <a:gd name="connsiteY43" fmla="*/ 144161 h 215103"/>
              <a:gd name="connsiteX44" fmla="*/ 232361 w 940594"/>
              <a:gd name="connsiteY44" fmla="*/ 144170 h 215103"/>
              <a:gd name="connsiteX45" fmla="*/ 251183 w 940594"/>
              <a:gd name="connsiteY45" fmla="*/ 144170 h 215103"/>
              <a:gd name="connsiteX46" fmla="*/ 243344 w 940594"/>
              <a:gd name="connsiteY46" fmla="*/ 125063 h 215103"/>
              <a:gd name="connsiteX47" fmla="*/ 793451 w 940594"/>
              <a:gd name="connsiteY47" fmla="*/ 125053 h 215103"/>
              <a:gd name="connsiteX48" fmla="*/ 785602 w 940594"/>
              <a:gd name="connsiteY48" fmla="*/ 144151 h 215103"/>
              <a:gd name="connsiteX49" fmla="*/ 804424 w 940594"/>
              <a:gd name="connsiteY49" fmla="*/ 144151 h 215103"/>
              <a:gd name="connsiteX50" fmla="*/ 806795 w 940594"/>
              <a:gd name="connsiteY50" fmla="*/ 138388 h 215103"/>
              <a:gd name="connsiteX51" fmla="*/ 177802 w 940594"/>
              <a:gd name="connsiteY51" fmla="*/ 125053 h 215103"/>
              <a:gd name="connsiteX52" fmla="*/ 169973 w 940594"/>
              <a:gd name="connsiteY52" fmla="*/ 144151 h 215103"/>
              <a:gd name="connsiteX53" fmla="*/ 188785 w 940594"/>
              <a:gd name="connsiteY53" fmla="*/ 144151 h 215103"/>
              <a:gd name="connsiteX54" fmla="*/ 191156 w 940594"/>
              <a:gd name="connsiteY54" fmla="*/ 138388 h 215103"/>
              <a:gd name="connsiteX55" fmla="*/ 831865 w 940594"/>
              <a:gd name="connsiteY55" fmla="*/ 109137 h 215103"/>
              <a:gd name="connsiteX56" fmla="*/ 831884 w 940594"/>
              <a:gd name="connsiteY56" fmla="*/ 127939 h 215103"/>
              <a:gd name="connsiteX57" fmla="*/ 837685 w 940594"/>
              <a:gd name="connsiteY57" fmla="*/ 130359 h 215103"/>
              <a:gd name="connsiteX58" fmla="*/ 850982 w 940594"/>
              <a:gd name="connsiteY58" fmla="*/ 117052 h 215103"/>
              <a:gd name="connsiteX59" fmla="*/ 831865 w 940594"/>
              <a:gd name="connsiteY59" fmla="*/ 109137 h 215103"/>
              <a:gd name="connsiteX60" fmla="*/ 820559 w 940594"/>
              <a:gd name="connsiteY60" fmla="*/ 109137 h 215103"/>
              <a:gd name="connsiteX61" fmla="*/ 801471 w 940594"/>
              <a:gd name="connsiteY61" fmla="*/ 117043 h 215103"/>
              <a:gd name="connsiteX62" fmla="*/ 814768 w 940594"/>
              <a:gd name="connsiteY62" fmla="*/ 130359 h 215103"/>
              <a:gd name="connsiteX63" fmla="*/ 820540 w 940594"/>
              <a:gd name="connsiteY63" fmla="*/ 127939 h 215103"/>
              <a:gd name="connsiteX64" fmla="*/ 820540 w 940594"/>
              <a:gd name="connsiteY64" fmla="*/ 127949 h 215103"/>
              <a:gd name="connsiteX65" fmla="*/ 820559 w 940594"/>
              <a:gd name="connsiteY65" fmla="*/ 127949 h 215103"/>
              <a:gd name="connsiteX66" fmla="*/ 216226 w 940594"/>
              <a:gd name="connsiteY66" fmla="*/ 109137 h 215103"/>
              <a:gd name="connsiteX67" fmla="*/ 216236 w 940594"/>
              <a:gd name="connsiteY67" fmla="*/ 127939 h 215103"/>
              <a:gd name="connsiteX68" fmla="*/ 222036 w 940594"/>
              <a:gd name="connsiteY68" fmla="*/ 130359 h 215103"/>
              <a:gd name="connsiteX69" fmla="*/ 235343 w 940594"/>
              <a:gd name="connsiteY69" fmla="*/ 117052 h 215103"/>
              <a:gd name="connsiteX70" fmla="*/ 216226 w 940594"/>
              <a:gd name="connsiteY70" fmla="*/ 109137 h 215103"/>
              <a:gd name="connsiteX71" fmla="*/ 204910 w 940594"/>
              <a:gd name="connsiteY71" fmla="*/ 109137 h 215103"/>
              <a:gd name="connsiteX72" fmla="*/ 185832 w 940594"/>
              <a:gd name="connsiteY72" fmla="*/ 117043 h 215103"/>
              <a:gd name="connsiteX73" fmla="*/ 199129 w 940594"/>
              <a:gd name="connsiteY73" fmla="*/ 130359 h 215103"/>
              <a:gd name="connsiteX74" fmla="*/ 204901 w 940594"/>
              <a:gd name="connsiteY74" fmla="*/ 127939 h 215103"/>
              <a:gd name="connsiteX75" fmla="*/ 147142 w 940594"/>
              <a:gd name="connsiteY75" fmla="*/ 100936 h 215103"/>
              <a:gd name="connsiteX76" fmla="*/ 130445 w 940594"/>
              <a:gd name="connsiteY76" fmla="*/ 149704 h 215103"/>
              <a:gd name="connsiteX77" fmla="*/ 131150 w 940594"/>
              <a:gd name="connsiteY77" fmla="*/ 159753 h 215103"/>
              <a:gd name="connsiteX78" fmla="*/ 131455 w 940594"/>
              <a:gd name="connsiteY78" fmla="*/ 161515 h 215103"/>
              <a:gd name="connsiteX79" fmla="*/ 113147 w 940594"/>
              <a:gd name="connsiteY79" fmla="*/ 161515 h 215103"/>
              <a:gd name="connsiteX80" fmla="*/ 113147 w 940594"/>
              <a:gd name="connsiteY80" fmla="*/ 193462 h 215103"/>
              <a:gd name="connsiteX81" fmla="*/ 106204 w 940594"/>
              <a:gd name="connsiteY81" fmla="*/ 200406 h 215103"/>
              <a:gd name="connsiteX82" fmla="*/ 11249 w 940594"/>
              <a:gd name="connsiteY82" fmla="*/ 200406 h 215103"/>
              <a:gd name="connsiteX83" fmla="*/ 4315 w 940594"/>
              <a:gd name="connsiteY83" fmla="*/ 193462 h 215103"/>
              <a:gd name="connsiteX84" fmla="*/ 4315 w 940594"/>
              <a:gd name="connsiteY84" fmla="*/ 172774 h 215103"/>
              <a:gd name="connsiteX85" fmla="*/ 11249 w 940594"/>
              <a:gd name="connsiteY85" fmla="*/ 165839 h 215103"/>
              <a:gd name="connsiteX86" fmla="*/ 49225 w 940594"/>
              <a:gd name="connsiteY86" fmla="*/ 165839 h 215103"/>
              <a:gd name="connsiteX87" fmla="*/ 0 w 940594"/>
              <a:gd name="connsiteY87" fmla="*/ 142522 h 215103"/>
              <a:gd name="connsiteX88" fmla="*/ 147142 w 940594"/>
              <a:gd name="connsiteY88" fmla="*/ 100936 h 215103"/>
              <a:gd name="connsiteX89" fmla="*/ 826198 w 940594"/>
              <a:gd name="connsiteY89" fmla="*/ 84315 h 215103"/>
              <a:gd name="connsiteX90" fmla="*/ 891634 w 940594"/>
              <a:gd name="connsiteY90" fmla="*/ 149714 h 215103"/>
              <a:gd name="connsiteX91" fmla="*/ 891368 w 940594"/>
              <a:gd name="connsiteY91" fmla="*/ 155295 h 215103"/>
              <a:gd name="connsiteX92" fmla="*/ 826217 w 940594"/>
              <a:gd name="connsiteY92" fmla="*/ 215103 h 215103"/>
              <a:gd name="connsiteX93" fmla="*/ 761390 w 940594"/>
              <a:gd name="connsiteY93" fmla="*/ 157924 h 215103"/>
              <a:gd name="connsiteX94" fmla="*/ 760799 w 940594"/>
              <a:gd name="connsiteY94" fmla="*/ 149714 h 215103"/>
              <a:gd name="connsiteX95" fmla="*/ 826198 w 940594"/>
              <a:gd name="connsiteY95" fmla="*/ 84315 h 215103"/>
              <a:gd name="connsiteX96" fmla="*/ 210559 w 940594"/>
              <a:gd name="connsiteY96" fmla="*/ 84315 h 215103"/>
              <a:gd name="connsiteX97" fmla="*/ 275995 w 940594"/>
              <a:gd name="connsiteY97" fmla="*/ 149714 h 215103"/>
              <a:gd name="connsiteX98" fmla="*/ 275710 w 940594"/>
              <a:gd name="connsiteY98" fmla="*/ 155295 h 215103"/>
              <a:gd name="connsiteX99" fmla="*/ 210568 w 940594"/>
              <a:gd name="connsiteY99" fmla="*/ 215103 h 215103"/>
              <a:gd name="connsiteX100" fmla="*/ 145751 w 940594"/>
              <a:gd name="connsiteY100" fmla="*/ 157924 h 215103"/>
              <a:gd name="connsiteX101" fmla="*/ 145160 w 940594"/>
              <a:gd name="connsiteY101" fmla="*/ 149714 h 215103"/>
              <a:gd name="connsiteX102" fmla="*/ 210559 w 940594"/>
              <a:gd name="connsiteY102" fmla="*/ 84315 h 215103"/>
              <a:gd name="connsiteX103" fmla="*/ 531257 w 940594"/>
              <a:gd name="connsiteY103" fmla="*/ 12963 h 215103"/>
              <a:gd name="connsiteX104" fmla="*/ 627926 w 940594"/>
              <a:gd name="connsiteY104" fmla="*/ 12963 h 215103"/>
              <a:gd name="connsiteX105" fmla="*/ 782012 w 940594"/>
              <a:gd name="connsiteY105" fmla="*/ 81219 h 215103"/>
              <a:gd name="connsiteX106" fmla="*/ 743226 w 940594"/>
              <a:gd name="connsiteY106" fmla="*/ 149704 h 215103"/>
              <a:gd name="connsiteX107" fmla="*/ 743921 w 940594"/>
              <a:gd name="connsiteY107" fmla="*/ 159772 h 215103"/>
              <a:gd name="connsiteX108" fmla="*/ 761447 w 940594"/>
              <a:gd name="connsiteY108" fmla="*/ 200405 h 215103"/>
              <a:gd name="connsiteX109" fmla="*/ 291074 w 940594"/>
              <a:gd name="connsiteY109" fmla="*/ 200405 h 215103"/>
              <a:gd name="connsiteX110" fmla="*/ 290703 w 940594"/>
              <a:gd name="connsiteY110" fmla="*/ 149732 h 215103"/>
              <a:gd name="connsiteX111" fmla="*/ 265109 w 940594"/>
              <a:gd name="connsiteY111" fmla="*/ 91192 h 215103"/>
              <a:gd name="connsiteX112" fmla="*/ 391268 w 940594"/>
              <a:gd name="connsiteY112" fmla="*/ 91820 h 215103"/>
              <a:gd name="connsiteX113" fmla="*/ 397316 w 940594"/>
              <a:gd name="connsiteY113" fmla="*/ 69970 h 215103"/>
              <a:gd name="connsiteX114" fmla="*/ 406917 w 940594"/>
              <a:gd name="connsiteY114" fmla="*/ 67960 h 215103"/>
              <a:gd name="connsiteX115" fmla="*/ 433187 w 940594"/>
              <a:gd name="connsiteY115" fmla="*/ 78857 h 215103"/>
              <a:gd name="connsiteX116" fmla="*/ 443960 w 940594"/>
              <a:gd name="connsiteY116" fmla="*/ 91820 h 215103"/>
              <a:gd name="connsiteX117" fmla="*/ 507015 w 940594"/>
              <a:gd name="connsiteY117" fmla="*/ 69970 h 215103"/>
              <a:gd name="connsiteX118" fmla="*/ 508416 w 940594"/>
              <a:gd name="connsiteY118" fmla="*/ 65789 h 215103"/>
              <a:gd name="connsiteX119" fmla="*/ 520579 w 940594"/>
              <a:gd name="connsiteY119" fmla="*/ 57016 h 215103"/>
              <a:gd name="connsiteX120" fmla="*/ 538115 w 940594"/>
              <a:gd name="connsiteY120" fmla="*/ 57016 h 215103"/>
              <a:gd name="connsiteX121" fmla="*/ 538115 w 940594"/>
              <a:gd name="connsiteY121" fmla="*/ 47520 h 215103"/>
              <a:gd name="connsiteX122" fmla="*/ 531257 w 940594"/>
              <a:gd name="connsiteY122" fmla="*/ 47520 h 215103"/>
              <a:gd name="connsiteX123" fmla="*/ 520836 w 940594"/>
              <a:gd name="connsiteY123" fmla="*/ 37090 h 215103"/>
              <a:gd name="connsiteX124" fmla="*/ 520836 w 940594"/>
              <a:gd name="connsiteY124" fmla="*/ 23393 h 215103"/>
              <a:gd name="connsiteX125" fmla="*/ 531257 w 940594"/>
              <a:gd name="connsiteY125" fmla="*/ 12963 h 215103"/>
              <a:gd name="connsiteX126" fmla="*/ 821855 w 940594"/>
              <a:gd name="connsiteY126" fmla="*/ 0 h 215103"/>
              <a:gd name="connsiteX127" fmla="*/ 923334 w 940594"/>
              <a:gd name="connsiteY127" fmla="*/ 0 h 215103"/>
              <a:gd name="connsiteX128" fmla="*/ 940594 w 940594"/>
              <a:gd name="connsiteY128" fmla="*/ 17288 h 215103"/>
              <a:gd name="connsiteX129" fmla="*/ 940594 w 940594"/>
              <a:gd name="connsiteY129" fmla="*/ 152886 h 215103"/>
              <a:gd name="connsiteX130" fmla="*/ 903332 w 940594"/>
              <a:gd name="connsiteY130" fmla="*/ 152886 h 215103"/>
              <a:gd name="connsiteX131" fmla="*/ 903494 w 940594"/>
              <a:gd name="connsiteY131" fmla="*/ 149704 h 215103"/>
              <a:gd name="connsiteX132" fmla="*/ 827294 w 940594"/>
              <a:gd name="connsiteY132" fmla="*/ 69780 h 215103"/>
              <a:gd name="connsiteX133" fmla="*/ 809625 w 940594"/>
              <a:gd name="connsiteY133" fmla="*/ 52121 h 215103"/>
              <a:gd name="connsiteX134" fmla="*/ 804567 w 940594"/>
              <a:gd name="connsiteY134" fmla="*/ 39910 h 215103"/>
              <a:gd name="connsiteX135" fmla="*/ 804567 w 940594"/>
              <a:gd name="connsiteY135" fmla="*/ 17278 h 215103"/>
              <a:gd name="connsiteX136" fmla="*/ 821855 w 940594"/>
              <a:gd name="connsiteY136" fmla="*/ 0 h 215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</a:cxnLst>
            <a:rect l="l" t="t" r="r" b="b"/>
            <a:pathLst>
              <a:path w="940594" h="215103">
                <a:moveTo>
                  <a:pt x="814882" y="169192"/>
                </a:moveTo>
                <a:lnTo>
                  <a:pt x="801585" y="182489"/>
                </a:lnTo>
                <a:cubicBezTo>
                  <a:pt x="807014" y="186575"/>
                  <a:pt x="813472" y="189366"/>
                  <a:pt x="820540" y="190338"/>
                </a:cubicBezTo>
                <a:lnTo>
                  <a:pt x="820549" y="190338"/>
                </a:lnTo>
                <a:lnTo>
                  <a:pt x="820549" y="171478"/>
                </a:lnTo>
                <a:cubicBezTo>
                  <a:pt x="818559" y="170954"/>
                  <a:pt x="816625" y="170202"/>
                  <a:pt x="814882" y="169192"/>
                </a:cubicBezTo>
                <a:close/>
                <a:moveTo>
                  <a:pt x="199243" y="169173"/>
                </a:moveTo>
                <a:lnTo>
                  <a:pt x="185946" y="182489"/>
                </a:lnTo>
                <a:cubicBezTo>
                  <a:pt x="191385" y="186575"/>
                  <a:pt x="197833" y="189366"/>
                  <a:pt x="204901" y="190338"/>
                </a:cubicBezTo>
                <a:lnTo>
                  <a:pt x="204901" y="171459"/>
                </a:lnTo>
                <a:cubicBezTo>
                  <a:pt x="202910" y="170945"/>
                  <a:pt x="200977" y="170192"/>
                  <a:pt x="199243" y="169173"/>
                </a:cubicBezTo>
                <a:close/>
                <a:moveTo>
                  <a:pt x="837570" y="169154"/>
                </a:moveTo>
                <a:cubicBezTo>
                  <a:pt x="835789" y="170192"/>
                  <a:pt x="833884" y="170935"/>
                  <a:pt x="831865" y="171478"/>
                </a:cubicBezTo>
                <a:lnTo>
                  <a:pt x="831865" y="190338"/>
                </a:lnTo>
                <a:cubicBezTo>
                  <a:pt x="838961" y="189366"/>
                  <a:pt x="845419" y="186594"/>
                  <a:pt x="850867" y="182489"/>
                </a:cubicBezTo>
                <a:close/>
                <a:moveTo>
                  <a:pt x="221922" y="169154"/>
                </a:moveTo>
                <a:cubicBezTo>
                  <a:pt x="220150" y="170192"/>
                  <a:pt x="218245" y="170935"/>
                  <a:pt x="216226" y="171478"/>
                </a:cubicBezTo>
                <a:lnTo>
                  <a:pt x="216226" y="190338"/>
                </a:lnTo>
                <a:cubicBezTo>
                  <a:pt x="223322" y="189366"/>
                  <a:pt x="229771" y="186594"/>
                  <a:pt x="235209" y="182489"/>
                </a:cubicBezTo>
                <a:close/>
                <a:moveTo>
                  <a:pt x="848010" y="155476"/>
                </a:moveTo>
                <a:cubicBezTo>
                  <a:pt x="847467" y="157515"/>
                  <a:pt x="846591" y="159391"/>
                  <a:pt x="845572" y="161153"/>
                </a:cubicBezTo>
                <a:lnTo>
                  <a:pt x="858983" y="174564"/>
                </a:lnTo>
                <a:cubicBezTo>
                  <a:pt x="863117" y="169126"/>
                  <a:pt x="865784" y="162572"/>
                  <a:pt x="866793" y="155476"/>
                </a:cubicBezTo>
                <a:close/>
                <a:moveTo>
                  <a:pt x="785554" y="155476"/>
                </a:moveTo>
                <a:cubicBezTo>
                  <a:pt x="786555" y="162572"/>
                  <a:pt x="789364" y="169087"/>
                  <a:pt x="793498" y="174526"/>
                </a:cubicBezTo>
                <a:lnTo>
                  <a:pt x="806871" y="161172"/>
                </a:lnTo>
                <a:cubicBezTo>
                  <a:pt x="805814" y="159401"/>
                  <a:pt x="805033" y="157496"/>
                  <a:pt x="804490" y="155476"/>
                </a:cubicBezTo>
                <a:close/>
                <a:moveTo>
                  <a:pt x="232361" y="155476"/>
                </a:moveTo>
                <a:cubicBezTo>
                  <a:pt x="231818" y="157515"/>
                  <a:pt x="230952" y="159391"/>
                  <a:pt x="229933" y="161153"/>
                </a:cubicBezTo>
                <a:lnTo>
                  <a:pt x="243334" y="174564"/>
                </a:lnTo>
                <a:cubicBezTo>
                  <a:pt x="247478" y="169126"/>
                  <a:pt x="250154" y="162572"/>
                  <a:pt x="251145" y="155476"/>
                </a:cubicBezTo>
                <a:close/>
                <a:moveTo>
                  <a:pt x="169915" y="155476"/>
                </a:moveTo>
                <a:cubicBezTo>
                  <a:pt x="170916" y="162572"/>
                  <a:pt x="173725" y="169087"/>
                  <a:pt x="177859" y="174526"/>
                </a:cubicBezTo>
                <a:lnTo>
                  <a:pt x="191232" y="161172"/>
                </a:lnTo>
                <a:cubicBezTo>
                  <a:pt x="190175" y="159401"/>
                  <a:pt x="189394" y="157496"/>
                  <a:pt x="188851" y="155476"/>
                </a:cubicBezTo>
                <a:close/>
                <a:moveTo>
                  <a:pt x="858973" y="125063"/>
                </a:moveTo>
                <a:lnTo>
                  <a:pt x="845638" y="138398"/>
                </a:lnTo>
                <a:cubicBezTo>
                  <a:pt x="846676" y="140179"/>
                  <a:pt x="847476" y="142113"/>
                  <a:pt x="848000" y="144161"/>
                </a:cubicBezTo>
                <a:lnTo>
                  <a:pt x="848000" y="144170"/>
                </a:lnTo>
                <a:lnTo>
                  <a:pt x="866803" y="144170"/>
                </a:lnTo>
                <a:cubicBezTo>
                  <a:pt x="865841" y="137026"/>
                  <a:pt x="863117" y="130540"/>
                  <a:pt x="858973" y="125063"/>
                </a:cubicBezTo>
                <a:close/>
                <a:moveTo>
                  <a:pt x="243344" y="125063"/>
                </a:moveTo>
                <a:lnTo>
                  <a:pt x="230009" y="138398"/>
                </a:lnTo>
                <a:cubicBezTo>
                  <a:pt x="231037" y="140179"/>
                  <a:pt x="231857" y="142113"/>
                  <a:pt x="232361" y="144161"/>
                </a:cubicBezTo>
                <a:lnTo>
                  <a:pt x="232361" y="144170"/>
                </a:lnTo>
                <a:lnTo>
                  <a:pt x="251183" y="144170"/>
                </a:lnTo>
                <a:cubicBezTo>
                  <a:pt x="250211" y="137026"/>
                  <a:pt x="247487" y="130540"/>
                  <a:pt x="243344" y="125063"/>
                </a:cubicBezTo>
                <a:close/>
                <a:moveTo>
                  <a:pt x="793451" y="125053"/>
                </a:moveTo>
                <a:cubicBezTo>
                  <a:pt x="789317" y="130540"/>
                  <a:pt x="786583" y="137017"/>
                  <a:pt x="785602" y="144151"/>
                </a:cubicBezTo>
                <a:lnTo>
                  <a:pt x="804424" y="144151"/>
                </a:lnTo>
                <a:cubicBezTo>
                  <a:pt x="804938" y="142113"/>
                  <a:pt x="805757" y="140179"/>
                  <a:pt x="806795" y="138388"/>
                </a:cubicBezTo>
                <a:close/>
                <a:moveTo>
                  <a:pt x="177802" y="125053"/>
                </a:moveTo>
                <a:cubicBezTo>
                  <a:pt x="173678" y="130540"/>
                  <a:pt x="170944" y="137017"/>
                  <a:pt x="169973" y="144151"/>
                </a:cubicBezTo>
                <a:lnTo>
                  <a:pt x="188785" y="144151"/>
                </a:lnTo>
                <a:cubicBezTo>
                  <a:pt x="189289" y="142113"/>
                  <a:pt x="190118" y="140179"/>
                  <a:pt x="191156" y="138388"/>
                </a:cubicBezTo>
                <a:close/>
                <a:moveTo>
                  <a:pt x="831865" y="109137"/>
                </a:moveTo>
                <a:lnTo>
                  <a:pt x="831884" y="127939"/>
                </a:lnTo>
                <a:cubicBezTo>
                  <a:pt x="833941" y="128482"/>
                  <a:pt x="835894" y="129311"/>
                  <a:pt x="837685" y="130359"/>
                </a:cubicBezTo>
                <a:lnTo>
                  <a:pt x="850982" y="117052"/>
                </a:lnTo>
                <a:cubicBezTo>
                  <a:pt x="845514" y="112880"/>
                  <a:pt x="839018" y="110128"/>
                  <a:pt x="831865" y="109137"/>
                </a:cubicBezTo>
                <a:close/>
                <a:moveTo>
                  <a:pt x="820559" y="109137"/>
                </a:moveTo>
                <a:cubicBezTo>
                  <a:pt x="813434" y="110128"/>
                  <a:pt x="806919" y="112871"/>
                  <a:pt x="801471" y="117043"/>
                </a:cubicBezTo>
                <a:lnTo>
                  <a:pt x="814768" y="130359"/>
                </a:lnTo>
                <a:cubicBezTo>
                  <a:pt x="816558" y="129311"/>
                  <a:pt x="818492" y="128482"/>
                  <a:pt x="820540" y="127939"/>
                </a:cubicBezTo>
                <a:lnTo>
                  <a:pt x="820540" y="127949"/>
                </a:lnTo>
                <a:lnTo>
                  <a:pt x="820559" y="127949"/>
                </a:lnTo>
                <a:close/>
                <a:moveTo>
                  <a:pt x="216226" y="109137"/>
                </a:moveTo>
                <a:lnTo>
                  <a:pt x="216236" y="127939"/>
                </a:lnTo>
                <a:cubicBezTo>
                  <a:pt x="218293" y="128482"/>
                  <a:pt x="220246" y="129311"/>
                  <a:pt x="222036" y="130359"/>
                </a:cubicBezTo>
                <a:lnTo>
                  <a:pt x="235343" y="117052"/>
                </a:lnTo>
                <a:cubicBezTo>
                  <a:pt x="229875" y="112880"/>
                  <a:pt x="223379" y="110128"/>
                  <a:pt x="216226" y="109137"/>
                </a:cubicBezTo>
                <a:close/>
                <a:moveTo>
                  <a:pt x="204910" y="109137"/>
                </a:moveTo>
                <a:cubicBezTo>
                  <a:pt x="197795" y="110128"/>
                  <a:pt x="191290" y="112871"/>
                  <a:pt x="185832" y="117043"/>
                </a:cubicBezTo>
                <a:lnTo>
                  <a:pt x="199129" y="130359"/>
                </a:lnTo>
                <a:cubicBezTo>
                  <a:pt x="200929" y="129311"/>
                  <a:pt x="202862" y="128482"/>
                  <a:pt x="204901" y="127939"/>
                </a:cubicBezTo>
                <a:close/>
                <a:moveTo>
                  <a:pt x="147142" y="100936"/>
                </a:moveTo>
                <a:cubicBezTo>
                  <a:pt x="136722" y="114471"/>
                  <a:pt x="130445" y="131340"/>
                  <a:pt x="130445" y="149704"/>
                </a:cubicBezTo>
                <a:cubicBezTo>
                  <a:pt x="130445" y="152885"/>
                  <a:pt x="130683" y="156219"/>
                  <a:pt x="131150" y="159753"/>
                </a:cubicBezTo>
                <a:cubicBezTo>
                  <a:pt x="131226" y="160362"/>
                  <a:pt x="131369" y="160924"/>
                  <a:pt x="131455" y="161515"/>
                </a:cubicBezTo>
                <a:lnTo>
                  <a:pt x="113147" y="161515"/>
                </a:lnTo>
                <a:lnTo>
                  <a:pt x="113147" y="193462"/>
                </a:lnTo>
                <a:cubicBezTo>
                  <a:pt x="113147" y="197300"/>
                  <a:pt x="110042" y="200406"/>
                  <a:pt x="106204" y="200406"/>
                </a:cubicBezTo>
                <a:lnTo>
                  <a:pt x="11249" y="200406"/>
                </a:lnTo>
                <a:cubicBezTo>
                  <a:pt x="7410" y="200406"/>
                  <a:pt x="4315" y="197291"/>
                  <a:pt x="4315" y="193462"/>
                </a:cubicBezTo>
                <a:lnTo>
                  <a:pt x="4315" y="172774"/>
                </a:lnTo>
                <a:cubicBezTo>
                  <a:pt x="4315" y="168935"/>
                  <a:pt x="7420" y="165839"/>
                  <a:pt x="11249" y="165839"/>
                </a:cubicBezTo>
                <a:lnTo>
                  <a:pt x="49225" y="165839"/>
                </a:lnTo>
                <a:cubicBezTo>
                  <a:pt x="49225" y="142703"/>
                  <a:pt x="0" y="153724"/>
                  <a:pt x="0" y="142522"/>
                </a:cubicBezTo>
                <a:cubicBezTo>
                  <a:pt x="38519" y="121405"/>
                  <a:pt x="92050" y="108613"/>
                  <a:pt x="147142" y="100936"/>
                </a:cubicBezTo>
                <a:close/>
                <a:moveTo>
                  <a:pt x="826198" y="84315"/>
                </a:moveTo>
                <a:cubicBezTo>
                  <a:pt x="862345" y="84315"/>
                  <a:pt x="891625" y="113576"/>
                  <a:pt x="891634" y="149714"/>
                </a:cubicBezTo>
                <a:cubicBezTo>
                  <a:pt x="891634" y="151590"/>
                  <a:pt x="891530" y="153447"/>
                  <a:pt x="891368" y="155295"/>
                </a:cubicBezTo>
                <a:cubicBezTo>
                  <a:pt x="888510" y="188804"/>
                  <a:pt x="860488" y="215103"/>
                  <a:pt x="826217" y="215103"/>
                </a:cubicBezTo>
                <a:cubicBezTo>
                  <a:pt x="792898" y="215103"/>
                  <a:pt x="765447" y="190176"/>
                  <a:pt x="761390" y="157924"/>
                </a:cubicBezTo>
                <a:cubicBezTo>
                  <a:pt x="761028" y="155238"/>
                  <a:pt x="760799" y="152504"/>
                  <a:pt x="760799" y="149714"/>
                </a:cubicBezTo>
                <a:cubicBezTo>
                  <a:pt x="760799" y="113566"/>
                  <a:pt x="790098" y="84315"/>
                  <a:pt x="826198" y="84315"/>
                </a:cubicBezTo>
                <a:close/>
                <a:moveTo>
                  <a:pt x="210559" y="84315"/>
                </a:moveTo>
                <a:cubicBezTo>
                  <a:pt x="246697" y="84315"/>
                  <a:pt x="275995" y="113576"/>
                  <a:pt x="275995" y="149714"/>
                </a:cubicBezTo>
                <a:cubicBezTo>
                  <a:pt x="275995" y="151590"/>
                  <a:pt x="275872" y="153447"/>
                  <a:pt x="275710" y="155295"/>
                </a:cubicBezTo>
                <a:cubicBezTo>
                  <a:pt x="272862" y="188804"/>
                  <a:pt x="244839" y="215103"/>
                  <a:pt x="210568" y="215103"/>
                </a:cubicBezTo>
                <a:cubicBezTo>
                  <a:pt x="177250" y="215103"/>
                  <a:pt x="149808" y="190176"/>
                  <a:pt x="145751" y="157924"/>
                </a:cubicBezTo>
                <a:cubicBezTo>
                  <a:pt x="145389" y="155238"/>
                  <a:pt x="145160" y="152504"/>
                  <a:pt x="145160" y="149714"/>
                </a:cubicBezTo>
                <a:cubicBezTo>
                  <a:pt x="145160" y="113566"/>
                  <a:pt x="174459" y="84315"/>
                  <a:pt x="210559" y="84315"/>
                </a:cubicBezTo>
                <a:close/>
                <a:moveTo>
                  <a:pt x="531257" y="12963"/>
                </a:moveTo>
                <a:lnTo>
                  <a:pt x="627926" y="12963"/>
                </a:lnTo>
                <a:lnTo>
                  <a:pt x="782012" y="81219"/>
                </a:lnTo>
                <a:cubicBezTo>
                  <a:pt x="758828" y="95249"/>
                  <a:pt x="743226" y="120662"/>
                  <a:pt x="743226" y="149704"/>
                </a:cubicBezTo>
                <a:cubicBezTo>
                  <a:pt x="743226" y="152885"/>
                  <a:pt x="743474" y="156219"/>
                  <a:pt x="743921" y="159772"/>
                </a:cubicBezTo>
                <a:cubicBezTo>
                  <a:pt x="745855" y="175183"/>
                  <a:pt x="752151" y="189090"/>
                  <a:pt x="761447" y="200405"/>
                </a:cubicBezTo>
                <a:lnTo>
                  <a:pt x="291074" y="200405"/>
                </a:lnTo>
                <a:cubicBezTo>
                  <a:pt x="291074" y="200405"/>
                  <a:pt x="290703" y="152018"/>
                  <a:pt x="290703" y="149732"/>
                </a:cubicBezTo>
                <a:cubicBezTo>
                  <a:pt x="290703" y="126625"/>
                  <a:pt x="280806" y="105832"/>
                  <a:pt x="265109" y="91192"/>
                </a:cubicBezTo>
                <a:cubicBezTo>
                  <a:pt x="336413" y="88630"/>
                  <a:pt x="391268" y="91820"/>
                  <a:pt x="391268" y="91820"/>
                </a:cubicBezTo>
                <a:lnTo>
                  <a:pt x="397316" y="69970"/>
                </a:lnTo>
                <a:cubicBezTo>
                  <a:pt x="400621" y="68856"/>
                  <a:pt x="403869" y="68246"/>
                  <a:pt x="406917" y="67960"/>
                </a:cubicBezTo>
                <a:cubicBezTo>
                  <a:pt x="416937" y="67036"/>
                  <a:pt x="426767" y="71113"/>
                  <a:pt x="433187" y="78857"/>
                </a:cubicBezTo>
                <a:lnTo>
                  <a:pt x="443960" y="91820"/>
                </a:lnTo>
                <a:cubicBezTo>
                  <a:pt x="459914" y="91820"/>
                  <a:pt x="475097" y="67389"/>
                  <a:pt x="507015" y="69970"/>
                </a:cubicBezTo>
                <a:lnTo>
                  <a:pt x="508416" y="65789"/>
                </a:lnTo>
                <a:cubicBezTo>
                  <a:pt x="510140" y="60550"/>
                  <a:pt x="515064" y="57016"/>
                  <a:pt x="520579" y="57016"/>
                </a:cubicBezTo>
                <a:lnTo>
                  <a:pt x="538115" y="57016"/>
                </a:lnTo>
                <a:lnTo>
                  <a:pt x="538115" y="47520"/>
                </a:lnTo>
                <a:lnTo>
                  <a:pt x="531257" y="47520"/>
                </a:lnTo>
                <a:cubicBezTo>
                  <a:pt x="525494" y="47520"/>
                  <a:pt x="520836" y="42843"/>
                  <a:pt x="520836" y="37090"/>
                </a:cubicBezTo>
                <a:lnTo>
                  <a:pt x="520836" y="23393"/>
                </a:lnTo>
                <a:cubicBezTo>
                  <a:pt x="520836" y="17630"/>
                  <a:pt x="525503" y="12963"/>
                  <a:pt x="531257" y="12963"/>
                </a:cubicBezTo>
                <a:close/>
                <a:moveTo>
                  <a:pt x="821855" y="0"/>
                </a:moveTo>
                <a:lnTo>
                  <a:pt x="923334" y="0"/>
                </a:lnTo>
                <a:cubicBezTo>
                  <a:pt x="932869" y="0"/>
                  <a:pt x="940613" y="7734"/>
                  <a:pt x="940594" y="17288"/>
                </a:cubicBezTo>
                <a:lnTo>
                  <a:pt x="940594" y="152886"/>
                </a:lnTo>
                <a:lnTo>
                  <a:pt x="903332" y="152886"/>
                </a:lnTo>
                <a:cubicBezTo>
                  <a:pt x="903379" y="151838"/>
                  <a:pt x="903494" y="150762"/>
                  <a:pt x="903494" y="149704"/>
                </a:cubicBezTo>
                <a:cubicBezTo>
                  <a:pt x="903494" y="106861"/>
                  <a:pt x="869642" y="71857"/>
                  <a:pt x="827294" y="69780"/>
                </a:cubicBezTo>
                <a:lnTo>
                  <a:pt x="809625" y="52121"/>
                </a:lnTo>
                <a:cubicBezTo>
                  <a:pt x="806386" y="48882"/>
                  <a:pt x="804567" y="44482"/>
                  <a:pt x="804567" y="39910"/>
                </a:cubicBezTo>
                <a:lnTo>
                  <a:pt x="804567" y="17278"/>
                </a:lnTo>
                <a:cubicBezTo>
                  <a:pt x="804567" y="7734"/>
                  <a:pt x="812301" y="0"/>
                  <a:pt x="821855" y="0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VI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3D66332-A332-9AD0-7C90-9B9FC9A8BDD8}"/>
              </a:ext>
            </a:extLst>
          </p:cNvPr>
          <p:cNvSpPr txBox="1"/>
          <p:nvPr/>
        </p:nvSpPr>
        <p:spPr>
          <a:xfrm flipH="1">
            <a:off x="684578" y="1395301"/>
            <a:ext cx="108228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hu-HU" dirty="0"/>
              <a:t>A kezdőlapon és a dedikált statisztikai modulban percre pontosan követhető az aktuális versenyhétvégék teljes menetrendje, a szabadedzésektől kezdve egészen a vasárnapi futamig. A rendszer emellett egy hatalmas történelmi archívumot is kínál, ahol a rajongók évtizedekre visszamenőleg </a:t>
            </a:r>
            <a:r>
              <a:rPr lang="hu-HU" dirty="0" smtClean="0"/>
              <a:t>böngészhetik a bajnokságok </a:t>
            </a:r>
            <a:r>
              <a:rPr lang="hu-HU" dirty="0"/>
              <a:t>hivatalos végeredményeit.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Questrial" pitchFamily="2" charset="0"/>
              <a:ea typeface="Roboto Condensed Medium" panose="02000000000000000000" pitchFamily="2" charset="0"/>
              <a:cs typeface="Varela Round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27967105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5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250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75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250"/>
                            </p:stCondLst>
                            <p:childTnLst>
                              <p:par>
                                <p:cTn id="5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750"/>
                            </p:stCondLst>
                            <p:childTnLst>
                              <p:par>
                                <p:cTn id="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0"/>
                            </p:stCondLst>
                            <p:childTnLst>
                              <p:par>
                                <p:cTn id="6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5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 animBg="1"/>
      <p:bldP spid="11" grpId="0" animBg="1"/>
      <p:bldP spid="12" grpId="0"/>
      <p:bldP spid="14" grpId="0"/>
      <p:bldP spid="15" grpId="0" animBg="1"/>
      <p:bldP spid="16" grpId="0" animBg="1"/>
      <p:bldP spid="17" grpId="0"/>
      <p:bldP spid="19" grpId="0"/>
      <p:bldP spid="20" grpId="0" animBg="1"/>
      <p:bldP spid="21" grpId="0" animBg="1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69C6706-A0DE-1E10-39BB-91E145A56E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5105" y="1571815"/>
            <a:ext cx="7269650" cy="1328825"/>
          </a:xfrm>
        </p:spPr>
        <p:txBody>
          <a:bodyPr/>
          <a:lstStyle/>
          <a:p>
            <a:r>
              <a:rPr lang="hu-HU" sz="4000" b="1" dirty="0">
                <a:latin typeface="Arial Black" panose="020B0A04020102020204" pitchFamily="34" charset="0"/>
              </a:rPr>
              <a:t>Interaktív Adatbázis</a:t>
            </a:r>
            <a:endParaRPr lang="en-VI" sz="4000" dirty="0">
              <a:solidFill>
                <a:schemeClr val="tx1">
                  <a:lumMod val="95000"/>
                  <a:lumOff val="5000"/>
                </a:schemeClr>
              </a:solidFill>
              <a:latin typeface="Arial Black" panose="020B0A04020102020204" pitchFamily="34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  <a:p>
            <a:endParaRPr lang="en-VI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4FBAA4-69AA-0450-F2DE-71A5AEA1025E}"/>
              </a:ext>
            </a:extLst>
          </p:cNvPr>
          <p:cNvSpPr txBox="1"/>
          <p:nvPr/>
        </p:nvSpPr>
        <p:spPr>
          <a:xfrm flipH="1">
            <a:off x="174220" y="3713136"/>
            <a:ext cx="7460535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hu-HU" sz="2000" dirty="0">
                <a:solidFill>
                  <a:schemeClr val="bg1"/>
                </a:solidFill>
              </a:rPr>
              <a:t>Az interaktív adatbázisunkban a rajtrács mind a 22 pilótájának és 11 csapatának statisztikái egy rendkívül felhasználóbarát, animált kártyarendszeren elevenednek meg. A rajongók egyetlen kattintással nemcsak az aktuális szezont böngészhetik, hanem a vezető </a:t>
            </a:r>
            <a:r>
              <a:rPr lang="hu-HU" sz="2000" dirty="0" smtClean="0">
                <a:solidFill>
                  <a:schemeClr val="bg1"/>
                </a:solidFill>
              </a:rPr>
              <a:t>pilóták </a:t>
            </a:r>
            <a:r>
              <a:rPr lang="hu-HU" sz="2000" dirty="0">
                <a:solidFill>
                  <a:schemeClr val="bg1"/>
                </a:solidFill>
              </a:rPr>
              <a:t>teljes Forma-1-es karrierjének minden </a:t>
            </a:r>
            <a:r>
              <a:rPr lang="hu-HU" sz="2000" dirty="0" smtClean="0">
                <a:solidFill>
                  <a:schemeClr val="bg1"/>
                </a:solidFill>
              </a:rPr>
              <a:t>fontosabb elemére is.</a:t>
            </a:r>
            <a:endParaRPr lang="en-VI" sz="2000" dirty="0">
              <a:solidFill>
                <a:schemeClr val="bg1"/>
              </a:solidFill>
              <a:latin typeface="Questrial" pitchFamily="2" charset="0"/>
              <a:ea typeface="Roboto Condensed Medium" panose="02000000000000000000" pitchFamily="2" charset="0"/>
              <a:cs typeface="Varela Round" pitchFamily="2" charset="-79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F12A5ED-0606-8387-096F-502D63536FBA}"/>
              </a:ext>
            </a:extLst>
          </p:cNvPr>
          <p:cNvCxnSpPr/>
          <p:nvPr/>
        </p:nvCxnSpPr>
        <p:spPr>
          <a:xfrm>
            <a:off x="269662" y="3742539"/>
            <a:ext cx="417600" cy="0"/>
          </a:xfrm>
          <a:prstGeom prst="line">
            <a:avLst/>
          </a:prstGeom>
          <a:ln w="44450" cap="rnd">
            <a:solidFill>
              <a:schemeClr val="accent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BF10FB0-6856-8553-950E-2473DEBE200A}"/>
              </a:ext>
            </a:extLst>
          </p:cNvPr>
          <p:cNvSpPr txBox="1"/>
          <p:nvPr/>
        </p:nvSpPr>
        <p:spPr>
          <a:xfrm>
            <a:off x="8957772" y="5104980"/>
            <a:ext cx="16956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Racing Sans One" panose="02000000000000000000" pitchFamily="2" charset="0"/>
                <a:ea typeface="Roboto Condensed Medium" panose="02000000000000000000" pitchFamily="2" charset="0"/>
                <a:cs typeface="Varela Round" pitchFamily="2" charset="-79"/>
              </a:rPr>
              <a:t>1</a:t>
            </a:r>
            <a:r>
              <a:rPr lang="hu-HU" sz="4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Racing Sans One" panose="02000000000000000000" pitchFamily="2" charset="0"/>
                <a:ea typeface="Roboto Condensed Medium" panose="02000000000000000000" pitchFamily="2" charset="0"/>
                <a:cs typeface="Varela Round" pitchFamily="2" charset="-79"/>
              </a:rPr>
              <a:t>1</a:t>
            </a:r>
            <a:r>
              <a:rPr lang="en-US" sz="4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Racing Sans One" panose="02000000000000000000" pitchFamily="2" charset="0"/>
                <a:ea typeface="Roboto Condensed Medium" panose="02000000000000000000" pitchFamily="2" charset="0"/>
                <a:cs typeface="Varela Round" pitchFamily="2" charset="-79"/>
              </a:rPr>
              <a:t> </a:t>
            </a:r>
            <a:endParaRPr lang="en-US" sz="4000" dirty="0">
              <a:solidFill>
                <a:schemeClr val="tx1">
                  <a:lumMod val="95000"/>
                  <a:lumOff val="5000"/>
                </a:schemeClr>
              </a:solidFill>
              <a:latin typeface="Racing Sans One" panose="02000000000000000000" pitchFamily="2" charset="0"/>
              <a:ea typeface="Roboto Condensed Medium" panose="02000000000000000000" pitchFamily="2" charset="0"/>
              <a:cs typeface="Varela Round" pitchFamily="2" charset="-79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63D8FB-ABE9-2E56-7ACF-D1D6F2BA0ED4}"/>
              </a:ext>
            </a:extLst>
          </p:cNvPr>
          <p:cNvSpPr txBox="1"/>
          <p:nvPr/>
        </p:nvSpPr>
        <p:spPr>
          <a:xfrm>
            <a:off x="8957772" y="5652244"/>
            <a:ext cx="1695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Questrial" pitchFamily="2" charset="0"/>
                <a:ea typeface="Roboto Condensed Medium" panose="02000000000000000000" pitchFamily="2" charset="0"/>
                <a:cs typeface="Varela Round" pitchFamily="2" charset="-79"/>
              </a:rPr>
              <a:t>Teams</a:t>
            </a: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D4DF7820-98C9-F584-E3BF-E1EDBC752D23}"/>
              </a:ext>
            </a:extLst>
          </p:cNvPr>
          <p:cNvSpPr/>
          <p:nvPr/>
        </p:nvSpPr>
        <p:spPr>
          <a:xfrm>
            <a:off x="9317003" y="4507463"/>
            <a:ext cx="977166" cy="636834"/>
          </a:xfrm>
          <a:custGeom>
            <a:avLst/>
            <a:gdLst>
              <a:gd name="connsiteX0" fmla="*/ 694400 w 1029577"/>
              <a:gd name="connsiteY0" fmla="*/ 580620 h 670993"/>
              <a:gd name="connsiteX1" fmla="*/ 843425 w 1029577"/>
              <a:gd name="connsiteY1" fmla="*/ 580620 h 670993"/>
              <a:gd name="connsiteX2" fmla="*/ 843425 w 1029577"/>
              <a:gd name="connsiteY2" fmla="*/ 610783 h 670993"/>
              <a:gd name="connsiteX3" fmla="*/ 694400 w 1029577"/>
              <a:gd name="connsiteY3" fmla="*/ 610783 h 670993"/>
              <a:gd name="connsiteX4" fmla="*/ 679318 w 1029577"/>
              <a:gd name="connsiteY4" fmla="*/ 595702 h 670993"/>
              <a:gd name="connsiteX5" fmla="*/ 694400 w 1029577"/>
              <a:gd name="connsiteY5" fmla="*/ 580620 h 670993"/>
              <a:gd name="connsiteX6" fmla="*/ 186150 w 1029577"/>
              <a:gd name="connsiteY6" fmla="*/ 580620 h 670993"/>
              <a:gd name="connsiteX7" fmla="*/ 335177 w 1029577"/>
              <a:gd name="connsiteY7" fmla="*/ 580620 h 670993"/>
              <a:gd name="connsiteX8" fmla="*/ 335175 w 1029577"/>
              <a:gd name="connsiteY8" fmla="*/ 610783 h 670993"/>
              <a:gd name="connsiteX9" fmla="*/ 186150 w 1029577"/>
              <a:gd name="connsiteY9" fmla="*/ 610783 h 670993"/>
              <a:gd name="connsiteX10" fmla="*/ 186150 w 1029577"/>
              <a:gd name="connsiteY10" fmla="*/ 580620 h 670993"/>
              <a:gd name="connsiteX11" fmla="*/ 763641 w 1029577"/>
              <a:gd name="connsiteY11" fmla="*/ 532891 h 670993"/>
              <a:gd name="connsiteX12" fmla="*/ 599269 w 1029577"/>
              <a:gd name="connsiteY12" fmla="*/ 598410 h 670993"/>
              <a:gd name="connsiteX13" fmla="*/ 579983 w 1029577"/>
              <a:gd name="connsiteY13" fmla="*/ 640830 h 670993"/>
              <a:gd name="connsiteX14" fmla="*/ 963861 w 1029577"/>
              <a:gd name="connsiteY14" fmla="*/ 640830 h 670993"/>
              <a:gd name="connsiteX15" fmla="*/ 999412 w 1029577"/>
              <a:gd name="connsiteY15" fmla="*/ 605113 h 670993"/>
              <a:gd name="connsiteX16" fmla="*/ 999410 w 1029577"/>
              <a:gd name="connsiteY16" fmla="*/ 605113 h 670993"/>
              <a:gd name="connsiteX17" fmla="*/ 999410 w 1029577"/>
              <a:gd name="connsiteY17" fmla="*/ 571794 h 670993"/>
              <a:gd name="connsiteX18" fmla="*/ 820457 w 1029577"/>
              <a:gd name="connsiteY18" fmla="*/ 536596 h 670993"/>
              <a:gd name="connsiteX19" fmla="*/ 763641 w 1029577"/>
              <a:gd name="connsiteY19" fmla="*/ 532891 h 670993"/>
              <a:gd name="connsiteX20" fmla="*/ 268386 w 1029577"/>
              <a:gd name="connsiteY20" fmla="*/ 532148 h 670993"/>
              <a:gd name="connsiteX21" fmla="*/ 209165 w 1029577"/>
              <a:gd name="connsiteY21" fmla="*/ 536588 h 670993"/>
              <a:gd name="connsiteX22" fmla="*/ 30163 w 1029577"/>
              <a:gd name="connsiteY22" fmla="*/ 571808 h 670993"/>
              <a:gd name="connsiteX23" fmla="*/ 30163 w 1029577"/>
              <a:gd name="connsiteY23" fmla="*/ 605113 h 670993"/>
              <a:gd name="connsiteX24" fmla="*/ 65714 w 1029577"/>
              <a:gd name="connsiteY24" fmla="*/ 640832 h 670993"/>
              <a:gd name="connsiteX25" fmla="*/ 456787 w 1029577"/>
              <a:gd name="connsiteY25" fmla="*/ 640832 h 670993"/>
              <a:gd name="connsiteX26" fmla="*/ 437702 w 1029577"/>
              <a:gd name="connsiteY26" fmla="*/ 598630 h 670993"/>
              <a:gd name="connsiteX27" fmla="*/ 268386 w 1029577"/>
              <a:gd name="connsiteY27" fmla="*/ 532148 h 670993"/>
              <a:gd name="connsiteX28" fmla="*/ 241936 w 1029577"/>
              <a:gd name="connsiteY28" fmla="*/ 400537 h 670993"/>
              <a:gd name="connsiteX29" fmla="*/ 197807 w 1029577"/>
              <a:gd name="connsiteY29" fmla="*/ 414651 h 670993"/>
              <a:gd name="connsiteX30" fmla="*/ 197807 w 1029577"/>
              <a:gd name="connsiteY30" fmla="*/ 508095 h 670993"/>
              <a:gd name="connsiteX31" fmla="*/ 203251 w 1029577"/>
              <a:gd name="connsiteY31" fmla="*/ 507009 h 670993"/>
              <a:gd name="connsiteX32" fmla="*/ 275122 w 1029577"/>
              <a:gd name="connsiteY32" fmla="*/ 501978 h 670993"/>
              <a:gd name="connsiteX33" fmla="*/ 783022 w 1029577"/>
              <a:gd name="connsiteY33" fmla="*/ 399057 h 670993"/>
              <a:gd name="connsiteX34" fmla="*/ 748531 w 1029577"/>
              <a:gd name="connsiteY34" fmla="*/ 503655 h 670993"/>
              <a:gd name="connsiteX35" fmla="*/ 826363 w 1029577"/>
              <a:gd name="connsiteY35" fmla="*/ 507015 h 670993"/>
              <a:gd name="connsiteX36" fmla="*/ 831768 w 1029577"/>
              <a:gd name="connsiteY36" fmla="*/ 508079 h 670993"/>
              <a:gd name="connsiteX37" fmla="*/ 831768 w 1029577"/>
              <a:gd name="connsiteY37" fmla="*/ 414649 h 670993"/>
              <a:gd name="connsiteX38" fmla="*/ 458374 w 1029577"/>
              <a:gd name="connsiteY38" fmla="*/ 388934 h 670993"/>
              <a:gd name="connsiteX39" fmla="*/ 514787 w 1029577"/>
              <a:gd name="connsiteY39" fmla="*/ 542564 h 670993"/>
              <a:gd name="connsiteX40" fmla="*/ 571199 w 1029577"/>
              <a:gd name="connsiteY40" fmla="*/ 388934 h 670993"/>
              <a:gd name="connsiteX41" fmla="*/ 436769 w 1029577"/>
              <a:gd name="connsiteY41" fmla="*/ 358771 h 670993"/>
              <a:gd name="connsiteX42" fmla="*/ 592806 w 1029577"/>
              <a:gd name="connsiteY42" fmla="*/ 358771 h 670993"/>
              <a:gd name="connsiteX43" fmla="*/ 605170 w 1029577"/>
              <a:gd name="connsiteY43" fmla="*/ 365220 h 670993"/>
              <a:gd name="connsiteX44" fmla="*/ 606962 w 1029577"/>
              <a:gd name="connsiteY44" fmla="*/ 379051 h 670993"/>
              <a:gd name="connsiteX45" fmla="*/ 528944 w 1029577"/>
              <a:gd name="connsiteY45" fmla="*/ 591515 h 670993"/>
              <a:gd name="connsiteX46" fmla="*/ 500630 w 1029577"/>
              <a:gd name="connsiteY46" fmla="*/ 591515 h 670993"/>
              <a:gd name="connsiteX47" fmla="*/ 422612 w 1029577"/>
              <a:gd name="connsiteY47" fmla="*/ 379051 h 670993"/>
              <a:gd name="connsiteX48" fmla="*/ 436769 w 1029577"/>
              <a:gd name="connsiteY48" fmla="*/ 358771 h 670993"/>
              <a:gd name="connsiteX49" fmla="*/ 892270 w 1029577"/>
              <a:gd name="connsiteY49" fmla="*/ 327457 h 670993"/>
              <a:gd name="connsiteX50" fmla="*/ 861931 w 1029577"/>
              <a:gd name="connsiteY50" fmla="*/ 357795 h 670993"/>
              <a:gd name="connsiteX51" fmla="*/ 861931 w 1029577"/>
              <a:gd name="connsiteY51" fmla="*/ 514011 h 670993"/>
              <a:gd name="connsiteX52" fmla="*/ 999412 w 1029577"/>
              <a:gd name="connsiteY52" fmla="*/ 541054 h 670993"/>
              <a:gd name="connsiteX53" fmla="*/ 999412 w 1029577"/>
              <a:gd name="connsiteY53" fmla="*/ 357795 h 670993"/>
              <a:gd name="connsiteX54" fmla="*/ 969073 w 1029577"/>
              <a:gd name="connsiteY54" fmla="*/ 327457 h 670993"/>
              <a:gd name="connsiteX55" fmla="*/ 688420 w 1029577"/>
              <a:gd name="connsiteY55" fmla="*/ 327457 h 670993"/>
              <a:gd name="connsiteX56" fmla="*/ 616502 w 1029577"/>
              <a:gd name="connsiteY56" fmla="*/ 544897 h 670993"/>
              <a:gd name="connsiteX57" fmla="*/ 715209 w 1029577"/>
              <a:gd name="connsiteY57" fmla="*/ 508387 h 670993"/>
              <a:gd name="connsiteX58" fmla="*/ 754550 w 1029577"/>
              <a:gd name="connsiteY58" fmla="*/ 389081 h 670993"/>
              <a:gd name="connsiteX59" fmla="*/ 747707 w 1029577"/>
              <a:gd name="connsiteY59" fmla="*/ 346784 h 670993"/>
              <a:gd name="connsiteX60" fmla="*/ 709767 w 1029577"/>
              <a:gd name="connsiteY60" fmla="*/ 327457 h 670993"/>
              <a:gd name="connsiteX61" fmla="*/ 373414 w 1029577"/>
              <a:gd name="connsiteY61" fmla="*/ 327457 h 670993"/>
              <a:gd name="connsiteX62" fmla="*/ 472742 w 1029577"/>
              <a:gd name="connsiteY62" fmla="*/ 607164 h 670993"/>
              <a:gd name="connsiteX63" fmla="*/ 472889 w 1029577"/>
              <a:gd name="connsiteY63" fmla="*/ 607600 h 670993"/>
              <a:gd name="connsiteX64" fmla="*/ 564342 w 1029577"/>
              <a:gd name="connsiteY64" fmla="*/ 606577 h 670993"/>
              <a:gd name="connsiteX65" fmla="*/ 564481 w 1029577"/>
              <a:gd name="connsiteY65" fmla="*/ 606128 h 670993"/>
              <a:gd name="connsiteX66" fmla="*/ 656650 w 1029577"/>
              <a:gd name="connsiteY66" fmla="*/ 327457 h 670993"/>
              <a:gd name="connsiteX67" fmla="*/ 314708 w 1029577"/>
              <a:gd name="connsiteY67" fmla="*/ 327457 h 670993"/>
              <a:gd name="connsiteX68" fmla="*/ 276769 w 1029577"/>
              <a:gd name="connsiteY68" fmla="*/ 346784 h 670993"/>
              <a:gd name="connsiteX69" fmla="*/ 269960 w 1029577"/>
              <a:gd name="connsiteY69" fmla="*/ 389189 h 670993"/>
              <a:gd name="connsiteX70" fmla="*/ 307905 w 1029577"/>
              <a:gd name="connsiteY70" fmla="*/ 505179 h 670993"/>
              <a:gd name="connsiteX71" fmla="*/ 353860 w 1029577"/>
              <a:gd name="connsiteY71" fmla="*/ 515244 h 670993"/>
              <a:gd name="connsiteX72" fmla="*/ 417849 w 1029577"/>
              <a:gd name="connsiteY72" fmla="*/ 542723 h 670993"/>
              <a:gd name="connsiteX73" fmla="*/ 341405 w 1029577"/>
              <a:gd name="connsiteY73" fmla="*/ 327457 h 670993"/>
              <a:gd name="connsiteX74" fmla="*/ 419260 w 1029577"/>
              <a:gd name="connsiteY74" fmla="*/ 222873 h 670993"/>
              <a:gd name="connsiteX75" fmla="*/ 389179 w 1029577"/>
              <a:gd name="connsiteY75" fmla="*/ 247086 h 670993"/>
              <a:gd name="connsiteX76" fmla="*/ 372827 w 1029577"/>
              <a:gd name="connsiteY76" fmla="*/ 297292 h 670993"/>
              <a:gd name="connsiteX77" fmla="*/ 656734 w 1029577"/>
              <a:gd name="connsiteY77" fmla="*/ 297292 h 670993"/>
              <a:gd name="connsiteX78" fmla="*/ 640364 w 1029577"/>
              <a:gd name="connsiteY78" fmla="*/ 247144 h 670993"/>
              <a:gd name="connsiteX79" fmla="*/ 610299 w 1029577"/>
              <a:gd name="connsiteY79" fmla="*/ 222873 h 670993"/>
              <a:gd name="connsiteX80" fmla="*/ 290531 w 1029577"/>
              <a:gd name="connsiteY80" fmla="*/ 171700 h 670993"/>
              <a:gd name="connsiteX81" fmla="*/ 290531 w 1029577"/>
              <a:gd name="connsiteY81" fmla="*/ 230120 h 670993"/>
              <a:gd name="connsiteX82" fmla="*/ 363520 w 1029577"/>
              <a:gd name="connsiteY82" fmla="*/ 230120 h 670993"/>
              <a:gd name="connsiteX83" fmla="*/ 418564 w 1029577"/>
              <a:gd name="connsiteY83" fmla="*/ 192709 h 670993"/>
              <a:gd name="connsiteX84" fmla="*/ 431734 w 1029577"/>
              <a:gd name="connsiteY84" fmla="*/ 192709 h 670993"/>
              <a:gd name="connsiteX85" fmla="*/ 431734 w 1029577"/>
              <a:gd name="connsiteY85" fmla="*/ 171700 h 670993"/>
              <a:gd name="connsiteX86" fmla="*/ 477496 w 1029577"/>
              <a:gd name="connsiteY86" fmla="*/ 91914 h 670993"/>
              <a:gd name="connsiteX87" fmla="*/ 461895 w 1029577"/>
              <a:gd name="connsiteY87" fmla="*/ 107514 h 670993"/>
              <a:gd name="connsiteX88" fmla="*/ 461897 w 1029577"/>
              <a:gd name="connsiteY88" fmla="*/ 107514 h 670993"/>
              <a:gd name="connsiteX89" fmla="*/ 461897 w 1029577"/>
              <a:gd name="connsiteY89" fmla="*/ 192709 h 670993"/>
              <a:gd name="connsiteX90" fmla="*/ 562580 w 1029577"/>
              <a:gd name="connsiteY90" fmla="*/ 192709 h 670993"/>
              <a:gd name="connsiteX91" fmla="*/ 562580 w 1029577"/>
              <a:gd name="connsiteY91" fmla="*/ 107514 h 670993"/>
              <a:gd name="connsiteX92" fmla="*/ 546980 w 1029577"/>
              <a:gd name="connsiteY92" fmla="*/ 91914 h 670993"/>
              <a:gd name="connsiteX93" fmla="*/ 459034 w 1029577"/>
              <a:gd name="connsiteY93" fmla="*/ 0 h 670993"/>
              <a:gd name="connsiteX94" fmla="*/ 565444 w 1029577"/>
              <a:gd name="connsiteY94" fmla="*/ 0 h 670993"/>
              <a:gd name="connsiteX95" fmla="*/ 580526 w 1029577"/>
              <a:gd name="connsiteY95" fmla="*/ 15082 h 670993"/>
              <a:gd name="connsiteX96" fmla="*/ 565444 w 1029577"/>
              <a:gd name="connsiteY96" fmla="*/ 30163 h 670993"/>
              <a:gd name="connsiteX97" fmla="*/ 527319 w 1029577"/>
              <a:gd name="connsiteY97" fmla="*/ 30163 h 670993"/>
              <a:gd name="connsiteX98" fmla="*/ 527319 w 1029577"/>
              <a:gd name="connsiteY98" fmla="*/ 61752 h 670993"/>
              <a:gd name="connsiteX99" fmla="*/ 546980 w 1029577"/>
              <a:gd name="connsiteY99" fmla="*/ 61752 h 670993"/>
              <a:gd name="connsiteX100" fmla="*/ 592744 w 1029577"/>
              <a:gd name="connsiteY100" fmla="*/ 107516 h 670993"/>
              <a:gd name="connsiteX101" fmla="*/ 592744 w 1029577"/>
              <a:gd name="connsiteY101" fmla="*/ 141538 h 670993"/>
              <a:gd name="connsiteX102" fmla="*/ 641474 w 1029577"/>
              <a:gd name="connsiteY102" fmla="*/ 141538 h 670993"/>
              <a:gd name="connsiteX103" fmla="*/ 656555 w 1029577"/>
              <a:gd name="connsiteY103" fmla="*/ 156620 h 670993"/>
              <a:gd name="connsiteX104" fmla="*/ 641474 w 1029577"/>
              <a:gd name="connsiteY104" fmla="*/ 171702 h 670993"/>
              <a:gd name="connsiteX105" fmla="*/ 592742 w 1029577"/>
              <a:gd name="connsiteY105" fmla="*/ 171702 h 670993"/>
              <a:gd name="connsiteX106" fmla="*/ 592742 w 1029577"/>
              <a:gd name="connsiteY106" fmla="*/ 192712 h 670993"/>
              <a:gd name="connsiteX107" fmla="*/ 610999 w 1029577"/>
              <a:gd name="connsiteY107" fmla="*/ 192712 h 670993"/>
              <a:gd name="connsiteX108" fmla="*/ 612285 w 1029577"/>
              <a:gd name="connsiteY108" fmla="*/ 192766 h 670993"/>
              <a:gd name="connsiteX109" fmla="*/ 665996 w 1029577"/>
              <a:gd name="connsiteY109" fmla="*/ 230122 h 670993"/>
              <a:gd name="connsiteX110" fmla="*/ 739044 w 1029577"/>
              <a:gd name="connsiteY110" fmla="*/ 230122 h 670993"/>
              <a:gd name="connsiteX111" fmla="*/ 739044 w 1029577"/>
              <a:gd name="connsiteY111" fmla="*/ 171702 h 670993"/>
              <a:gd name="connsiteX112" fmla="*/ 720568 w 1029577"/>
              <a:gd name="connsiteY112" fmla="*/ 171702 h 670993"/>
              <a:gd name="connsiteX113" fmla="*/ 705486 w 1029577"/>
              <a:gd name="connsiteY113" fmla="*/ 156620 h 670993"/>
              <a:gd name="connsiteX114" fmla="*/ 720568 w 1029577"/>
              <a:gd name="connsiteY114" fmla="*/ 141538 h 670993"/>
              <a:gd name="connsiteX115" fmla="*/ 754126 w 1029577"/>
              <a:gd name="connsiteY115" fmla="*/ 141538 h 670993"/>
              <a:gd name="connsiteX116" fmla="*/ 769207 w 1029577"/>
              <a:gd name="connsiteY116" fmla="*/ 156620 h 670993"/>
              <a:gd name="connsiteX117" fmla="*/ 769207 w 1029577"/>
              <a:gd name="connsiteY117" fmla="*/ 245204 h 670993"/>
              <a:gd name="connsiteX118" fmla="*/ 754126 w 1029577"/>
              <a:gd name="connsiteY118" fmla="*/ 260285 h 670993"/>
              <a:gd name="connsiteX119" fmla="*/ 676383 w 1029577"/>
              <a:gd name="connsiteY119" fmla="*/ 260285 h 670993"/>
              <a:gd name="connsiteX120" fmla="*/ 688464 w 1029577"/>
              <a:gd name="connsiteY120" fmla="*/ 297296 h 670993"/>
              <a:gd name="connsiteX121" fmla="*/ 709767 w 1029577"/>
              <a:gd name="connsiteY121" fmla="*/ 297296 h 670993"/>
              <a:gd name="connsiteX122" fmla="*/ 786806 w 1029577"/>
              <a:gd name="connsiteY122" fmla="*/ 368600 h 670993"/>
              <a:gd name="connsiteX123" fmla="*/ 831768 w 1029577"/>
              <a:gd name="connsiteY123" fmla="*/ 382982 h 670993"/>
              <a:gd name="connsiteX124" fmla="*/ 831768 w 1029577"/>
              <a:gd name="connsiteY124" fmla="*/ 357795 h 670993"/>
              <a:gd name="connsiteX125" fmla="*/ 892270 w 1029577"/>
              <a:gd name="connsiteY125" fmla="*/ 297294 h 670993"/>
              <a:gd name="connsiteX126" fmla="*/ 969073 w 1029577"/>
              <a:gd name="connsiteY126" fmla="*/ 297294 h 670993"/>
              <a:gd name="connsiteX127" fmla="*/ 1029577 w 1029577"/>
              <a:gd name="connsiteY127" fmla="*/ 357795 h 670993"/>
              <a:gd name="connsiteX128" fmla="*/ 1029577 w 1029577"/>
              <a:gd name="connsiteY128" fmla="*/ 605113 h 670993"/>
              <a:gd name="connsiteX129" fmla="*/ 963863 w 1029577"/>
              <a:gd name="connsiteY129" fmla="*/ 670993 h 670993"/>
              <a:gd name="connsiteX130" fmla="*/ 65714 w 1029577"/>
              <a:gd name="connsiteY130" fmla="*/ 670993 h 670993"/>
              <a:gd name="connsiteX131" fmla="*/ 0 w 1029577"/>
              <a:gd name="connsiteY131" fmla="*/ 605113 h 670993"/>
              <a:gd name="connsiteX132" fmla="*/ 0 w 1029577"/>
              <a:gd name="connsiteY132" fmla="*/ 474053 h 670993"/>
              <a:gd name="connsiteX133" fmla="*/ 30163 w 1029577"/>
              <a:gd name="connsiteY133" fmla="*/ 474053 h 670993"/>
              <a:gd name="connsiteX134" fmla="*/ 30163 w 1029577"/>
              <a:gd name="connsiteY134" fmla="*/ 541072 h 670993"/>
              <a:gd name="connsiteX135" fmla="*/ 167644 w 1029577"/>
              <a:gd name="connsiteY135" fmla="*/ 514070 h 670993"/>
              <a:gd name="connsiteX136" fmla="*/ 167644 w 1029577"/>
              <a:gd name="connsiteY136" fmla="*/ 403937 h 670993"/>
              <a:gd name="connsiteX137" fmla="*/ 167644 w 1029577"/>
              <a:gd name="connsiteY137" fmla="*/ 403320 h 670993"/>
              <a:gd name="connsiteX138" fmla="*/ 167644 w 1029577"/>
              <a:gd name="connsiteY138" fmla="*/ 357795 h 670993"/>
              <a:gd name="connsiteX139" fmla="*/ 137305 w 1029577"/>
              <a:gd name="connsiteY139" fmla="*/ 327457 h 670993"/>
              <a:gd name="connsiteX140" fmla="*/ 60502 w 1029577"/>
              <a:gd name="connsiteY140" fmla="*/ 327457 h 670993"/>
              <a:gd name="connsiteX141" fmla="*/ 30163 w 1029577"/>
              <a:gd name="connsiteY141" fmla="*/ 357795 h 670993"/>
              <a:gd name="connsiteX142" fmla="*/ 30163 w 1029577"/>
              <a:gd name="connsiteY142" fmla="*/ 393501 h 670993"/>
              <a:gd name="connsiteX143" fmla="*/ 0 w 1029577"/>
              <a:gd name="connsiteY143" fmla="*/ 393501 h 670993"/>
              <a:gd name="connsiteX144" fmla="*/ 0 w 1029577"/>
              <a:gd name="connsiteY144" fmla="*/ 357795 h 670993"/>
              <a:gd name="connsiteX145" fmla="*/ 60502 w 1029577"/>
              <a:gd name="connsiteY145" fmla="*/ 297294 h 670993"/>
              <a:gd name="connsiteX146" fmla="*/ 137305 w 1029577"/>
              <a:gd name="connsiteY146" fmla="*/ 297294 h 670993"/>
              <a:gd name="connsiteX147" fmla="*/ 197807 w 1029577"/>
              <a:gd name="connsiteY147" fmla="*/ 357795 h 670993"/>
              <a:gd name="connsiteX148" fmla="*/ 197807 w 1029577"/>
              <a:gd name="connsiteY148" fmla="*/ 382982 h 670993"/>
              <a:gd name="connsiteX149" fmla="*/ 237566 w 1029577"/>
              <a:gd name="connsiteY149" fmla="*/ 370263 h 670993"/>
              <a:gd name="connsiteX150" fmla="*/ 314708 w 1029577"/>
              <a:gd name="connsiteY150" fmla="*/ 297294 h 670993"/>
              <a:gd name="connsiteX151" fmla="*/ 341105 w 1029577"/>
              <a:gd name="connsiteY151" fmla="*/ 297294 h 670993"/>
              <a:gd name="connsiteX152" fmla="*/ 353160 w 1029577"/>
              <a:gd name="connsiteY152" fmla="*/ 260283 h 670993"/>
              <a:gd name="connsiteX153" fmla="*/ 275450 w 1029577"/>
              <a:gd name="connsiteY153" fmla="*/ 260283 h 670993"/>
              <a:gd name="connsiteX154" fmla="*/ 260368 w 1029577"/>
              <a:gd name="connsiteY154" fmla="*/ 245202 h 670993"/>
              <a:gd name="connsiteX155" fmla="*/ 260368 w 1029577"/>
              <a:gd name="connsiteY155" fmla="*/ 156618 h 670993"/>
              <a:gd name="connsiteX156" fmla="*/ 275450 w 1029577"/>
              <a:gd name="connsiteY156" fmla="*/ 141536 h 670993"/>
              <a:gd name="connsiteX157" fmla="*/ 431734 w 1029577"/>
              <a:gd name="connsiteY157" fmla="*/ 141536 h 670993"/>
              <a:gd name="connsiteX158" fmla="*/ 431734 w 1029577"/>
              <a:gd name="connsiteY158" fmla="*/ 107514 h 670993"/>
              <a:gd name="connsiteX159" fmla="*/ 477498 w 1029577"/>
              <a:gd name="connsiteY159" fmla="*/ 61750 h 670993"/>
              <a:gd name="connsiteX160" fmla="*/ 497156 w 1029577"/>
              <a:gd name="connsiteY160" fmla="*/ 61750 h 670993"/>
              <a:gd name="connsiteX161" fmla="*/ 497156 w 1029577"/>
              <a:gd name="connsiteY161" fmla="*/ 30163 h 670993"/>
              <a:gd name="connsiteX162" fmla="*/ 459034 w 1029577"/>
              <a:gd name="connsiteY162" fmla="*/ 30163 h 670993"/>
              <a:gd name="connsiteX163" fmla="*/ 443952 w 1029577"/>
              <a:gd name="connsiteY163" fmla="*/ 15082 h 670993"/>
              <a:gd name="connsiteX164" fmla="*/ 459034 w 1029577"/>
              <a:gd name="connsiteY164" fmla="*/ 0 h 670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</a:cxnLst>
            <a:rect l="l" t="t" r="r" b="b"/>
            <a:pathLst>
              <a:path w="1029577" h="670993">
                <a:moveTo>
                  <a:pt x="694400" y="580620"/>
                </a:moveTo>
                <a:lnTo>
                  <a:pt x="843425" y="580620"/>
                </a:lnTo>
                <a:cubicBezTo>
                  <a:pt x="863421" y="581320"/>
                  <a:pt x="863346" y="610114"/>
                  <a:pt x="843425" y="610783"/>
                </a:cubicBezTo>
                <a:lnTo>
                  <a:pt x="694400" y="610783"/>
                </a:lnTo>
                <a:cubicBezTo>
                  <a:pt x="686069" y="610783"/>
                  <a:pt x="679318" y="604031"/>
                  <a:pt x="679318" y="595702"/>
                </a:cubicBezTo>
                <a:cubicBezTo>
                  <a:pt x="679318" y="587373"/>
                  <a:pt x="686069" y="580620"/>
                  <a:pt x="694400" y="580620"/>
                </a:cubicBezTo>
                <a:close/>
                <a:moveTo>
                  <a:pt x="186150" y="580620"/>
                </a:moveTo>
                <a:lnTo>
                  <a:pt x="335177" y="580620"/>
                </a:lnTo>
                <a:cubicBezTo>
                  <a:pt x="355131" y="581306"/>
                  <a:pt x="355145" y="610092"/>
                  <a:pt x="335175" y="610783"/>
                </a:cubicBezTo>
                <a:lnTo>
                  <a:pt x="186150" y="610783"/>
                </a:lnTo>
                <a:cubicBezTo>
                  <a:pt x="166196" y="610100"/>
                  <a:pt x="166179" y="581312"/>
                  <a:pt x="186150" y="580620"/>
                </a:cubicBezTo>
                <a:close/>
                <a:moveTo>
                  <a:pt x="763641" y="532891"/>
                </a:moveTo>
                <a:cubicBezTo>
                  <a:pt x="702807" y="535788"/>
                  <a:pt x="634441" y="558275"/>
                  <a:pt x="599269" y="598410"/>
                </a:cubicBezTo>
                <a:cubicBezTo>
                  <a:pt x="599269" y="598410"/>
                  <a:pt x="589862" y="628220"/>
                  <a:pt x="579983" y="640830"/>
                </a:cubicBezTo>
                <a:lnTo>
                  <a:pt x="963861" y="640830"/>
                </a:lnTo>
                <a:cubicBezTo>
                  <a:pt x="983463" y="640830"/>
                  <a:pt x="999412" y="624807"/>
                  <a:pt x="999412" y="605113"/>
                </a:cubicBezTo>
                <a:lnTo>
                  <a:pt x="999410" y="605113"/>
                </a:lnTo>
                <a:lnTo>
                  <a:pt x="999410" y="571794"/>
                </a:lnTo>
                <a:cubicBezTo>
                  <a:pt x="939759" y="560063"/>
                  <a:pt x="880108" y="548329"/>
                  <a:pt x="820457" y="536596"/>
                </a:cubicBezTo>
                <a:cubicBezTo>
                  <a:pt x="803361" y="533136"/>
                  <a:pt x="783919" y="531925"/>
                  <a:pt x="763641" y="532891"/>
                </a:cubicBezTo>
                <a:close/>
                <a:moveTo>
                  <a:pt x="268386" y="532148"/>
                </a:moveTo>
                <a:cubicBezTo>
                  <a:pt x="247322" y="531500"/>
                  <a:pt x="227064" y="533010"/>
                  <a:pt x="209165" y="536588"/>
                </a:cubicBezTo>
                <a:cubicBezTo>
                  <a:pt x="170097" y="544398"/>
                  <a:pt x="65865" y="564818"/>
                  <a:pt x="30163" y="571808"/>
                </a:cubicBezTo>
                <a:lnTo>
                  <a:pt x="30163" y="605113"/>
                </a:lnTo>
                <a:cubicBezTo>
                  <a:pt x="30163" y="624807"/>
                  <a:pt x="46112" y="640830"/>
                  <a:pt x="65714" y="640832"/>
                </a:cubicBezTo>
                <a:lnTo>
                  <a:pt x="456787" y="640832"/>
                </a:lnTo>
                <a:cubicBezTo>
                  <a:pt x="447413" y="628714"/>
                  <a:pt x="437702" y="598630"/>
                  <a:pt x="437702" y="598630"/>
                </a:cubicBezTo>
                <a:cubicBezTo>
                  <a:pt x="402010" y="555449"/>
                  <a:pt x="331576" y="534091"/>
                  <a:pt x="268386" y="532148"/>
                </a:cubicBezTo>
                <a:close/>
                <a:moveTo>
                  <a:pt x="241936" y="400537"/>
                </a:moveTo>
                <a:lnTo>
                  <a:pt x="197807" y="414651"/>
                </a:lnTo>
                <a:lnTo>
                  <a:pt x="197807" y="508095"/>
                </a:lnTo>
                <a:cubicBezTo>
                  <a:pt x="199738" y="507711"/>
                  <a:pt x="201555" y="507347"/>
                  <a:pt x="203251" y="507009"/>
                </a:cubicBezTo>
                <a:cubicBezTo>
                  <a:pt x="226050" y="502453"/>
                  <a:pt x="250384" y="500796"/>
                  <a:pt x="275122" y="501978"/>
                </a:cubicBezTo>
                <a:close/>
                <a:moveTo>
                  <a:pt x="783022" y="399057"/>
                </a:moveTo>
                <a:lnTo>
                  <a:pt x="748531" y="503655"/>
                </a:lnTo>
                <a:cubicBezTo>
                  <a:pt x="775385" y="501204"/>
                  <a:pt x="802089" y="502103"/>
                  <a:pt x="826363" y="507015"/>
                </a:cubicBezTo>
                <a:lnTo>
                  <a:pt x="831768" y="508079"/>
                </a:lnTo>
                <a:lnTo>
                  <a:pt x="831768" y="414649"/>
                </a:lnTo>
                <a:close/>
                <a:moveTo>
                  <a:pt x="458374" y="388934"/>
                </a:moveTo>
                <a:lnTo>
                  <a:pt x="514787" y="542564"/>
                </a:lnTo>
                <a:lnTo>
                  <a:pt x="571199" y="388934"/>
                </a:lnTo>
                <a:close/>
                <a:moveTo>
                  <a:pt x="436769" y="358771"/>
                </a:moveTo>
                <a:lnTo>
                  <a:pt x="592806" y="358771"/>
                </a:lnTo>
                <a:cubicBezTo>
                  <a:pt x="597734" y="358771"/>
                  <a:pt x="602351" y="361178"/>
                  <a:pt x="605170" y="365220"/>
                </a:cubicBezTo>
                <a:cubicBezTo>
                  <a:pt x="607994" y="369262"/>
                  <a:pt x="608661" y="374426"/>
                  <a:pt x="606962" y="379051"/>
                </a:cubicBezTo>
                <a:lnTo>
                  <a:pt x="528944" y="591515"/>
                </a:lnTo>
                <a:cubicBezTo>
                  <a:pt x="524204" y="604421"/>
                  <a:pt x="505370" y="604421"/>
                  <a:pt x="500630" y="591515"/>
                </a:cubicBezTo>
                <a:lnTo>
                  <a:pt x="422612" y="379051"/>
                </a:lnTo>
                <a:cubicBezTo>
                  <a:pt x="420281" y="367370"/>
                  <a:pt x="424999" y="360609"/>
                  <a:pt x="436769" y="358771"/>
                </a:cubicBezTo>
                <a:close/>
                <a:moveTo>
                  <a:pt x="892270" y="327457"/>
                </a:moveTo>
                <a:cubicBezTo>
                  <a:pt x="875539" y="327457"/>
                  <a:pt x="861931" y="341067"/>
                  <a:pt x="861931" y="357795"/>
                </a:cubicBezTo>
                <a:lnTo>
                  <a:pt x="861931" y="514011"/>
                </a:lnTo>
                <a:lnTo>
                  <a:pt x="999412" y="541054"/>
                </a:lnTo>
                <a:lnTo>
                  <a:pt x="999412" y="357795"/>
                </a:lnTo>
                <a:cubicBezTo>
                  <a:pt x="999412" y="341067"/>
                  <a:pt x="985802" y="327457"/>
                  <a:pt x="969073" y="327457"/>
                </a:cubicBezTo>
                <a:close/>
                <a:moveTo>
                  <a:pt x="688420" y="327457"/>
                </a:moveTo>
                <a:lnTo>
                  <a:pt x="616502" y="544897"/>
                </a:lnTo>
                <a:cubicBezTo>
                  <a:pt x="644045" y="528110"/>
                  <a:pt x="678886" y="515377"/>
                  <a:pt x="715209" y="508387"/>
                </a:cubicBezTo>
                <a:lnTo>
                  <a:pt x="754550" y="389081"/>
                </a:lnTo>
                <a:cubicBezTo>
                  <a:pt x="759203" y="374604"/>
                  <a:pt x="756720" y="359149"/>
                  <a:pt x="747707" y="346784"/>
                </a:cubicBezTo>
                <a:cubicBezTo>
                  <a:pt x="738752" y="334501"/>
                  <a:pt x="724925" y="327457"/>
                  <a:pt x="709767" y="327457"/>
                </a:cubicBezTo>
                <a:close/>
                <a:moveTo>
                  <a:pt x="373414" y="327457"/>
                </a:moveTo>
                <a:lnTo>
                  <a:pt x="472742" y="607164"/>
                </a:lnTo>
                <a:cubicBezTo>
                  <a:pt x="472792" y="607307"/>
                  <a:pt x="472842" y="607453"/>
                  <a:pt x="472889" y="607600"/>
                </a:cubicBezTo>
                <a:cubicBezTo>
                  <a:pt x="487460" y="652268"/>
                  <a:pt x="550634" y="651359"/>
                  <a:pt x="564342" y="606577"/>
                </a:cubicBezTo>
                <a:cubicBezTo>
                  <a:pt x="564386" y="606426"/>
                  <a:pt x="564432" y="606277"/>
                  <a:pt x="564481" y="606128"/>
                </a:cubicBezTo>
                <a:lnTo>
                  <a:pt x="656650" y="327457"/>
                </a:lnTo>
                <a:close/>
                <a:moveTo>
                  <a:pt x="314708" y="327457"/>
                </a:moveTo>
                <a:cubicBezTo>
                  <a:pt x="299552" y="327457"/>
                  <a:pt x="285723" y="334501"/>
                  <a:pt x="276769" y="346784"/>
                </a:cubicBezTo>
                <a:cubicBezTo>
                  <a:pt x="268572" y="358029"/>
                  <a:pt x="265677" y="375865"/>
                  <a:pt x="269960" y="389189"/>
                </a:cubicBezTo>
                <a:lnTo>
                  <a:pt x="307905" y="505179"/>
                </a:lnTo>
                <a:cubicBezTo>
                  <a:pt x="323349" y="507456"/>
                  <a:pt x="338756" y="510816"/>
                  <a:pt x="353860" y="515244"/>
                </a:cubicBezTo>
                <a:cubicBezTo>
                  <a:pt x="377788" y="522260"/>
                  <a:pt x="399507" y="531659"/>
                  <a:pt x="417849" y="542723"/>
                </a:cubicBezTo>
                <a:lnTo>
                  <a:pt x="341405" y="327457"/>
                </a:lnTo>
                <a:close/>
                <a:moveTo>
                  <a:pt x="419260" y="222873"/>
                </a:moveTo>
                <a:cubicBezTo>
                  <a:pt x="405297" y="224295"/>
                  <a:pt x="393527" y="233744"/>
                  <a:pt x="389179" y="247086"/>
                </a:cubicBezTo>
                <a:lnTo>
                  <a:pt x="372827" y="297292"/>
                </a:lnTo>
                <a:lnTo>
                  <a:pt x="656734" y="297292"/>
                </a:lnTo>
                <a:lnTo>
                  <a:pt x="640364" y="247144"/>
                </a:lnTo>
                <a:cubicBezTo>
                  <a:pt x="635998" y="233768"/>
                  <a:pt x="624236" y="224297"/>
                  <a:pt x="610299" y="222873"/>
                </a:cubicBezTo>
                <a:close/>
                <a:moveTo>
                  <a:pt x="290531" y="171700"/>
                </a:moveTo>
                <a:lnTo>
                  <a:pt x="290531" y="230120"/>
                </a:lnTo>
                <a:lnTo>
                  <a:pt x="363520" y="230120"/>
                </a:lnTo>
                <a:cubicBezTo>
                  <a:pt x="373531" y="208805"/>
                  <a:pt x="394563" y="194137"/>
                  <a:pt x="418564" y="192709"/>
                </a:cubicBezTo>
                <a:lnTo>
                  <a:pt x="431734" y="192709"/>
                </a:lnTo>
                <a:lnTo>
                  <a:pt x="431734" y="171700"/>
                </a:lnTo>
                <a:close/>
                <a:moveTo>
                  <a:pt x="477496" y="91914"/>
                </a:moveTo>
                <a:cubicBezTo>
                  <a:pt x="468893" y="91914"/>
                  <a:pt x="461895" y="98912"/>
                  <a:pt x="461895" y="107514"/>
                </a:cubicBezTo>
                <a:lnTo>
                  <a:pt x="461897" y="107514"/>
                </a:lnTo>
                <a:lnTo>
                  <a:pt x="461897" y="192709"/>
                </a:lnTo>
                <a:lnTo>
                  <a:pt x="562580" y="192709"/>
                </a:lnTo>
                <a:lnTo>
                  <a:pt x="562580" y="107514"/>
                </a:lnTo>
                <a:cubicBezTo>
                  <a:pt x="562580" y="98912"/>
                  <a:pt x="555580" y="91914"/>
                  <a:pt x="546980" y="91914"/>
                </a:cubicBezTo>
                <a:close/>
                <a:moveTo>
                  <a:pt x="459034" y="0"/>
                </a:moveTo>
                <a:lnTo>
                  <a:pt x="565444" y="0"/>
                </a:lnTo>
                <a:cubicBezTo>
                  <a:pt x="573775" y="0"/>
                  <a:pt x="580526" y="6753"/>
                  <a:pt x="580526" y="15082"/>
                </a:cubicBezTo>
                <a:cubicBezTo>
                  <a:pt x="580526" y="23411"/>
                  <a:pt x="573775" y="30163"/>
                  <a:pt x="565444" y="30163"/>
                </a:cubicBezTo>
                <a:lnTo>
                  <a:pt x="527319" y="30163"/>
                </a:lnTo>
                <a:lnTo>
                  <a:pt x="527319" y="61752"/>
                </a:lnTo>
                <a:lnTo>
                  <a:pt x="546980" y="61752"/>
                </a:lnTo>
                <a:cubicBezTo>
                  <a:pt x="572215" y="61752"/>
                  <a:pt x="592744" y="82282"/>
                  <a:pt x="592744" y="107516"/>
                </a:cubicBezTo>
                <a:lnTo>
                  <a:pt x="592744" y="141538"/>
                </a:lnTo>
                <a:lnTo>
                  <a:pt x="641474" y="141538"/>
                </a:lnTo>
                <a:cubicBezTo>
                  <a:pt x="649805" y="141538"/>
                  <a:pt x="656555" y="148291"/>
                  <a:pt x="656555" y="156620"/>
                </a:cubicBezTo>
                <a:cubicBezTo>
                  <a:pt x="656555" y="164949"/>
                  <a:pt x="649805" y="171702"/>
                  <a:pt x="641474" y="171702"/>
                </a:cubicBezTo>
                <a:lnTo>
                  <a:pt x="592742" y="171702"/>
                </a:lnTo>
                <a:lnTo>
                  <a:pt x="592742" y="192712"/>
                </a:lnTo>
                <a:lnTo>
                  <a:pt x="610999" y="192712"/>
                </a:lnTo>
                <a:cubicBezTo>
                  <a:pt x="611429" y="192712"/>
                  <a:pt x="611857" y="192730"/>
                  <a:pt x="612285" y="192766"/>
                </a:cubicBezTo>
                <a:cubicBezTo>
                  <a:pt x="635803" y="194779"/>
                  <a:pt x="656113" y="209140"/>
                  <a:pt x="665996" y="230122"/>
                </a:cubicBezTo>
                <a:lnTo>
                  <a:pt x="739044" y="230122"/>
                </a:lnTo>
                <a:lnTo>
                  <a:pt x="739044" y="171702"/>
                </a:lnTo>
                <a:lnTo>
                  <a:pt x="720568" y="171702"/>
                </a:lnTo>
                <a:cubicBezTo>
                  <a:pt x="712237" y="171702"/>
                  <a:pt x="705486" y="164949"/>
                  <a:pt x="705486" y="156620"/>
                </a:cubicBezTo>
                <a:cubicBezTo>
                  <a:pt x="705486" y="148291"/>
                  <a:pt x="712237" y="141538"/>
                  <a:pt x="720568" y="141538"/>
                </a:cubicBezTo>
                <a:lnTo>
                  <a:pt x="754126" y="141538"/>
                </a:lnTo>
                <a:cubicBezTo>
                  <a:pt x="762457" y="141538"/>
                  <a:pt x="769207" y="148291"/>
                  <a:pt x="769207" y="156620"/>
                </a:cubicBezTo>
                <a:lnTo>
                  <a:pt x="769207" y="245204"/>
                </a:lnTo>
                <a:cubicBezTo>
                  <a:pt x="769207" y="253533"/>
                  <a:pt x="762457" y="260285"/>
                  <a:pt x="754126" y="260285"/>
                </a:cubicBezTo>
                <a:lnTo>
                  <a:pt x="676383" y="260285"/>
                </a:lnTo>
                <a:lnTo>
                  <a:pt x="688464" y="297296"/>
                </a:lnTo>
                <a:lnTo>
                  <a:pt x="709767" y="297296"/>
                </a:lnTo>
                <a:cubicBezTo>
                  <a:pt x="749531" y="297296"/>
                  <a:pt x="783758" y="328883"/>
                  <a:pt x="786806" y="368600"/>
                </a:cubicBezTo>
                <a:lnTo>
                  <a:pt x="831768" y="382982"/>
                </a:lnTo>
                <a:lnTo>
                  <a:pt x="831768" y="357795"/>
                </a:lnTo>
                <a:cubicBezTo>
                  <a:pt x="831768" y="324435"/>
                  <a:pt x="858909" y="297294"/>
                  <a:pt x="892270" y="297294"/>
                </a:cubicBezTo>
                <a:lnTo>
                  <a:pt x="969073" y="297294"/>
                </a:lnTo>
                <a:cubicBezTo>
                  <a:pt x="1002434" y="297294"/>
                  <a:pt x="1029575" y="324435"/>
                  <a:pt x="1029577" y="357795"/>
                </a:cubicBezTo>
                <a:lnTo>
                  <a:pt x="1029577" y="605113"/>
                </a:lnTo>
                <a:cubicBezTo>
                  <a:pt x="1029577" y="641439"/>
                  <a:pt x="1000099" y="670993"/>
                  <a:pt x="963863" y="670993"/>
                </a:cubicBezTo>
                <a:lnTo>
                  <a:pt x="65714" y="670993"/>
                </a:lnTo>
                <a:cubicBezTo>
                  <a:pt x="29478" y="670993"/>
                  <a:pt x="0" y="641439"/>
                  <a:pt x="0" y="605113"/>
                </a:cubicBezTo>
                <a:lnTo>
                  <a:pt x="0" y="474053"/>
                </a:lnTo>
                <a:cubicBezTo>
                  <a:pt x="0" y="454553"/>
                  <a:pt x="30163" y="454553"/>
                  <a:pt x="30163" y="474053"/>
                </a:cubicBezTo>
                <a:lnTo>
                  <a:pt x="30163" y="541072"/>
                </a:lnTo>
                <a:cubicBezTo>
                  <a:pt x="60536" y="535124"/>
                  <a:pt x="123032" y="522875"/>
                  <a:pt x="167644" y="514070"/>
                </a:cubicBezTo>
                <a:lnTo>
                  <a:pt x="167644" y="403937"/>
                </a:lnTo>
                <a:cubicBezTo>
                  <a:pt x="167640" y="403732"/>
                  <a:pt x="167640" y="403525"/>
                  <a:pt x="167644" y="403320"/>
                </a:cubicBezTo>
                <a:lnTo>
                  <a:pt x="167644" y="357795"/>
                </a:lnTo>
                <a:cubicBezTo>
                  <a:pt x="167644" y="341067"/>
                  <a:pt x="154034" y="327457"/>
                  <a:pt x="137305" y="327457"/>
                </a:cubicBezTo>
                <a:lnTo>
                  <a:pt x="60502" y="327457"/>
                </a:lnTo>
                <a:cubicBezTo>
                  <a:pt x="43773" y="327457"/>
                  <a:pt x="30163" y="341067"/>
                  <a:pt x="30163" y="357795"/>
                </a:cubicBezTo>
                <a:lnTo>
                  <a:pt x="30163" y="393501"/>
                </a:lnTo>
                <a:cubicBezTo>
                  <a:pt x="30163" y="413000"/>
                  <a:pt x="0" y="413000"/>
                  <a:pt x="0" y="393501"/>
                </a:cubicBezTo>
                <a:lnTo>
                  <a:pt x="0" y="357795"/>
                </a:lnTo>
                <a:cubicBezTo>
                  <a:pt x="0" y="324435"/>
                  <a:pt x="27141" y="297294"/>
                  <a:pt x="60502" y="297294"/>
                </a:cubicBezTo>
                <a:lnTo>
                  <a:pt x="137305" y="297294"/>
                </a:lnTo>
                <a:cubicBezTo>
                  <a:pt x="170666" y="297294"/>
                  <a:pt x="197807" y="324435"/>
                  <a:pt x="197807" y="357795"/>
                </a:cubicBezTo>
                <a:lnTo>
                  <a:pt x="197807" y="382982"/>
                </a:lnTo>
                <a:lnTo>
                  <a:pt x="237566" y="370263"/>
                </a:lnTo>
                <a:cubicBezTo>
                  <a:pt x="239770" y="329846"/>
                  <a:pt x="274338" y="297294"/>
                  <a:pt x="314708" y="297294"/>
                </a:cubicBezTo>
                <a:lnTo>
                  <a:pt x="341105" y="297294"/>
                </a:lnTo>
                <a:lnTo>
                  <a:pt x="353160" y="260283"/>
                </a:lnTo>
                <a:lnTo>
                  <a:pt x="275450" y="260283"/>
                </a:lnTo>
                <a:cubicBezTo>
                  <a:pt x="267118" y="260283"/>
                  <a:pt x="260368" y="253531"/>
                  <a:pt x="260368" y="245202"/>
                </a:cubicBezTo>
                <a:lnTo>
                  <a:pt x="260368" y="156618"/>
                </a:lnTo>
                <a:cubicBezTo>
                  <a:pt x="260368" y="148289"/>
                  <a:pt x="267118" y="141536"/>
                  <a:pt x="275450" y="141536"/>
                </a:cubicBezTo>
                <a:lnTo>
                  <a:pt x="431734" y="141536"/>
                </a:lnTo>
                <a:lnTo>
                  <a:pt x="431734" y="107514"/>
                </a:lnTo>
                <a:cubicBezTo>
                  <a:pt x="431734" y="82280"/>
                  <a:pt x="452263" y="61750"/>
                  <a:pt x="477498" y="61750"/>
                </a:cubicBezTo>
                <a:lnTo>
                  <a:pt x="497156" y="61750"/>
                </a:lnTo>
                <a:lnTo>
                  <a:pt x="497156" y="30163"/>
                </a:lnTo>
                <a:lnTo>
                  <a:pt x="459034" y="30163"/>
                </a:lnTo>
                <a:cubicBezTo>
                  <a:pt x="450702" y="30163"/>
                  <a:pt x="443952" y="23411"/>
                  <a:pt x="443952" y="15082"/>
                </a:cubicBezTo>
                <a:cubicBezTo>
                  <a:pt x="443952" y="6753"/>
                  <a:pt x="450702" y="0"/>
                  <a:pt x="459034" y="0"/>
                </a:cubicBezTo>
                <a:close/>
              </a:path>
            </a:pathLst>
          </a:custGeom>
          <a:solidFill>
            <a:schemeClr val="accent1"/>
          </a:solidFill>
          <a:ln w="2009" cap="flat">
            <a:noFill/>
            <a:prstDash val="solid"/>
            <a:miter/>
          </a:ln>
        </p:spPr>
        <p:txBody>
          <a:bodyPr rtlCol="0" anchor="ctr"/>
          <a:lstStyle/>
          <a:p>
            <a:endParaRPr lang="en-VI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B1B5AB-99C4-7F9D-1F29-6C9A74C2BD18}"/>
              </a:ext>
            </a:extLst>
          </p:cNvPr>
          <p:cNvSpPr txBox="1"/>
          <p:nvPr/>
        </p:nvSpPr>
        <p:spPr>
          <a:xfrm>
            <a:off x="8992709" y="2067934"/>
            <a:ext cx="16257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Racing Sans One" panose="02000000000000000000" pitchFamily="2" charset="0"/>
                <a:ea typeface="Roboto Condensed Medium" panose="02000000000000000000" pitchFamily="2" charset="0"/>
                <a:cs typeface="Varela Round" pitchFamily="2" charset="-79"/>
              </a:rPr>
              <a:t>2</a:t>
            </a:r>
            <a:r>
              <a:rPr lang="hu-HU" sz="4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Racing Sans One" panose="02000000000000000000" pitchFamily="2" charset="0"/>
                <a:ea typeface="Roboto Condensed Medium" panose="02000000000000000000" pitchFamily="2" charset="0"/>
                <a:cs typeface="Varela Round" pitchFamily="2" charset="-79"/>
              </a:rPr>
              <a:t>2</a:t>
            </a:r>
            <a:endParaRPr lang="en-VI" sz="4000" dirty="0">
              <a:solidFill>
                <a:schemeClr val="tx1">
                  <a:lumMod val="95000"/>
                  <a:lumOff val="5000"/>
                </a:schemeClr>
              </a:solidFill>
              <a:latin typeface="Racing Sans One" panose="02000000000000000000" pitchFamily="2" charset="0"/>
              <a:ea typeface="Roboto Condensed Medium" panose="02000000000000000000" pitchFamily="2" charset="0"/>
              <a:cs typeface="Varela Round" pitchFamily="2" charset="-79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FF5607-042B-0C52-A5A1-902AB08D894B}"/>
              </a:ext>
            </a:extLst>
          </p:cNvPr>
          <p:cNvSpPr txBox="1"/>
          <p:nvPr/>
        </p:nvSpPr>
        <p:spPr>
          <a:xfrm>
            <a:off x="8957798" y="2615198"/>
            <a:ext cx="1695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Questrial" pitchFamily="2" charset="0"/>
                <a:ea typeface="Roboto Condensed Medium" panose="02000000000000000000" pitchFamily="2" charset="0"/>
                <a:cs typeface="Varela Round" pitchFamily="2" charset="-79"/>
              </a:rPr>
              <a:t>Expert Drivers</a:t>
            </a:r>
            <a:endParaRPr lang="en-VI" dirty="0">
              <a:solidFill>
                <a:schemeClr val="tx1">
                  <a:lumMod val="50000"/>
                  <a:lumOff val="50000"/>
                </a:schemeClr>
              </a:solidFill>
              <a:latin typeface="Questrial" pitchFamily="2" charset="0"/>
              <a:ea typeface="Roboto Condensed Medium" panose="02000000000000000000" pitchFamily="2" charset="0"/>
              <a:cs typeface="Varela Round" pitchFamily="2" charset="-79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F8C5EC5F-DAFF-AE72-19DE-05D855EAD6B2}"/>
              </a:ext>
            </a:extLst>
          </p:cNvPr>
          <p:cNvSpPr/>
          <p:nvPr/>
        </p:nvSpPr>
        <p:spPr>
          <a:xfrm>
            <a:off x="9404643" y="1150131"/>
            <a:ext cx="801884" cy="1014846"/>
          </a:xfrm>
          <a:custGeom>
            <a:avLst/>
            <a:gdLst>
              <a:gd name="connsiteX0" fmla="*/ 418586 w 813045"/>
              <a:gd name="connsiteY0" fmla="*/ 713525 h 1028973"/>
              <a:gd name="connsiteX1" fmla="*/ 418586 w 813045"/>
              <a:gd name="connsiteY1" fmla="*/ 925834 h 1028973"/>
              <a:gd name="connsiteX2" fmla="*/ 455981 w 813045"/>
              <a:gd name="connsiteY2" fmla="*/ 925834 h 1028973"/>
              <a:gd name="connsiteX3" fmla="*/ 564548 w 813045"/>
              <a:gd name="connsiteY3" fmla="*/ 817267 h 1028973"/>
              <a:gd name="connsiteX4" fmla="*/ 564548 w 813045"/>
              <a:gd name="connsiteY4" fmla="*/ 741270 h 1028973"/>
              <a:gd name="connsiteX5" fmla="*/ 536200 w 813045"/>
              <a:gd name="connsiteY5" fmla="*/ 713525 h 1028973"/>
              <a:gd name="connsiteX6" fmla="*/ 276846 w 813045"/>
              <a:gd name="connsiteY6" fmla="*/ 713525 h 1028973"/>
              <a:gd name="connsiteX7" fmla="*/ 248498 w 813045"/>
              <a:gd name="connsiteY7" fmla="*/ 741270 h 1028973"/>
              <a:gd name="connsiteX8" fmla="*/ 248498 w 813045"/>
              <a:gd name="connsiteY8" fmla="*/ 817267 h 1028973"/>
              <a:gd name="connsiteX9" fmla="*/ 357065 w 813045"/>
              <a:gd name="connsiteY9" fmla="*/ 925834 h 1028973"/>
              <a:gd name="connsiteX10" fmla="*/ 394460 w 813045"/>
              <a:gd name="connsiteY10" fmla="*/ 925834 h 1028973"/>
              <a:gd name="connsiteX11" fmla="*/ 394460 w 813045"/>
              <a:gd name="connsiteY11" fmla="*/ 713525 h 1028973"/>
              <a:gd name="connsiteX12" fmla="*/ 698443 w 813045"/>
              <a:gd name="connsiteY12" fmla="*/ 654581 h 1028973"/>
              <a:gd name="connsiteX13" fmla="*/ 698203 w 813045"/>
              <a:gd name="connsiteY13" fmla="*/ 689672 h 1028973"/>
              <a:gd name="connsiteX14" fmla="*/ 744080 w 813045"/>
              <a:gd name="connsiteY14" fmla="*/ 737868 h 1028973"/>
              <a:gd name="connsiteX15" fmla="*/ 779569 w 813045"/>
              <a:gd name="connsiteY15" fmla="*/ 739421 h 1028973"/>
              <a:gd name="connsiteX16" fmla="*/ 778693 w 813045"/>
              <a:gd name="connsiteY16" fmla="*/ 736887 h 1028973"/>
              <a:gd name="connsiteX17" fmla="*/ 750911 w 813045"/>
              <a:gd name="connsiteY17" fmla="*/ 696764 h 1028973"/>
              <a:gd name="connsiteX18" fmla="*/ 743778 w 813045"/>
              <a:gd name="connsiteY18" fmla="*/ 690091 h 1028973"/>
              <a:gd name="connsiteX19" fmla="*/ 705219 w 813045"/>
              <a:gd name="connsiteY19" fmla="*/ 659232 h 1028973"/>
              <a:gd name="connsiteX20" fmla="*/ 113995 w 813045"/>
              <a:gd name="connsiteY20" fmla="*/ 650798 h 1028973"/>
              <a:gd name="connsiteX21" fmla="*/ 62427 w 813045"/>
              <a:gd name="connsiteY21" fmla="*/ 690182 h 1028973"/>
              <a:gd name="connsiteX22" fmla="*/ 57922 w 813045"/>
              <a:gd name="connsiteY22" fmla="*/ 694544 h 1028973"/>
              <a:gd name="connsiteX23" fmla="*/ 31244 w 813045"/>
              <a:gd name="connsiteY23" fmla="*/ 735650 h 1028973"/>
              <a:gd name="connsiteX24" fmla="*/ 30669 w 813045"/>
              <a:gd name="connsiteY24" fmla="*/ 738251 h 1028973"/>
              <a:gd name="connsiteX25" fmla="*/ 67769 w 813045"/>
              <a:gd name="connsiteY25" fmla="*/ 738160 h 1028973"/>
              <a:gd name="connsiteX26" fmla="*/ 113995 w 813045"/>
              <a:gd name="connsiteY26" fmla="*/ 650798 h 1028973"/>
              <a:gd name="connsiteX27" fmla="*/ 598623 w 813045"/>
              <a:gd name="connsiteY27" fmla="*/ 612131 h 1028973"/>
              <a:gd name="connsiteX28" fmla="*/ 609050 w 813045"/>
              <a:gd name="connsiteY28" fmla="*/ 668845 h 1028973"/>
              <a:gd name="connsiteX29" fmla="*/ 676734 w 813045"/>
              <a:gd name="connsiteY29" fmla="*/ 817870 h 1028973"/>
              <a:gd name="connsiteX30" fmla="*/ 676734 w 813045"/>
              <a:gd name="connsiteY30" fmla="*/ 1004847 h 1028973"/>
              <a:gd name="connsiteX31" fmla="*/ 788919 w 813045"/>
              <a:gd name="connsiteY31" fmla="*/ 1004847 h 1028973"/>
              <a:gd name="connsiteX32" fmla="*/ 787713 w 813045"/>
              <a:gd name="connsiteY32" fmla="*/ 762984 h 1028973"/>
              <a:gd name="connsiteX33" fmla="*/ 787362 w 813045"/>
              <a:gd name="connsiteY33" fmla="*/ 761969 h 1028973"/>
              <a:gd name="connsiteX34" fmla="*/ 776914 w 813045"/>
              <a:gd name="connsiteY34" fmla="*/ 764030 h 1028973"/>
              <a:gd name="connsiteX35" fmla="*/ 764794 w 813045"/>
              <a:gd name="connsiteY35" fmla="*/ 764793 h 1028973"/>
              <a:gd name="connsiteX36" fmla="*/ 672258 w 813045"/>
              <a:gd name="connsiteY36" fmla="*/ 676752 h 1028973"/>
              <a:gd name="connsiteX37" fmla="*/ 679191 w 813045"/>
              <a:gd name="connsiteY37" fmla="*/ 644230 h 1028973"/>
              <a:gd name="connsiteX38" fmla="*/ 613752 w 813045"/>
              <a:gd name="connsiteY38" fmla="*/ 614807 h 1028973"/>
              <a:gd name="connsiteX39" fmla="*/ 214487 w 813045"/>
              <a:gd name="connsiteY39" fmla="*/ 611594 h 1028973"/>
              <a:gd name="connsiteX40" fmla="*/ 194374 w 813045"/>
              <a:gd name="connsiteY40" fmla="*/ 614967 h 1028973"/>
              <a:gd name="connsiteX41" fmla="*/ 135656 w 813045"/>
              <a:gd name="connsiteY41" fmla="*/ 640616 h 1028973"/>
              <a:gd name="connsiteX42" fmla="*/ 139770 w 813045"/>
              <a:gd name="connsiteY42" fmla="*/ 657574 h 1028973"/>
              <a:gd name="connsiteX43" fmla="*/ 141137 w 813045"/>
              <a:gd name="connsiteY43" fmla="*/ 671908 h 1028973"/>
              <a:gd name="connsiteX44" fmla="*/ 48252 w 813045"/>
              <a:gd name="connsiteY44" fmla="*/ 764793 h 1028973"/>
              <a:gd name="connsiteX45" fmla="*/ 36349 w 813045"/>
              <a:gd name="connsiteY45" fmla="*/ 764039 h 1028973"/>
              <a:gd name="connsiteX46" fmla="*/ 25423 w 813045"/>
              <a:gd name="connsiteY46" fmla="*/ 761969 h 1028973"/>
              <a:gd name="connsiteX47" fmla="*/ 25332 w 813045"/>
              <a:gd name="connsiteY47" fmla="*/ 762381 h 1028973"/>
              <a:gd name="connsiteX48" fmla="*/ 24126 w 813045"/>
              <a:gd name="connsiteY48" fmla="*/ 1004847 h 1028973"/>
              <a:gd name="connsiteX49" fmla="*/ 136312 w 813045"/>
              <a:gd name="connsiteY49" fmla="*/ 1004847 h 1028973"/>
              <a:gd name="connsiteX50" fmla="*/ 136312 w 813045"/>
              <a:gd name="connsiteY50" fmla="*/ 817870 h 1028973"/>
              <a:gd name="connsiteX51" fmla="*/ 204251 w 813045"/>
              <a:gd name="connsiteY51" fmla="*/ 668590 h 1028973"/>
              <a:gd name="connsiteX52" fmla="*/ 515090 w 813045"/>
              <a:gd name="connsiteY52" fmla="*/ 601943 h 1028973"/>
              <a:gd name="connsiteX53" fmla="*/ 461739 w 813045"/>
              <a:gd name="connsiteY53" fmla="*/ 617550 h 1028973"/>
              <a:gd name="connsiteX54" fmla="*/ 433309 w 813045"/>
              <a:gd name="connsiteY54" fmla="*/ 620284 h 1028973"/>
              <a:gd name="connsiteX55" fmla="*/ 454172 w 813045"/>
              <a:gd name="connsiteY55" fmla="*/ 641147 h 1028973"/>
              <a:gd name="connsiteX56" fmla="*/ 445728 w 813045"/>
              <a:gd name="connsiteY56" fmla="*/ 661654 h 1028973"/>
              <a:gd name="connsiteX57" fmla="*/ 422808 w 813045"/>
              <a:gd name="connsiteY57" fmla="*/ 644842 h 1028973"/>
              <a:gd name="connsiteX58" fmla="*/ 418586 w 813045"/>
              <a:gd name="connsiteY58" fmla="*/ 640504 h 1028973"/>
              <a:gd name="connsiteX59" fmla="*/ 418586 w 813045"/>
              <a:gd name="connsiteY59" fmla="*/ 689399 h 1028973"/>
              <a:gd name="connsiteX60" fmla="*/ 536200 w 813045"/>
              <a:gd name="connsiteY60" fmla="*/ 689399 h 1028973"/>
              <a:gd name="connsiteX61" fmla="*/ 588674 w 813045"/>
              <a:gd name="connsiteY61" fmla="*/ 741270 h 1028973"/>
              <a:gd name="connsiteX62" fmla="*/ 588674 w 813045"/>
              <a:gd name="connsiteY62" fmla="*/ 817267 h 1028973"/>
              <a:gd name="connsiteX63" fmla="*/ 455981 w 813045"/>
              <a:gd name="connsiteY63" fmla="*/ 949960 h 1028973"/>
              <a:gd name="connsiteX64" fmla="*/ 418586 w 813045"/>
              <a:gd name="connsiteY64" fmla="*/ 949960 h 1028973"/>
              <a:gd name="connsiteX65" fmla="*/ 418586 w 813045"/>
              <a:gd name="connsiteY65" fmla="*/ 1004847 h 1028973"/>
              <a:gd name="connsiteX66" fmla="*/ 652608 w 813045"/>
              <a:gd name="connsiteY66" fmla="*/ 1004847 h 1028973"/>
              <a:gd name="connsiteX67" fmla="*/ 652608 w 813045"/>
              <a:gd name="connsiteY67" fmla="*/ 820886 h 1028973"/>
              <a:gd name="connsiteX68" fmla="*/ 584754 w 813045"/>
              <a:gd name="connsiteY68" fmla="*/ 671267 h 1028973"/>
              <a:gd name="connsiteX69" fmla="*/ 573575 w 813045"/>
              <a:gd name="connsiteY69" fmla="*/ 607700 h 1028973"/>
              <a:gd name="connsiteX70" fmla="*/ 541025 w 813045"/>
              <a:gd name="connsiteY70" fmla="*/ 601943 h 1028973"/>
              <a:gd name="connsiteX71" fmla="*/ 272020 w 813045"/>
              <a:gd name="connsiteY71" fmla="*/ 601943 h 1028973"/>
              <a:gd name="connsiteX72" fmla="*/ 239585 w 813045"/>
              <a:gd name="connsiteY72" fmla="*/ 607384 h 1028973"/>
              <a:gd name="connsiteX73" fmla="*/ 228632 w 813045"/>
              <a:gd name="connsiteY73" fmla="*/ 671267 h 1028973"/>
              <a:gd name="connsiteX74" fmla="*/ 160438 w 813045"/>
              <a:gd name="connsiteY74" fmla="*/ 820886 h 1028973"/>
              <a:gd name="connsiteX75" fmla="*/ 160438 w 813045"/>
              <a:gd name="connsiteY75" fmla="*/ 1004847 h 1028973"/>
              <a:gd name="connsiteX76" fmla="*/ 394460 w 813045"/>
              <a:gd name="connsiteY76" fmla="*/ 1004847 h 1028973"/>
              <a:gd name="connsiteX77" fmla="*/ 394460 w 813045"/>
              <a:gd name="connsiteY77" fmla="*/ 949960 h 1028973"/>
              <a:gd name="connsiteX78" fmla="*/ 357065 w 813045"/>
              <a:gd name="connsiteY78" fmla="*/ 949960 h 1028973"/>
              <a:gd name="connsiteX79" fmla="*/ 224372 w 813045"/>
              <a:gd name="connsiteY79" fmla="*/ 817267 h 1028973"/>
              <a:gd name="connsiteX80" fmla="*/ 224372 w 813045"/>
              <a:gd name="connsiteY80" fmla="*/ 741270 h 1028973"/>
              <a:gd name="connsiteX81" fmla="*/ 276846 w 813045"/>
              <a:gd name="connsiteY81" fmla="*/ 689399 h 1028973"/>
              <a:gd name="connsiteX82" fmla="*/ 394460 w 813045"/>
              <a:gd name="connsiteY82" fmla="*/ 689399 h 1028973"/>
              <a:gd name="connsiteX83" fmla="*/ 394460 w 813045"/>
              <a:gd name="connsiteY83" fmla="*/ 621496 h 1028973"/>
              <a:gd name="connsiteX84" fmla="*/ 353003 w 813045"/>
              <a:gd name="connsiteY84" fmla="*/ 617550 h 1028973"/>
              <a:gd name="connsiteX85" fmla="*/ 297956 w 813045"/>
              <a:gd name="connsiteY85" fmla="*/ 601943 h 1028973"/>
              <a:gd name="connsiteX86" fmla="*/ 312432 w 813045"/>
              <a:gd name="connsiteY86" fmla="*/ 514229 h 1028973"/>
              <a:gd name="connsiteX87" fmla="*/ 312432 w 813045"/>
              <a:gd name="connsiteY87" fmla="*/ 580337 h 1028973"/>
              <a:gd name="connsiteX88" fmla="*/ 384357 w 813045"/>
              <a:gd name="connsiteY88" fmla="*/ 597919 h 1028973"/>
              <a:gd name="connsiteX89" fmla="*/ 491868 w 813045"/>
              <a:gd name="connsiteY89" fmla="*/ 584442 h 1028973"/>
              <a:gd name="connsiteX90" fmla="*/ 500615 w 813045"/>
              <a:gd name="connsiteY90" fmla="*/ 581736 h 1028973"/>
              <a:gd name="connsiteX91" fmla="*/ 500615 w 813045"/>
              <a:gd name="connsiteY91" fmla="*/ 514600 h 1028973"/>
              <a:gd name="connsiteX92" fmla="*/ 497956 w 813045"/>
              <a:gd name="connsiteY92" fmla="*/ 516088 h 1028973"/>
              <a:gd name="connsiteX93" fmla="*/ 482076 w 813045"/>
              <a:gd name="connsiteY93" fmla="*/ 521038 h 1028973"/>
              <a:gd name="connsiteX94" fmla="*/ 481313 w 813045"/>
              <a:gd name="connsiteY94" fmla="*/ 521724 h 1028973"/>
              <a:gd name="connsiteX95" fmla="*/ 480714 w 813045"/>
              <a:gd name="connsiteY95" fmla="*/ 521462 h 1028973"/>
              <a:gd name="connsiteX96" fmla="*/ 454419 w 813045"/>
              <a:gd name="connsiteY96" fmla="*/ 529657 h 1028973"/>
              <a:gd name="connsiteX97" fmla="*/ 407729 w 813045"/>
              <a:gd name="connsiteY97" fmla="*/ 534390 h 1028973"/>
              <a:gd name="connsiteX98" fmla="*/ 360096 w 813045"/>
              <a:gd name="connsiteY98" fmla="*/ 529681 h 1028973"/>
              <a:gd name="connsiteX99" fmla="*/ 332702 w 813045"/>
              <a:gd name="connsiteY99" fmla="*/ 521300 h 1028973"/>
              <a:gd name="connsiteX100" fmla="*/ 331732 w 813045"/>
              <a:gd name="connsiteY100" fmla="*/ 521724 h 1028973"/>
              <a:gd name="connsiteX101" fmla="*/ 330518 w 813045"/>
              <a:gd name="connsiteY101" fmla="*/ 520632 h 1028973"/>
              <a:gd name="connsiteX102" fmla="*/ 315947 w 813045"/>
              <a:gd name="connsiteY102" fmla="*/ 516173 h 1028973"/>
              <a:gd name="connsiteX103" fmla="*/ 481208 w 813045"/>
              <a:gd name="connsiteY103" fmla="*/ 395392 h 1028973"/>
              <a:gd name="connsiteX104" fmla="*/ 402904 w 813045"/>
              <a:gd name="connsiteY104" fmla="*/ 407125 h 1028973"/>
              <a:gd name="connsiteX105" fmla="*/ 331831 w 813045"/>
              <a:gd name="connsiteY105" fmla="*/ 396426 h 1028973"/>
              <a:gd name="connsiteX106" fmla="*/ 342819 w 813045"/>
              <a:gd name="connsiteY106" fmla="*/ 499314 h 1028973"/>
              <a:gd name="connsiteX107" fmla="*/ 364916 w 813045"/>
              <a:gd name="connsiteY107" fmla="*/ 506048 h 1028973"/>
              <a:gd name="connsiteX108" fmla="*/ 407729 w 813045"/>
              <a:gd name="connsiteY108" fmla="*/ 510264 h 1028973"/>
              <a:gd name="connsiteX109" fmla="*/ 449572 w 813045"/>
              <a:gd name="connsiteY109" fmla="*/ 506023 h 1028973"/>
              <a:gd name="connsiteX110" fmla="*/ 470186 w 813045"/>
              <a:gd name="connsiteY110" fmla="*/ 499600 h 1028973"/>
              <a:gd name="connsiteX111" fmla="*/ 203801 w 813045"/>
              <a:gd name="connsiteY111" fmla="*/ 351768 h 1028973"/>
              <a:gd name="connsiteX112" fmla="*/ 213581 w 813045"/>
              <a:gd name="connsiteY112" fmla="*/ 383292 h 1028973"/>
              <a:gd name="connsiteX113" fmla="*/ 258374 w 813045"/>
              <a:gd name="connsiteY113" fmla="*/ 449421 h 1028973"/>
              <a:gd name="connsiteX114" fmla="*/ 317414 w 813045"/>
              <a:gd name="connsiteY114" fmla="*/ 488751 h 1028973"/>
              <a:gd name="connsiteX115" fmla="*/ 307631 w 813045"/>
              <a:gd name="connsiteY115" fmla="*/ 392783 h 1028973"/>
              <a:gd name="connsiteX116" fmla="*/ 290718 w 813045"/>
              <a:gd name="connsiteY116" fmla="*/ 390237 h 1028973"/>
              <a:gd name="connsiteX117" fmla="*/ 235304 w 813045"/>
              <a:gd name="connsiteY117" fmla="*/ 368957 h 1028973"/>
              <a:gd name="connsiteX118" fmla="*/ 610029 w 813045"/>
              <a:gd name="connsiteY118" fmla="*/ 348983 h 1028973"/>
              <a:gd name="connsiteX119" fmla="*/ 517125 w 813045"/>
              <a:gd name="connsiteY119" fmla="*/ 390011 h 1028973"/>
              <a:gd name="connsiteX120" fmla="*/ 505982 w 813045"/>
              <a:gd name="connsiteY120" fmla="*/ 391680 h 1028973"/>
              <a:gd name="connsiteX121" fmla="*/ 495681 w 813045"/>
              <a:gd name="connsiteY121" fmla="*/ 489077 h 1028973"/>
              <a:gd name="connsiteX122" fmla="*/ 554747 w 813045"/>
              <a:gd name="connsiteY122" fmla="*/ 449195 h 1028973"/>
              <a:gd name="connsiteX123" fmla="*/ 599418 w 813045"/>
              <a:gd name="connsiteY123" fmla="*/ 383037 h 1028973"/>
              <a:gd name="connsiteX124" fmla="*/ 198515 w 813045"/>
              <a:gd name="connsiteY124" fmla="*/ 220752 h 1028973"/>
              <a:gd name="connsiteX125" fmla="*/ 197230 w 813045"/>
              <a:gd name="connsiteY125" fmla="*/ 233419 h 1028973"/>
              <a:gd name="connsiteX126" fmla="*/ 197230 w 813045"/>
              <a:gd name="connsiteY126" fmla="*/ 302178 h 1028973"/>
              <a:gd name="connsiteX127" fmla="*/ 199127 w 813045"/>
              <a:gd name="connsiteY127" fmla="*/ 321061 h 1028973"/>
              <a:gd name="connsiteX128" fmla="*/ 297984 w 813045"/>
              <a:gd name="connsiteY128" fmla="*/ 367647 h 1028973"/>
              <a:gd name="connsiteX129" fmla="*/ 510576 w 813045"/>
              <a:gd name="connsiteY129" fmla="*/ 367402 h 1028973"/>
              <a:gd name="connsiteX130" fmla="*/ 613947 w 813045"/>
              <a:gd name="connsiteY130" fmla="*/ 320616 h 1028973"/>
              <a:gd name="connsiteX131" fmla="*/ 615816 w 813045"/>
              <a:gd name="connsiteY131" fmla="*/ 302178 h 1028973"/>
              <a:gd name="connsiteX132" fmla="*/ 615816 w 813045"/>
              <a:gd name="connsiteY132" fmla="*/ 233419 h 1028973"/>
              <a:gd name="connsiteX133" fmla="*/ 614531 w 813045"/>
              <a:gd name="connsiteY133" fmla="*/ 220752 h 1028973"/>
              <a:gd name="connsiteX134" fmla="*/ 513280 w 813045"/>
              <a:gd name="connsiteY134" fmla="*/ 220752 h 1028973"/>
              <a:gd name="connsiteX135" fmla="*/ 299765 w 813045"/>
              <a:gd name="connsiteY135" fmla="*/ 220752 h 1028973"/>
              <a:gd name="connsiteX136" fmla="*/ 273407 w 813045"/>
              <a:gd name="connsiteY136" fmla="*/ 75623 h 1028973"/>
              <a:gd name="connsiteX137" fmla="*/ 258676 w 813045"/>
              <a:gd name="connsiteY137" fmla="*/ 85572 h 1028973"/>
              <a:gd name="connsiteX138" fmla="*/ 201498 w 813045"/>
              <a:gd name="connsiteY138" fmla="*/ 191350 h 1028973"/>
              <a:gd name="connsiteX139" fmla="*/ 200963 w 813045"/>
              <a:gd name="connsiteY139" fmla="*/ 196626 h 1028973"/>
              <a:gd name="connsiteX140" fmla="*/ 286289 w 813045"/>
              <a:gd name="connsiteY140" fmla="*/ 196626 h 1028973"/>
              <a:gd name="connsiteX141" fmla="*/ 539638 w 813045"/>
              <a:gd name="connsiteY141" fmla="*/ 75622 h 1028973"/>
              <a:gd name="connsiteX142" fmla="*/ 526756 w 813045"/>
              <a:gd name="connsiteY142" fmla="*/ 196626 h 1028973"/>
              <a:gd name="connsiteX143" fmla="*/ 612083 w 813045"/>
              <a:gd name="connsiteY143" fmla="*/ 196626 h 1028973"/>
              <a:gd name="connsiteX144" fmla="*/ 611548 w 813045"/>
              <a:gd name="connsiteY144" fmla="*/ 191350 h 1028973"/>
              <a:gd name="connsiteX145" fmla="*/ 554370 w 813045"/>
              <a:gd name="connsiteY145" fmla="*/ 85572 h 1028973"/>
              <a:gd name="connsiteX146" fmla="*/ 327737 w 813045"/>
              <a:gd name="connsiteY146" fmla="*/ 39843 h 1028973"/>
              <a:gd name="connsiteX147" fmla="*/ 325220 w 813045"/>
              <a:gd name="connsiteY147" fmla="*/ 40628 h 1028973"/>
              <a:gd name="connsiteX148" fmla="*/ 296154 w 813045"/>
              <a:gd name="connsiteY148" fmla="*/ 60259 h 1028973"/>
              <a:gd name="connsiteX149" fmla="*/ 310672 w 813045"/>
              <a:gd name="connsiteY149" fmla="*/ 196626 h 1028973"/>
              <a:gd name="connsiteX150" fmla="*/ 502373 w 813045"/>
              <a:gd name="connsiteY150" fmla="*/ 196626 h 1028973"/>
              <a:gd name="connsiteX151" fmla="*/ 516891 w 813045"/>
              <a:gd name="connsiteY151" fmla="*/ 60259 h 1028973"/>
              <a:gd name="connsiteX152" fmla="*/ 487825 w 813045"/>
              <a:gd name="connsiteY152" fmla="*/ 40628 h 1028973"/>
              <a:gd name="connsiteX153" fmla="*/ 485309 w 813045"/>
              <a:gd name="connsiteY153" fmla="*/ 39843 h 1028973"/>
              <a:gd name="connsiteX154" fmla="*/ 471663 w 813045"/>
              <a:gd name="connsiteY154" fmla="*/ 141137 h 1028973"/>
              <a:gd name="connsiteX155" fmla="*/ 459600 w 813045"/>
              <a:gd name="connsiteY155" fmla="*/ 151390 h 1028973"/>
              <a:gd name="connsiteX156" fmla="*/ 353446 w 813045"/>
              <a:gd name="connsiteY156" fmla="*/ 151390 h 1028973"/>
              <a:gd name="connsiteX157" fmla="*/ 341383 w 813045"/>
              <a:gd name="connsiteY157" fmla="*/ 141137 h 1028973"/>
              <a:gd name="connsiteX158" fmla="*/ 406523 w 813045"/>
              <a:gd name="connsiteY158" fmla="*/ 24126 h 1028973"/>
              <a:gd name="connsiteX159" fmla="*/ 364454 w 813045"/>
              <a:gd name="connsiteY159" fmla="*/ 28394 h 1028973"/>
              <a:gd name="connsiteX160" fmla="*/ 351306 w 813045"/>
              <a:gd name="connsiteY160" fmla="*/ 32494 h 1028973"/>
              <a:gd name="connsiteX161" fmla="*/ 364303 w 813045"/>
              <a:gd name="connsiteY161" fmla="*/ 127264 h 1028973"/>
              <a:gd name="connsiteX162" fmla="*/ 449347 w 813045"/>
              <a:gd name="connsiteY162" fmla="*/ 127264 h 1028973"/>
              <a:gd name="connsiteX163" fmla="*/ 461800 w 813045"/>
              <a:gd name="connsiteY163" fmla="*/ 32513 h 1028973"/>
              <a:gd name="connsiteX164" fmla="*/ 448591 w 813045"/>
              <a:gd name="connsiteY164" fmla="*/ 28394 h 1028973"/>
              <a:gd name="connsiteX165" fmla="*/ 406523 w 813045"/>
              <a:gd name="connsiteY165" fmla="*/ 24126 h 1028973"/>
              <a:gd name="connsiteX166" fmla="*/ 406523 w 813045"/>
              <a:gd name="connsiteY166" fmla="*/ 0 h 1028973"/>
              <a:gd name="connsiteX167" fmla="*/ 453611 w 813045"/>
              <a:gd name="connsiteY167" fmla="*/ 4761 h 1028973"/>
              <a:gd name="connsiteX168" fmla="*/ 475939 w 813045"/>
              <a:gd name="connsiteY168" fmla="*/ 11711 h 1028973"/>
              <a:gd name="connsiteX169" fmla="*/ 477092 w 813045"/>
              <a:gd name="connsiteY169" fmla="*/ 11460 h 1028973"/>
              <a:gd name="connsiteX170" fmla="*/ 480203 w 813045"/>
              <a:gd name="connsiteY170" fmla="*/ 13038 h 1028973"/>
              <a:gd name="connsiteX171" fmla="*/ 497448 w 813045"/>
              <a:gd name="connsiteY171" fmla="*/ 18406 h 1028973"/>
              <a:gd name="connsiteX172" fmla="*/ 528122 w 813045"/>
              <a:gd name="connsiteY172" fmla="*/ 39132 h 1028973"/>
              <a:gd name="connsiteX173" fmla="*/ 531526 w 813045"/>
              <a:gd name="connsiteY173" fmla="*/ 38300 h 1028973"/>
              <a:gd name="connsiteX174" fmla="*/ 539479 w 813045"/>
              <a:gd name="connsiteY174" fmla="*/ 42069 h 1028973"/>
              <a:gd name="connsiteX175" fmla="*/ 541255 w 813045"/>
              <a:gd name="connsiteY175" fmla="*/ 48006 h 1028973"/>
              <a:gd name="connsiteX176" fmla="*/ 571635 w 813045"/>
              <a:gd name="connsiteY176" fmla="*/ 68533 h 1028973"/>
              <a:gd name="connsiteX177" fmla="*/ 635205 w 813045"/>
              <a:gd name="connsiteY177" fmla="*/ 186504 h 1028973"/>
              <a:gd name="connsiteX178" fmla="*/ 637051 w 813045"/>
              <a:gd name="connsiteY178" fmla="*/ 204790 h 1028973"/>
              <a:gd name="connsiteX179" fmla="*/ 638434 w 813045"/>
              <a:gd name="connsiteY179" fmla="*/ 208689 h 1028973"/>
              <a:gd name="connsiteX180" fmla="*/ 637664 w 813045"/>
              <a:gd name="connsiteY180" fmla="*/ 210860 h 1028973"/>
              <a:gd name="connsiteX181" fmla="*/ 639941 w 813045"/>
              <a:gd name="connsiteY181" fmla="*/ 233419 h 1028973"/>
              <a:gd name="connsiteX182" fmla="*/ 639941 w 813045"/>
              <a:gd name="connsiteY182" fmla="*/ 302178 h 1028973"/>
              <a:gd name="connsiteX183" fmla="*/ 636737 w 813045"/>
              <a:gd name="connsiteY183" fmla="*/ 323258 h 1028973"/>
              <a:gd name="connsiteX184" fmla="*/ 638274 w 813045"/>
              <a:gd name="connsiteY184" fmla="*/ 331006 h 1028973"/>
              <a:gd name="connsiteX185" fmla="*/ 634807 w 813045"/>
              <a:gd name="connsiteY185" fmla="*/ 335962 h 1028973"/>
              <a:gd name="connsiteX186" fmla="*/ 629469 w 813045"/>
              <a:gd name="connsiteY186" fmla="*/ 371090 h 1028973"/>
              <a:gd name="connsiteX187" fmla="*/ 541988 w 813045"/>
              <a:gd name="connsiteY187" fmla="*/ 491442 h 1028973"/>
              <a:gd name="connsiteX188" fmla="*/ 524741 w 813045"/>
              <a:gd name="connsiteY188" fmla="*/ 501096 h 1028973"/>
              <a:gd name="connsiteX189" fmla="*/ 524741 w 813045"/>
              <a:gd name="connsiteY189" fmla="*/ 577817 h 1028973"/>
              <a:gd name="connsiteX190" fmla="*/ 541628 w 813045"/>
              <a:gd name="connsiteY190" fmla="*/ 577817 h 1028973"/>
              <a:gd name="connsiteX191" fmla="*/ 577962 w 813045"/>
              <a:gd name="connsiteY191" fmla="*/ 584078 h 1028973"/>
              <a:gd name="connsiteX192" fmla="*/ 583246 w 813045"/>
              <a:gd name="connsiteY192" fmla="*/ 582114 h 1028973"/>
              <a:gd name="connsiteX193" fmla="*/ 591539 w 813045"/>
              <a:gd name="connsiteY193" fmla="*/ 585027 h 1028973"/>
              <a:gd name="connsiteX194" fmla="*/ 592162 w 813045"/>
              <a:gd name="connsiteY194" fmla="*/ 586525 h 1028973"/>
              <a:gd name="connsiteX195" fmla="*/ 622186 w 813045"/>
              <a:gd name="connsiteY195" fmla="*/ 591699 h 1028973"/>
              <a:gd name="connsiteX196" fmla="*/ 697494 w 813045"/>
              <a:gd name="connsiteY196" fmla="*/ 625748 h 1028973"/>
              <a:gd name="connsiteX197" fmla="*/ 698448 w 813045"/>
              <a:gd name="connsiteY197" fmla="*/ 625465 h 1028973"/>
              <a:gd name="connsiteX198" fmla="*/ 701735 w 813045"/>
              <a:gd name="connsiteY198" fmla="*/ 627665 h 1028973"/>
              <a:gd name="connsiteX199" fmla="*/ 707042 w 813045"/>
              <a:gd name="connsiteY199" fmla="*/ 630065 h 1028973"/>
              <a:gd name="connsiteX200" fmla="*/ 745002 w 813045"/>
              <a:gd name="connsiteY200" fmla="*/ 656892 h 1028973"/>
              <a:gd name="connsiteX201" fmla="*/ 765510 w 813045"/>
              <a:gd name="connsiteY201" fmla="*/ 676987 h 1028973"/>
              <a:gd name="connsiteX202" fmla="*/ 769544 w 813045"/>
              <a:gd name="connsiteY202" fmla="*/ 680654 h 1028973"/>
              <a:gd name="connsiteX203" fmla="*/ 770425 w 813045"/>
              <a:gd name="connsiteY203" fmla="*/ 681804 h 1028973"/>
              <a:gd name="connsiteX204" fmla="*/ 776743 w 813045"/>
              <a:gd name="connsiteY204" fmla="*/ 687995 h 1028973"/>
              <a:gd name="connsiteX205" fmla="*/ 787020 w 813045"/>
              <a:gd name="connsiteY205" fmla="*/ 703468 h 1028973"/>
              <a:gd name="connsiteX206" fmla="*/ 793020 w 813045"/>
              <a:gd name="connsiteY206" fmla="*/ 711301 h 1028973"/>
              <a:gd name="connsiteX207" fmla="*/ 794809 w 813045"/>
              <a:gd name="connsiteY207" fmla="*/ 715196 h 1028973"/>
              <a:gd name="connsiteX208" fmla="*/ 799832 w 813045"/>
              <a:gd name="connsiteY208" fmla="*/ 722760 h 1028973"/>
              <a:gd name="connsiteX209" fmla="*/ 803300 w 813045"/>
              <a:gd name="connsiteY209" fmla="*/ 733679 h 1028973"/>
              <a:gd name="connsiteX210" fmla="*/ 807618 w 813045"/>
              <a:gd name="connsiteY210" fmla="*/ 743079 h 1028973"/>
              <a:gd name="connsiteX211" fmla="*/ 807055 w 813045"/>
              <a:gd name="connsiteY211" fmla="*/ 745504 h 1028973"/>
              <a:gd name="connsiteX212" fmla="*/ 811839 w 813045"/>
              <a:gd name="connsiteY212" fmla="*/ 760571 h 1028973"/>
              <a:gd name="connsiteX213" fmla="*/ 813045 w 813045"/>
              <a:gd name="connsiteY213" fmla="*/ 1017513 h 1028973"/>
              <a:gd name="connsiteX214" fmla="*/ 800982 w 813045"/>
              <a:gd name="connsiteY214" fmla="*/ 1028973 h 1028973"/>
              <a:gd name="connsiteX215" fmla="*/ 12063 w 813045"/>
              <a:gd name="connsiteY215" fmla="*/ 1028973 h 1028973"/>
              <a:gd name="connsiteX216" fmla="*/ 0 w 813045"/>
              <a:gd name="connsiteY216" fmla="*/ 1016910 h 1028973"/>
              <a:gd name="connsiteX217" fmla="*/ 1206 w 813045"/>
              <a:gd name="connsiteY217" fmla="*/ 762381 h 1028973"/>
              <a:gd name="connsiteX218" fmla="*/ 4353 w 813045"/>
              <a:gd name="connsiteY218" fmla="*/ 747249 h 1028973"/>
              <a:gd name="connsiteX219" fmla="*/ 3016 w 813045"/>
              <a:gd name="connsiteY219" fmla="*/ 743683 h 1028973"/>
              <a:gd name="connsiteX220" fmla="*/ 7161 w 813045"/>
              <a:gd name="connsiteY220" fmla="*/ 733751 h 1028973"/>
              <a:gd name="connsiteX221" fmla="*/ 9231 w 813045"/>
              <a:gd name="connsiteY221" fmla="*/ 723799 h 1028973"/>
              <a:gd name="connsiteX222" fmla="*/ 15802 w 813045"/>
              <a:gd name="connsiteY222" fmla="*/ 713046 h 1028973"/>
              <a:gd name="connsiteX223" fmla="*/ 20262 w 813045"/>
              <a:gd name="connsiteY223" fmla="*/ 702358 h 1028973"/>
              <a:gd name="connsiteX224" fmla="*/ 27712 w 813045"/>
              <a:gd name="connsiteY224" fmla="*/ 693554 h 1028973"/>
              <a:gd name="connsiteX225" fmla="*/ 30798 w 813045"/>
              <a:gd name="connsiteY225" fmla="*/ 688504 h 1028973"/>
              <a:gd name="connsiteX226" fmla="*/ 37810 w 813045"/>
              <a:gd name="connsiteY226" fmla="*/ 681623 h 1028973"/>
              <a:gd name="connsiteX227" fmla="*/ 49157 w 813045"/>
              <a:gd name="connsiteY227" fmla="*/ 668214 h 1028973"/>
              <a:gd name="connsiteX228" fmla="*/ 61335 w 813045"/>
              <a:gd name="connsiteY228" fmla="*/ 658532 h 1028973"/>
              <a:gd name="connsiteX229" fmla="*/ 62826 w 813045"/>
              <a:gd name="connsiteY229" fmla="*/ 657069 h 1028973"/>
              <a:gd name="connsiteX230" fmla="*/ 65361 w 813045"/>
              <a:gd name="connsiteY230" fmla="*/ 655332 h 1028973"/>
              <a:gd name="connsiteX231" fmla="*/ 82575 w 813045"/>
              <a:gd name="connsiteY231" fmla="*/ 641647 h 1028973"/>
              <a:gd name="connsiteX232" fmla="*/ 113392 w 813045"/>
              <a:gd name="connsiteY232" fmla="*/ 623053 h 1028973"/>
              <a:gd name="connsiteX233" fmla="*/ 117599 w 813045"/>
              <a:gd name="connsiteY233" fmla="*/ 623403 h 1028973"/>
              <a:gd name="connsiteX234" fmla="*/ 190859 w 813045"/>
              <a:gd name="connsiteY234" fmla="*/ 591642 h 1028973"/>
              <a:gd name="connsiteX235" fmla="*/ 227890 w 813045"/>
              <a:gd name="connsiteY235" fmla="*/ 582806 h 1028973"/>
              <a:gd name="connsiteX236" fmla="*/ 230252 w 813045"/>
              <a:gd name="connsiteY236" fmla="*/ 582038 h 1028973"/>
              <a:gd name="connsiteX237" fmla="*/ 230580 w 813045"/>
              <a:gd name="connsiteY237" fmla="*/ 582164 h 1028973"/>
              <a:gd name="connsiteX238" fmla="*/ 233913 w 813045"/>
              <a:gd name="connsiteY238" fmla="*/ 581369 h 1028973"/>
              <a:gd name="connsiteX239" fmla="*/ 272020 w 813045"/>
              <a:gd name="connsiteY239" fmla="*/ 577817 h 1028973"/>
              <a:gd name="connsiteX240" fmla="*/ 288306 w 813045"/>
              <a:gd name="connsiteY240" fmla="*/ 578119 h 1028973"/>
              <a:gd name="connsiteX241" fmla="*/ 288306 w 813045"/>
              <a:gd name="connsiteY241" fmla="*/ 500883 h 1028973"/>
              <a:gd name="connsiteX242" fmla="*/ 271545 w 813045"/>
              <a:gd name="connsiteY242" fmla="*/ 491611 h 1028973"/>
              <a:gd name="connsiteX243" fmla="*/ 184088 w 813045"/>
              <a:gd name="connsiteY243" fmla="*/ 371314 h 1028973"/>
              <a:gd name="connsiteX244" fmla="*/ 178921 w 813045"/>
              <a:gd name="connsiteY244" fmla="*/ 336906 h 1028973"/>
              <a:gd name="connsiteX245" fmla="*/ 174866 w 813045"/>
              <a:gd name="connsiteY245" fmla="*/ 331015 h 1028973"/>
              <a:gd name="connsiteX246" fmla="*/ 176764 w 813045"/>
              <a:gd name="connsiteY246" fmla="*/ 322536 h 1028973"/>
              <a:gd name="connsiteX247" fmla="*/ 173707 w 813045"/>
              <a:gd name="connsiteY247" fmla="*/ 302178 h 1028973"/>
              <a:gd name="connsiteX248" fmla="*/ 173707 w 813045"/>
              <a:gd name="connsiteY248" fmla="*/ 233419 h 1028973"/>
              <a:gd name="connsiteX249" fmla="*/ 175893 w 813045"/>
              <a:gd name="connsiteY249" fmla="*/ 211760 h 1028973"/>
              <a:gd name="connsiteX250" fmla="*/ 174762 w 813045"/>
              <a:gd name="connsiteY250" fmla="*/ 208689 h 1028973"/>
              <a:gd name="connsiteX251" fmla="*/ 176747 w 813045"/>
              <a:gd name="connsiteY251" fmla="*/ 203300 h 1028973"/>
              <a:gd name="connsiteX252" fmla="*/ 178441 w 813045"/>
              <a:gd name="connsiteY252" fmla="*/ 186504 h 1028973"/>
              <a:gd name="connsiteX253" fmla="*/ 241938 w 813045"/>
              <a:gd name="connsiteY253" fmla="*/ 68533 h 1028973"/>
              <a:gd name="connsiteX254" fmla="*/ 271776 w 813045"/>
              <a:gd name="connsiteY254" fmla="*/ 48323 h 1028973"/>
              <a:gd name="connsiteX255" fmla="*/ 273820 w 813045"/>
              <a:gd name="connsiteY255" fmla="*/ 42069 h 1028973"/>
              <a:gd name="connsiteX256" fmla="*/ 281746 w 813045"/>
              <a:gd name="connsiteY256" fmla="*/ 38300 h 1028973"/>
              <a:gd name="connsiteX257" fmla="*/ 285279 w 813045"/>
              <a:gd name="connsiteY257" fmla="*/ 39178 h 1028973"/>
              <a:gd name="connsiteX258" fmla="*/ 315947 w 813045"/>
              <a:gd name="connsiteY258" fmla="*/ 18406 h 1028973"/>
              <a:gd name="connsiteX259" fmla="*/ 335245 w 813045"/>
              <a:gd name="connsiteY259" fmla="*/ 12378 h 1028973"/>
              <a:gd name="connsiteX260" fmla="*/ 335955 w 813045"/>
              <a:gd name="connsiteY260" fmla="*/ 11459 h 1028973"/>
              <a:gd name="connsiteX261" fmla="*/ 337209 w 813045"/>
              <a:gd name="connsiteY261" fmla="*/ 11765 h 1028973"/>
              <a:gd name="connsiteX262" fmla="*/ 359634 w 813045"/>
              <a:gd name="connsiteY262" fmla="*/ 4761 h 1028973"/>
              <a:gd name="connsiteX263" fmla="*/ 406523 w 813045"/>
              <a:gd name="connsiteY263" fmla="*/ 0 h 1028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</a:cxnLst>
            <a:rect l="l" t="t" r="r" b="b"/>
            <a:pathLst>
              <a:path w="813045" h="1028973">
                <a:moveTo>
                  <a:pt x="418586" y="713525"/>
                </a:moveTo>
                <a:lnTo>
                  <a:pt x="418586" y="925834"/>
                </a:lnTo>
                <a:lnTo>
                  <a:pt x="455981" y="925834"/>
                </a:lnTo>
                <a:cubicBezTo>
                  <a:pt x="515693" y="925834"/>
                  <a:pt x="564548" y="877582"/>
                  <a:pt x="564548" y="817267"/>
                </a:cubicBezTo>
                <a:lnTo>
                  <a:pt x="564548" y="741270"/>
                </a:lnTo>
                <a:cubicBezTo>
                  <a:pt x="564548" y="726191"/>
                  <a:pt x="551882" y="713525"/>
                  <a:pt x="536200" y="713525"/>
                </a:cubicBezTo>
                <a:close/>
                <a:moveTo>
                  <a:pt x="276846" y="713525"/>
                </a:moveTo>
                <a:cubicBezTo>
                  <a:pt x="261164" y="713525"/>
                  <a:pt x="248498" y="726191"/>
                  <a:pt x="248498" y="741270"/>
                </a:cubicBezTo>
                <a:lnTo>
                  <a:pt x="248498" y="817267"/>
                </a:lnTo>
                <a:cubicBezTo>
                  <a:pt x="248498" y="877582"/>
                  <a:pt x="297353" y="925834"/>
                  <a:pt x="357065" y="925834"/>
                </a:cubicBezTo>
                <a:lnTo>
                  <a:pt x="394460" y="925834"/>
                </a:lnTo>
                <a:lnTo>
                  <a:pt x="394460" y="713525"/>
                </a:lnTo>
                <a:close/>
                <a:moveTo>
                  <a:pt x="698443" y="654581"/>
                </a:moveTo>
                <a:lnTo>
                  <a:pt x="698203" y="689672"/>
                </a:lnTo>
                <a:cubicBezTo>
                  <a:pt x="704272" y="712159"/>
                  <a:pt x="721725" y="730611"/>
                  <a:pt x="744080" y="737868"/>
                </a:cubicBezTo>
                <a:lnTo>
                  <a:pt x="779569" y="739421"/>
                </a:lnTo>
                <a:lnTo>
                  <a:pt x="778693" y="736887"/>
                </a:lnTo>
                <a:lnTo>
                  <a:pt x="750911" y="696764"/>
                </a:lnTo>
                <a:lnTo>
                  <a:pt x="743778" y="690091"/>
                </a:lnTo>
                <a:lnTo>
                  <a:pt x="705219" y="659232"/>
                </a:lnTo>
                <a:close/>
                <a:moveTo>
                  <a:pt x="113995" y="650798"/>
                </a:moveTo>
                <a:lnTo>
                  <a:pt x="62427" y="690182"/>
                </a:lnTo>
                <a:lnTo>
                  <a:pt x="57922" y="694544"/>
                </a:lnTo>
                <a:lnTo>
                  <a:pt x="31244" y="735650"/>
                </a:lnTo>
                <a:lnTo>
                  <a:pt x="30669" y="738251"/>
                </a:lnTo>
                <a:lnTo>
                  <a:pt x="67769" y="738160"/>
                </a:lnTo>
                <a:cubicBezTo>
                  <a:pt x="103025" y="727699"/>
                  <a:pt x="126661" y="689248"/>
                  <a:pt x="113995" y="650798"/>
                </a:cubicBezTo>
                <a:close/>
                <a:moveTo>
                  <a:pt x="598623" y="612131"/>
                </a:moveTo>
                <a:lnTo>
                  <a:pt x="609050" y="668845"/>
                </a:lnTo>
                <a:cubicBezTo>
                  <a:pt x="632290" y="743118"/>
                  <a:pt x="676734" y="810180"/>
                  <a:pt x="676734" y="817870"/>
                </a:cubicBezTo>
                <a:lnTo>
                  <a:pt x="676734" y="1004847"/>
                </a:lnTo>
                <a:lnTo>
                  <a:pt x="788919" y="1004847"/>
                </a:lnTo>
                <a:lnTo>
                  <a:pt x="787713" y="762984"/>
                </a:lnTo>
                <a:lnTo>
                  <a:pt x="787362" y="761969"/>
                </a:lnTo>
                <a:lnTo>
                  <a:pt x="776914" y="764030"/>
                </a:lnTo>
                <a:cubicBezTo>
                  <a:pt x="771919" y="764605"/>
                  <a:pt x="767508" y="764793"/>
                  <a:pt x="764794" y="764793"/>
                </a:cubicBezTo>
                <a:cubicBezTo>
                  <a:pt x="712320" y="764793"/>
                  <a:pt x="674774" y="723062"/>
                  <a:pt x="672258" y="676752"/>
                </a:cubicBezTo>
                <a:lnTo>
                  <a:pt x="679191" y="644230"/>
                </a:lnTo>
                <a:lnTo>
                  <a:pt x="613752" y="614807"/>
                </a:lnTo>
                <a:close/>
                <a:moveTo>
                  <a:pt x="214487" y="611594"/>
                </a:moveTo>
                <a:lnTo>
                  <a:pt x="194374" y="614967"/>
                </a:lnTo>
                <a:lnTo>
                  <a:pt x="135656" y="640616"/>
                </a:lnTo>
                <a:lnTo>
                  <a:pt x="139770" y="657574"/>
                </a:lnTo>
                <a:cubicBezTo>
                  <a:pt x="140722" y="663615"/>
                  <a:pt x="141137" y="668892"/>
                  <a:pt x="141137" y="671908"/>
                </a:cubicBezTo>
                <a:cubicBezTo>
                  <a:pt x="141137" y="723176"/>
                  <a:pt x="99519" y="764793"/>
                  <a:pt x="48252" y="764793"/>
                </a:cubicBezTo>
                <a:cubicBezTo>
                  <a:pt x="45689" y="764793"/>
                  <a:pt x="41353" y="764605"/>
                  <a:pt x="36349" y="764039"/>
                </a:cubicBezTo>
                <a:lnTo>
                  <a:pt x="25423" y="761969"/>
                </a:lnTo>
                <a:lnTo>
                  <a:pt x="25332" y="762381"/>
                </a:lnTo>
                <a:lnTo>
                  <a:pt x="24126" y="1004847"/>
                </a:lnTo>
                <a:lnTo>
                  <a:pt x="136312" y="1004847"/>
                </a:lnTo>
                <a:lnTo>
                  <a:pt x="136312" y="817870"/>
                </a:lnTo>
                <a:cubicBezTo>
                  <a:pt x="136312" y="810180"/>
                  <a:pt x="181096" y="743117"/>
                  <a:pt x="204251" y="668590"/>
                </a:cubicBezTo>
                <a:close/>
                <a:moveTo>
                  <a:pt x="515090" y="601943"/>
                </a:moveTo>
                <a:cubicBezTo>
                  <a:pt x="497448" y="608879"/>
                  <a:pt x="479655" y="614081"/>
                  <a:pt x="461739" y="617550"/>
                </a:cubicBezTo>
                <a:lnTo>
                  <a:pt x="433309" y="620284"/>
                </a:lnTo>
                <a:lnTo>
                  <a:pt x="454172" y="641147"/>
                </a:lnTo>
                <a:cubicBezTo>
                  <a:pt x="462013" y="648385"/>
                  <a:pt x="456584" y="661654"/>
                  <a:pt x="445728" y="661654"/>
                </a:cubicBezTo>
                <a:cubicBezTo>
                  <a:pt x="440902" y="661654"/>
                  <a:pt x="432006" y="653964"/>
                  <a:pt x="422808" y="644842"/>
                </a:cubicBezTo>
                <a:lnTo>
                  <a:pt x="418586" y="640504"/>
                </a:lnTo>
                <a:lnTo>
                  <a:pt x="418586" y="689399"/>
                </a:lnTo>
                <a:lnTo>
                  <a:pt x="536200" y="689399"/>
                </a:lnTo>
                <a:cubicBezTo>
                  <a:pt x="565151" y="689399"/>
                  <a:pt x="588674" y="712922"/>
                  <a:pt x="588674" y="741270"/>
                </a:cubicBezTo>
                <a:lnTo>
                  <a:pt x="588674" y="817267"/>
                </a:lnTo>
                <a:cubicBezTo>
                  <a:pt x="588674" y="890851"/>
                  <a:pt x="528962" y="949960"/>
                  <a:pt x="455981" y="949960"/>
                </a:cubicBezTo>
                <a:lnTo>
                  <a:pt x="418586" y="949960"/>
                </a:lnTo>
                <a:lnTo>
                  <a:pt x="418586" y="1004847"/>
                </a:lnTo>
                <a:lnTo>
                  <a:pt x="652608" y="1004847"/>
                </a:lnTo>
                <a:lnTo>
                  <a:pt x="652608" y="820886"/>
                </a:lnTo>
                <a:cubicBezTo>
                  <a:pt x="651703" y="816814"/>
                  <a:pt x="607712" y="747943"/>
                  <a:pt x="584754" y="671267"/>
                </a:cubicBezTo>
                <a:lnTo>
                  <a:pt x="573575" y="607700"/>
                </a:lnTo>
                <a:lnTo>
                  <a:pt x="541025" y="601943"/>
                </a:lnTo>
                <a:close/>
                <a:moveTo>
                  <a:pt x="272020" y="601943"/>
                </a:moveTo>
                <a:lnTo>
                  <a:pt x="239585" y="607384"/>
                </a:lnTo>
                <a:lnTo>
                  <a:pt x="228632" y="671267"/>
                </a:lnTo>
                <a:cubicBezTo>
                  <a:pt x="205900" y="747942"/>
                  <a:pt x="161795" y="816814"/>
                  <a:pt x="160438" y="820886"/>
                </a:cubicBezTo>
                <a:lnTo>
                  <a:pt x="160438" y="1004847"/>
                </a:lnTo>
                <a:lnTo>
                  <a:pt x="394460" y="1004847"/>
                </a:lnTo>
                <a:lnTo>
                  <a:pt x="394460" y="949960"/>
                </a:lnTo>
                <a:lnTo>
                  <a:pt x="357065" y="949960"/>
                </a:lnTo>
                <a:cubicBezTo>
                  <a:pt x="284084" y="949960"/>
                  <a:pt x="224372" y="890851"/>
                  <a:pt x="224372" y="817267"/>
                </a:cubicBezTo>
                <a:lnTo>
                  <a:pt x="224372" y="741270"/>
                </a:lnTo>
                <a:cubicBezTo>
                  <a:pt x="224372" y="712922"/>
                  <a:pt x="247895" y="689399"/>
                  <a:pt x="276846" y="689399"/>
                </a:cubicBezTo>
                <a:lnTo>
                  <a:pt x="394460" y="689399"/>
                </a:lnTo>
                <a:lnTo>
                  <a:pt x="394460" y="621496"/>
                </a:lnTo>
                <a:lnTo>
                  <a:pt x="353003" y="617550"/>
                </a:lnTo>
                <a:cubicBezTo>
                  <a:pt x="334710" y="614081"/>
                  <a:pt x="316352" y="608879"/>
                  <a:pt x="297956" y="601943"/>
                </a:cubicBezTo>
                <a:close/>
                <a:moveTo>
                  <a:pt x="312432" y="514229"/>
                </a:moveTo>
                <a:lnTo>
                  <a:pt x="312432" y="580337"/>
                </a:lnTo>
                <a:lnTo>
                  <a:pt x="384357" y="597919"/>
                </a:lnTo>
                <a:cubicBezTo>
                  <a:pt x="432458" y="602160"/>
                  <a:pt x="469702" y="591812"/>
                  <a:pt x="491868" y="584442"/>
                </a:cubicBezTo>
                <a:lnTo>
                  <a:pt x="500615" y="581736"/>
                </a:lnTo>
                <a:lnTo>
                  <a:pt x="500615" y="514600"/>
                </a:lnTo>
                <a:lnTo>
                  <a:pt x="497956" y="516088"/>
                </a:lnTo>
                <a:lnTo>
                  <a:pt x="482076" y="521038"/>
                </a:lnTo>
                <a:lnTo>
                  <a:pt x="481313" y="521724"/>
                </a:lnTo>
                <a:lnTo>
                  <a:pt x="480714" y="521462"/>
                </a:lnTo>
                <a:lnTo>
                  <a:pt x="454419" y="529657"/>
                </a:lnTo>
                <a:cubicBezTo>
                  <a:pt x="439328" y="532760"/>
                  <a:pt x="423712" y="534390"/>
                  <a:pt x="407729" y="534390"/>
                </a:cubicBezTo>
                <a:cubicBezTo>
                  <a:pt x="391369" y="534390"/>
                  <a:pt x="375442" y="532769"/>
                  <a:pt x="360096" y="529681"/>
                </a:cubicBezTo>
                <a:lnTo>
                  <a:pt x="332702" y="521300"/>
                </a:lnTo>
                <a:lnTo>
                  <a:pt x="331732" y="521724"/>
                </a:lnTo>
                <a:lnTo>
                  <a:pt x="330518" y="520632"/>
                </a:lnTo>
                <a:lnTo>
                  <a:pt x="315947" y="516173"/>
                </a:lnTo>
                <a:close/>
                <a:moveTo>
                  <a:pt x="481208" y="395392"/>
                </a:moveTo>
                <a:lnTo>
                  <a:pt x="402904" y="407125"/>
                </a:lnTo>
                <a:lnTo>
                  <a:pt x="331831" y="396426"/>
                </a:lnTo>
                <a:lnTo>
                  <a:pt x="342819" y="499314"/>
                </a:lnTo>
                <a:lnTo>
                  <a:pt x="364916" y="506048"/>
                </a:lnTo>
                <a:cubicBezTo>
                  <a:pt x="378712" y="508813"/>
                  <a:pt x="393027" y="510264"/>
                  <a:pt x="407729" y="510264"/>
                </a:cubicBezTo>
                <a:cubicBezTo>
                  <a:pt x="422054" y="510264"/>
                  <a:pt x="436049" y="508803"/>
                  <a:pt x="449572" y="506023"/>
                </a:cubicBezTo>
                <a:lnTo>
                  <a:pt x="470186" y="499600"/>
                </a:lnTo>
                <a:close/>
                <a:moveTo>
                  <a:pt x="203801" y="351768"/>
                </a:moveTo>
                <a:lnTo>
                  <a:pt x="213581" y="383292"/>
                </a:lnTo>
                <a:cubicBezTo>
                  <a:pt x="224127" y="408200"/>
                  <a:pt x="239413" y="430611"/>
                  <a:pt x="258374" y="449421"/>
                </a:cubicBezTo>
                <a:lnTo>
                  <a:pt x="317414" y="488751"/>
                </a:lnTo>
                <a:lnTo>
                  <a:pt x="307631" y="392783"/>
                </a:lnTo>
                <a:lnTo>
                  <a:pt x="290718" y="390237"/>
                </a:lnTo>
                <a:cubicBezTo>
                  <a:pt x="272171" y="384583"/>
                  <a:pt x="253700" y="377496"/>
                  <a:pt x="235304" y="368957"/>
                </a:cubicBezTo>
                <a:close/>
                <a:moveTo>
                  <a:pt x="610029" y="348983"/>
                </a:moveTo>
                <a:lnTo>
                  <a:pt x="517125" y="390011"/>
                </a:lnTo>
                <a:lnTo>
                  <a:pt x="505982" y="391680"/>
                </a:lnTo>
                <a:lnTo>
                  <a:pt x="495681" y="489077"/>
                </a:lnTo>
                <a:lnTo>
                  <a:pt x="554747" y="449195"/>
                </a:lnTo>
                <a:cubicBezTo>
                  <a:pt x="573595" y="430347"/>
                  <a:pt x="588863" y="407917"/>
                  <a:pt x="599418" y="383037"/>
                </a:cubicBezTo>
                <a:close/>
                <a:moveTo>
                  <a:pt x="198515" y="220752"/>
                </a:moveTo>
                <a:lnTo>
                  <a:pt x="197230" y="233419"/>
                </a:lnTo>
                <a:lnTo>
                  <a:pt x="197230" y="302178"/>
                </a:lnTo>
                <a:lnTo>
                  <a:pt x="199127" y="321061"/>
                </a:lnTo>
                <a:lnTo>
                  <a:pt x="297984" y="367647"/>
                </a:lnTo>
                <a:cubicBezTo>
                  <a:pt x="367855" y="389493"/>
                  <a:pt x="438442" y="389436"/>
                  <a:pt x="510576" y="367402"/>
                </a:cubicBezTo>
                <a:lnTo>
                  <a:pt x="613947" y="320616"/>
                </a:lnTo>
                <a:lnTo>
                  <a:pt x="615816" y="302178"/>
                </a:lnTo>
                <a:lnTo>
                  <a:pt x="615816" y="233419"/>
                </a:lnTo>
                <a:lnTo>
                  <a:pt x="614531" y="220752"/>
                </a:lnTo>
                <a:lnTo>
                  <a:pt x="513280" y="220752"/>
                </a:lnTo>
                <a:lnTo>
                  <a:pt x="299765" y="220752"/>
                </a:lnTo>
                <a:close/>
                <a:moveTo>
                  <a:pt x="273407" y="75623"/>
                </a:moveTo>
                <a:lnTo>
                  <a:pt x="258676" y="85572"/>
                </a:lnTo>
                <a:cubicBezTo>
                  <a:pt x="230234" y="114014"/>
                  <a:pt x="209892" y="150556"/>
                  <a:pt x="201498" y="191350"/>
                </a:cubicBezTo>
                <a:lnTo>
                  <a:pt x="200963" y="196626"/>
                </a:lnTo>
                <a:lnTo>
                  <a:pt x="286289" y="196626"/>
                </a:lnTo>
                <a:close/>
                <a:moveTo>
                  <a:pt x="539638" y="75622"/>
                </a:moveTo>
                <a:lnTo>
                  <a:pt x="526756" y="196626"/>
                </a:lnTo>
                <a:lnTo>
                  <a:pt x="612083" y="196626"/>
                </a:lnTo>
                <a:lnTo>
                  <a:pt x="611548" y="191350"/>
                </a:lnTo>
                <a:cubicBezTo>
                  <a:pt x="603155" y="150556"/>
                  <a:pt x="582812" y="114014"/>
                  <a:pt x="554370" y="85572"/>
                </a:cubicBezTo>
                <a:close/>
                <a:moveTo>
                  <a:pt x="327737" y="39843"/>
                </a:moveTo>
                <a:lnTo>
                  <a:pt x="325220" y="40628"/>
                </a:lnTo>
                <a:lnTo>
                  <a:pt x="296154" y="60259"/>
                </a:lnTo>
                <a:lnTo>
                  <a:pt x="310672" y="196626"/>
                </a:lnTo>
                <a:lnTo>
                  <a:pt x="502373" y="196626"/>
                </a:lnTo>
                <a:lnTo>
                  <a:pt x="516891" y="60259"/>
                </a:lnTo>
                <a:lnTo>
                  <a:pt x="487825" y="40628"/>
                </a:lnTo>
                <a:lnTo>
                  <a:pt x="485309" y="39843"/>
                </a:lnTo>
                <a:lnTo>
                  <a:pt x="471663" y="141137"/>
                </a:lnTo>
                <a:cubicBezTo>
                  <a:pt x="471060" y="147168"/>
                  <a:pt x="465632" y="151390"/>
                  <a:pt x="459600" y="151390"/>
                </a:cubicBezTo>
                <a:lnTo>
                  <a:pt x="353446" y="151390"/>
                </a:lnTo>
                <a:cubicBezTo>
                  <a:pt x="347415" y="151390"/>
                  <a:pt x="342589" y="147168"/>
                  <a:pt x="341383" y="141137"/>
                </a:cubicBezTo>
                <a:close/>
                <a:moveTo>
                  <a:pt x="406523" y="24126"/>
                </a:moveTo>
                <a:cubicBezTo>
                  <a:pt x="392123" y="24126"/>
                  <a:pt x="378053" y="25596"/>
                  <a:pt x="364454" y="28394"/>
                </a:cubicBezTo>
                <a:lnTo>
                  <a:pt x="351306" y="32494"/>
                </a:lnTo>
                <a:lnTo>
                  <a:pt x="364303" y="127264"/>
                </a:lnTo>
                <a:lnTo>
                  <a:pt x="449347" y="127264"/>
                </a:lnTo>
                <a:lnTo>
                  <a:pt x="461800" y="32513"/>
                </a:lnTo>
                <a:lnTo>
                  <a:pt x="448591" y="28394"/>
                </a:lnTo>
                <a:cubicBezTo>
                  <a:pt x="434993" y="25596"/>
                  <a:pt x="420923" y="24126"/>
                  <a:pt x="406523" y="24126"/>
                </a:cubicBezTo>
                <a:close/>
                <a:moveTo>
                  <a:pt x="406523" y="0"/>
                </a:moveTo>
                <a:cubicBezTo>
                  <a:pt x="422658" y="0"/>
                  <a:pt x="438405" y="1640"/>
                  <a:pt x="453611" y="4761"/>
                </a:cubicBezTo>
                <a:lnTo>
                  <a:pt x="475939" y="11711"/>
                </a:lnTo>
                <a:lnTo>
                  <a:pt x="477092" y="11460"/>
                </a:lnTo>
                <a:lnTo>
                  <a:pt x="480203" y="13038"/>
                </a:lnTo>
                <a:lnTo>
                  <a:pt x="497448" y="18406"/>
                </a:lnTo>
                <a:lnTo>
                  <a:pt x="528122" y="39132"/>
                </a:lnTo>
                <a:lnTo>
                  <a:pt x="531526" y="38300"/>
                </a:lnTo>
                <a:cubicBezTo>
                  <a:pt x="534541" y="38601"/>
                  <a:pt x="537444" y="39883"/>
                  <a:pt x="539479" y="42069"/>
                </a:cubicBezTo>
                <a:lnTo>
                  <a:pt x="541255" y="48006"/>
                </a:lnTo>
                <a:lnTo>
                  <a:pt x="571635" y="68533"/>
                </a:lnTo>
                <a:cubicBezTo>
                  <a:pt x="603300" y="100255"/>
                  <a:pt x="625890" y="141010"/>
                  <a:pt x="635205" y="186504"/>
                </a:cubicBezTo>
                <a:lnTo>
                  <a:pt x="637051" y="204790"/>
                </a:lnTo>
                <a:lnTo>
                  <a:pt x="638434" y="208689"/>
                </a:lnTo>
                <a:lnTo>
                  <a:pt x="637664" y="210860"/>
                </a:lnTo>
                <a:lnTo>
                  <a:pt x="639941" y="233419"/>
                </a:lnTo>
                <a:lnTo>
                  <a:pt x="639941" y="302178"/>
                </a:lnTo>
                <a:lnTo>
                  <a:pt x="636737" y="323258"/>
                </a:lnTo>
                <a:lnTo>
                  <a:pt x="638274" y="331006"/>
                </a:lnTo>
                <a:lnTo>
                  <a:pt x="634807" y="335962"/>
                </a:lnTo>
                <a:lnTo>
                  <a:pt x="629469" y="371090"/>
                </a:lnTo>
                <a:cubicBezTo>
                  <a:pt x="614160" y="420114"/>
                  <a:pt x="582977" y="462254"/>
                  <a:pt x="541988" y="491442"/>
                </a:cubicBezTo>
                <a:lnTo>
                  <a:pt x="524741" y="501096"/>
                </a:lnTo>
                <a:lnTo>
                  <a:pt x="524741" y="577817"/>
                </a:lnTo>
                <a:lnTo>
                  <a:pt x="541628" y="577817"/>
                </a:lnTo>
                <a:lnTo>
                  <a:pt x="577962" y="584078"/>
                </a:lnTo>
                <a:lnTo>
                  <a:pt x="583246" y="582114"/>
                </a:lnTo>
                <a:cubicBezTo>
                  <a:pt x="586262" y="582077"/>
                  <a:pt x="589277" y="583038"/>
                  <a:pt x="591539" y="585027"/>
                </a:cubicBezTo>
                <a:lnTo>
                  <a:pt x="592162" y="586525"/>
                </a:lnTo>
                <a:lnTo>
                  <a:pt x="622186" y="591699"/>
                </a:lnTo>
                <a:lnTo>
                  <a:pt x="697494" y="625748"/>
                </a:lnTo>
                <a:lnTo>
                  <a:pt x="698448" y="625465"/>
                </a:lnTo>
                <a:lnTo>
                  <a:pt x="701735" y="627665"/>
                </a:lnTo>
                <a:lnTo>
                  <a:pt x="707042" y="630065"/>
                </a:lnTo>
                <a:cubicBezTo>
                  <a:pt x="720462" y="638226"/>
                  <a:pt x="733250" y="647203"/>
                  <a:pt x="745002" y="656892"/>
                </a:cubicBezTo>
                <a:lnTo>
                  <a:pt x="765510" y="676987"/>
                </a:lnTo>
                <a:lnTo>
                  <a:pt x="769544" y="680654"/>
                </a:lnTo>
                <a:lnTo>
                  <a:pt x="770425" y="681804"/>
                </a:lnTo>
                <a:lnTo>
                  <a:pt x="776743" y="687995"/>
                </a:lnTo>
                <a:lnTo>
                  <a:pt x="787020" y="703468"/>
                </a:lnTo>
                <a:lnTo>
                  <a:pt x="793020" y="711301"/>
                </a:lnTo>
                <a:lnTo>
                  <a:pt x="794809" y="715196"/>
                </a:lnTo>
                <a:lnTo>
                  <a:pt x="799832" y="722760"/>
                </a:lnTo>
                <a:lnTo>
                  <a:pt x="803300" y="733679"/>
                </a:lnTo>
                <a:lnTo>
                  <a:pt x="807618" y="743079"/>
                </a:lnTo>
                <a:lnTo>
                  <a:pt x="807055" y="745504"/>
                </a:lnTo>
                <a:lnTo>
                  <a:pt x="811839" y="760571"/>
                </a:lnTo>
                <a:lnTo>
                  <a:pt x="813045" y="1017513"/>
                </a:lnTo>
                <a:cubicBezTo>
                  <a:pt x="813045" y="1024148"/>
                  <a:pt x="807617" y="1028973"/>
                  <a:pt x="800982" y="1028973"/>
                </a:cubicBezTo>
                <a:lnTo>
                  <a:pt x="12063" y="1028973"/>
                </a:lnTo>
                <a:cubicBezTo>
                  <a:pt x="5428" y="1028973"/>
                  <a:pt x="0" y="1023544"/>
                  <a:pt x="0" y="1016910"/>
                </a:cubicBezTo>
                <a:lnTo>
                  <a:pt x="1206" y="762381"/>
                </a:lnTo>
                <a:lnTo>
                  <a:pt x="4353" y="747249"/>
                </a:lnTo>
                <a:lnTo>
                  <a:pt x="3016" y="743683"/>
                </a:lnTo>
                <a:lnTo>
                  <a:pt x="7161" y="733751"/>
                </a:lnTo>
                <a:lnTo>
                  <a:pt x="9231" y="723799"/>
                </a:lnTo>
                <a:lnTo>
                  <a:pt x="15802" y="713046"/>
                </a:lnTo>
                <a:lnTo>
                  <a:pt x="20262" y="702358"/>
                </a:lnTo>
                <a:lnTo>
                  <a:pt x="27712" y="693554"/>
                </a:lnTo>
                <a:lnTo>
                  <a:pt x="30798" y="688504"/>
                </a:lnTo>
                <a:lnTo>
                  <a:pt x="37810" y="681623"/>
                </a:lnTo>
                <a:lnTo>
                  <a:pt x="49157" y="668214"/>
                </a:lnTo>
                <a:lnTo>
                  <a:pt x="61335" y="658532"/>
                </a:lnTo>
                <a:lnTo>
                  <a:pt x="62826" y="657069"/>
                </a:lnTo>
                <a:lnTo>
                  <a:pt x="65361" y="655332"/>
                </a:lnTo>
                <a:lnTo>
                  <a:pt x="82575" y="641647"/>
                </a:lnTo>
                <a:cubicBezTo>
                  <a:pt x="93677" y="634098"/>
                  <a:pt x="104345" y="627878"/>
                  <a:pt x="113392" y="623053"/>
                </a:cubicBezTo>
                <a:lnTo>
                  <a:pt x="117599" y="623403"/>
                </a:lnTo>
                <a:lnTo>
                  <a:pt x="190859" y="591642"/>
                </a:lnTo>
                <a:lnTo>
                  <a:pt x="227890" y="582806"/>
                </a:lnTo>
                <a:lnTo>
                  <a:pt x="230252" y="582038"/>
                </a:lnTo>
                <a:lnTo>
                  <a:pt x="230580" y="582164"/>
                </a:lnTo>
                <a:lnTo>
                  <a:pt x="233913" y="581369"/>
                </a:lnTo>
                <a:cubicBezTo>
                  <a:pt x="247612" y="579033"/>
                  <a:pt x="260485" y="577817"/>
                  <a:pt x="272020" y="577817"/>
                </a:cubicBezTo>
                <a:lnTo>
                  <a:pt x="288306" y="578119"/>
                </a:lnTo>
                <a:lnTo>
                  <a:pt x="288306" y="500883"/>
                </a:lnTo>
                <a:lnTo>
                  <a:pt x="271545" y="491611"/>
                </a:lnTo>
                <a:cubicBezTo>
                  <a:pt x="230326" y="462505"/>
                  <a:pt x="199287" y="420428"/>
                  <a:pt x="184088" y="371314"/>
                </a:cubicBezTo>
                <a:lnTo>
                  <a:pt x="178921" y="336906"/>
                </a:lnTo>
                <a:lnTo>
                  <a:pt x="174866" y="331015"/>
                </a:lnTo>
                <a:lnTo>
                  <a:pt x="176764" y="322536"/>
                </a:lnTo>
                <a:lnTo>
                  <a:pt x="173707" y="302178"/>
                </a:lnTo>
                <a:lnTo>
                  <a:pt x="173707" y="233419"/>
                </a:lnTo>
                <a:lnTo>
                  <a:pt x="175893" y="211760"/>
                </a:lnTo>
                <a:lnTo>
                  <a:pt x="174762" y="208689"/>
                </a:lnTo>
                <a:lnTo>
                  <a:pt x="176747" y="203300"/>
                </a:lnTo>
                <a:lnTo>
                  <a:pt x="178441" y="186504"/>
                </a:lnTo>
                <a:cubicBezTo>
                  <a:pt x="187754" y="141010"/>
                  <a:pt x="210329" y="100255"/>
                  <a:pt x="241938" y="68533"/>
                </a:cubicBezTo>
                <a:lnTo>
                  <a:pt x="271776" y="48323"/>
                </a:lnTo>
                <a:lnTo>
                  <a:pt x="273820" y="42069"/>
                </a:lnTo>
                <a:cubicBezTo>
                  <a:pt x="275884" y="39883"/>
                  <a:pt x="278768" y="38601"/>
                  <a:pt x="281746" y="38300"/>
                </a:cubicBezTo>
                <a:lnTo>
                  <a:pt x="285279" y="39178"/>
                </a:lnTo>
                <a:lnTo>
                  <a:pt x="315947" y="18406"/>
                </a:lnTo>
                <a:lnTo>
                  <a:pt x="335245" y="12378"/>
                </a:lnTo>
                <a:lnTo>
                  <a:pt x="335955" y="11459"/>
                </a:lnTo>
                <a:lnTo>
                  <a:pt x="337209" y="11765"/>
                </a:lnTo>
                <a:lnTo>
                  <a:pt x="359634" y="4761"/>
                </a:lnTo>
                <a:cubicBezTo>
                  <a:pt x="374782" y="1640"/>
                  <a:pt x="390464" y="0"/>
                  <a:pt x="406523" y="0"/>
                </a:cubicBezTo>
                <a:close/>
              </a:path>
            </a:pathLst>
          </a:custGeom>
          <a:solidFill>
            <a:schemeClr val="accent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VI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98D19C3-8EC5-CA63-EEAE-2131540CE48E}"/>
              </a:ext>
            </a:extLst>
          </p:cNvPr>
          <p:cNvCxnSpPr>
            <a:cxnSpLocks/>
          </p:cNvCxnSpPr>
          <p:nvPr/>
        </p:nvCxnSpPr>
        <p:spPr>
          <a:xfrm>
            <a:off x="9596785" y="3753491"/>
            <a:ext cx="4176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9776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37" grpId="0" animBg="1"/>
      <p:bldP spid="7" grpId="0"/>
      <p:bldP spid="8" grpId="0"/>
      <p:bldP spid="3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8CD226-EBD6-F092-219E-6676D0BC9B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2934" y="167812"/>
            <a:ext cx="11401925" cy="646587"/>
          </a:xfrm>
        </p:spPr>
        <p:txBody>
          <a:bodyPr/>
          <a:lstStyle/>
          <a:p>
            <a:r>
              <a:rPr lang="hu-HU" dirty="0" smtClean="0">
                <a:solidFill>
                  <a:schemeClr val="bg1"/>
                </a:solidFill>
                <a:latin typeface="Arial Black" panose="020B0A04020102020204" pitchFamily="34" charset="0"/>
                <a:ea typeface="Roboto Condensed Medium" panose="02000000000000000000" pitchFamily="2" charset="0"/>
              </a:rPr>
              <a:t>Adatbázis maga</a:t>
            </a:r>
            <a:endParaRPr lang="en-VI" dirty="0">
              <a:solidFill>
                <a:schemeClr val="bg1"/>
              </a:solidFill>
              <a:latin typeface="Arial Black" panose="020B0A04020102020204" pitchFamily="34" charset="0"/>
              <a:ea typeface="Roboto Condensed Medium" panose="02000000000000000000" pitchFamily="2" charset="0"/>
            </a:endParaRPr>
          </a:p>
        </p:txBody>
      </p:sp>
      <p:pic>
        <p:nvPicPr>
          <p:cNvPr id="3" name="Kép 2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2806" y="814399"/>
            <a:ext cx="7097088" cy="5762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26094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ECEEE-DEC6-6DD4-87A1-771D60B80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BBA36AF-9184-ABAD-5CA9-765B73789C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hu-HU" dirty="0" err="1" smtClean="0"/>
              <a:t>Paddock</a:t>
            </a:r>
            <a:r>
              <a:rPr lang="hu-HU" dirty="0" smtClean="0"/>
              <a:t> &amp; </a:t>
            </a:r>
            <a:r>
              <a:rPr lang="hu-HU" dirty="0" err="1" smtClean="0"/>
              <a:t>privat</a:t>
            </a:r>
            <a:r>
              <a:rPr lang="hu-HU" dirty="0" smtClean="0"/>
              <a:t> chat</a:t>
            </a:r>
            <a:endParaRPr lang="en-VI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E1CA8C-0384-7514-5FAC-1401D8D88EB9}"/>
              </a:ext>
            </a:extLst>
          </p:cNvPr>
          <p:cNvSpPr/>
          <p:nvPr/>
        </p:nvSpPr>
        <p:spPr bwMode="auto">
          <a:xfrm>
            <a:off x="0" y="5618040"/>
            <a:ext cx="12192000" cy="971017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55000">
                <a:schemeClr val="accent1">
                  <a:lumMod val="50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5400000" scaled="1"/>
            <a:tileRect/>
          </a:gra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VI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B8E180A-0A4B-00D6-250D-F7FA0BC42D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747" r="6748" b="20116"/>
          <a:stretch/>
        </p:blipFill>
        <p:spPr>
          <a:xfrm>
            <a:off x="244523" y="4492489"/>
            <a:ext cx="5393606" cy="1957423"/>
          </a:xfrm>
          <a:prstGeom prst="rect">
            <a:avLst/>
          </a:prstGeom>
          <a:effectLst>
            <a:outerShdw blurRad="50800" dist="76200" dir="8100000" algn="tr" rotWithShape="0">
              <a:prstClr val="black">
                <a:alpha val="15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A63E33-9740-506E-DAF3-56DD38787A8C}"/>
              </a:ext>
            </a:extLst>
          </p:cNvPr>
          <p:cNvSpPr txBox="1"/>
          <p:nvPr/>
        </p:nvSpPr>
        <p:spPr>
          <a:xfrm flipH="1">
            <a:off x="352098" y="1374518"/>
            <a:ext cx="4415845" cy="2122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hu-HU" dirty="0" smtClean="0"/>
              <a:t>A </a:t>
            </a:r>
            <a:r>
              <a:rPr lang="hu-HU" dirty="0" err="1"/>
              <a:t>Paddock</a:t>
            </a:r>
            <a:r>
              <a:rPr lang="hu-HU" dirty="0"/>
              <a:t> az oldal lüktető szíve, egy olyan közösségi központ, ahol a rajongók kiléphetnek az anonimitásból, és valódi interakciókon keresztül építhetnek saját rajongói hálózatot:</a:t>
            </a:r>
            <a:endParaRPr lang="en-VI" dirty="0">
              <a:solidFill>
                <a:schemeClr val="tx1">
                  <a:lumMod val="95000"/>
                  <a:lumOff val="5000"/>
                </a:schemeClr>
              </a:solidFill>
              <a:latin typeface="Questrial" pitchFamily="2" charset="0"/>
              <a:ea typeface="Roboto Condensed Medium" panose="02000000000000000000" pitchFamily="2" charset="0"/>
              <a:cs typeface="Varela Round" pitchFamily="2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4960C5-9380-F0F5-1D53-BF1EC80999F9}"/>
              </a:ext>
            </a:extLst>
          </p:cNvPr>
          <p:cNvCxnSpPr/>
          <p:nvPr/>
        </p:nvCxnSpPr>
        <p:spPr>
          <a:xfrm flipH="1">
            <a:off x="450928" y="3853740"/>
            <a:ext cx="417600" cy="0"/>
          </a:xfrm>
          <a:prstGeom prst="line">
            <a:avLst/>
          </a:prstGeom>
          <a:ln w="44450" cap="rnd">
            <a:solidFill>
              <a:schemeClr val="bg1">
                <a:lumMod val="85000"/>
              </a:schemeClr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360248D-19D1-0B49-97AE-E9BDA7DA7CC6}"/>
              </a:ext>
            </a:extLst>
          </p:cNvPr>
          <p:cNvSpPr txBox="1"/>
          <p:nvPr/>
        </p:nvSpPr>
        <p:spPr>
          <a:xfrm>
            <a:off x="6844798" y="1206067"/>
            <a:ext cx="4214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b="1" dirty="0"/>
              <a:t>Posztolás és interakció</a:t>
            </a:r>
            <a:endParaRPr lang="en-VI" sz="2400" dirty="0">
              <a:solidFill>
                <a:schemeClr val="tx1">
                  <a:lumMod val="95000"/>
                  <a:lumOff val="5000"/>
                </a:schemeClr>
              </a:solidFill>
              <a:latin typeface="Racing Sans One" panose="02000000000000000000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46A066-FB30-FA6E-01F5-2951A42BD965}"/>
              </a:ext>
            </a:extLst>
          </p:cNvPr>
          <p:cNvSpPr txBox="1"/>
          <p:nvPr/>
        </p:nvSpPr>
        <p:spPr>
          <a:xfrm>
            <a:off x="6844798" y="1630420"/>
            <a:ext cx="480985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/>
              <a:t>A felhasználók különböző kategóriákban (pl. technika, pletyka, verseny) oszthatják meg gondolataikat és képeiket a hírfolyamban, amire a közösség </a:t>
            </a:r>
            <a:r>
              <a:rPr lang="hu-HU" sz="1400" dirty="0" err="1"/>
              <a:t>emojikkal</a:t>
            </a:r>
            <a:r>
              <a:rPr lang="hu-HU" sz="1400" dirty="0"/>
              <a:t> és hozzászólásokkal reagálhat.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Questrial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2760EF-5478-3B77-8D1F-424D974B39EC}"/>
              </a:ext>
            </a:extLst>
          </p:cNvPr>
          <p:cNvSpPr txBox="1"/>
          <p:nvPr/>
        </p:nvSpPr>
        <p:spPr>
          <a:xfrm>
            <a:off x="5882652" y="1149060"/>
            <a:ext cx="10081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>
                    <a:lumMod val="85000"/>
                  </a:schemeClr>
                </a:solidFill>
                <a:latin typeface="Racing Sans One" panose="02000000000000000000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01.</a:t>
            </a:r>
            <a:endParaRPr lang="en-VI" sz="4000" dirty="0">
              <a:solidFill>
                <a:schemeClr val="bg1">
                  <a:lumMod val="85000"/>
                </a:schemeClr>
              </a:solidFill>
              <a:latin typeface="Racing Sans One" panose="02000000000000000000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CD45AF-44FB-2A89-1608-47ADA7E065B9}"/>
              </a:ext>
            </a:extLst>
          </p:cNvPr>
          <p:cNvSpPr txBox="1"/>
          <p:nvPr/>
        </p:nvSpPr>
        <p:spPr>
          <a:xfrm>
            <a:off x="6844798" y="2700470"/>
            <a:ext cx="4214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b="1" dirty="0"/>
              <a:t>Barátok felfedezése</a:t>
            </a:r>
            <a:endParaRPr lang="en-VI" sz="2400" dirty="0">
              <a:solidFill>
                <a:schemeClr val="tx1">
                  <a:lumMod val="95000"/>
                  <a:lumOff val="5000"/>
                </a:schemeClr>
              </a:solidFill>
              <a:latin typeface="Racing Sans One" panose="02000000000000000000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8A8B5F0-B0BB-626A-6811-A21AF0480DBD}"/>
              </a:ext>
            </a:extLst>
          </p:cNvPr>
          <p:cNvSpPr txBox="1"/>
          <p:nvPr/>
        </p:nvSpPr>
        <p:spPr>
          <a:xfrm>
            <a:off x="6844798" y="3124823"/>
            <a:ext cx="480985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/>
              <a:t>A </a:t>
            </a:r>
            <a:r>
              <a:rPr lang="hu-HU" sz="1400" dirty="0" err="1"/>
              <a:t>Paddockban</a:t>
            </a:r>
            <a:r>
              <a:rPr lang="hu-HU" sz="1400" dirty="0"/>
              <a:t> talált érdekes véleményvezéreket vagy ismerősöket a profiljukra kattintva egyetlen mozdulattal bejelölhetjük, így bővítve saját ismeretségi körünket.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Questrial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998E64-1E40-5A6A-CAF5-A2669235475A}"/>
              </a:ext>
            </a:extLst>
          </p:cNvPr>
          <p:cNvSpPr txBox="1"/>
          <p:nvPr/>
        </p:nvSpPr>
        <p:spPr>
          <a:xfrm>
            <a:off x="5882652" y="2643463"/>
            <a:ext cx="10081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>
                    <a:lumMod val="85000"/>
                  </a:schemeClr>
                </a:solidFill>
                <a:latin typeface="Racing Sans One" panose="02000000000000000000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02.</a:t>
            </a:r>
            <a:endParaRPr lang="en-VI" sz="4000" dirty="0">
              <a:solidFill>
                <a:schemeClr val="bg1">
                  <a:lumMod val="85000"/>
                </a:schemeClr>
              </a:solidFill>
              <a:latin typeface="Racing Sans One" panose="02000000000000000000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720B51-B4F4-CE59-3074-0C9253B5C4C6}"/>
              </a:ext>
            </a:extLst>
          </p:cNvPr>
          <p:cNvSpPr txBox="1"/>
          <p:nvPr/>
        </p:nvSpPr>
        <p:spPr>
          <a:xfrm>
            <a:off x="6844798" y="4194873"/>
            <a:ext cx="4214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b="1" dirty="0"/>
              <a:t>Privát </a:t>
            </a:r>
            <a:r>
              <a:rPr lang="hu-HU" sz="2400" b="1" dirty="0" smtClean="0"/>
              <a:t>üzenetküldés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Racing Sans One" panose="02000000000000000000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5DBDA52-C584-CCF0-ABCE-957ECA6EAD97}"/>
              </a:ext>
            </a:extLst>
          </p:cNvPr>
          <p:cNvSpPr txBox="1"/>
          <p:nvPr/>
        </p:nvSpPr>
        <p:spPr>
          <a:xfrm>
            <a:off x="6844798" y="4619226"/>
            <a:ext cx="480985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/>
              <a:t>A visszaigazolt barátságok után megnyílik a közvetlen, valós idejű chat lehetősége, ahol a tagok egy letisztult, modern felületen, zavartalanul beszélhetik meg a sportág legforróbb témáit.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Questrial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F003E9B-A7A0-2E44-7695-B115258C5ABE}"/>
              </a:ext>
            </a:extLst>
          </p:cNvPr>
          <p:cNvSpPr txBox="1"/>
          <p:nvPr/>
        </p:nvSpPr>
        <p:spPr>
          <a:xfrm>
            <a:off x="5882652" y="4137866"/>
            <a:ext cx="10081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>
                    <a:lumMod val="85000"/>
                  </a:schemeClr>
                </a:solidFill>
                <a:latin typeface="Racing Sans One" panose="02000000000000000000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03.</a:t>
            </a:r>
            <a:endParaRPr lang="en-VI" sz="4000" dirty="0">
              <a:solidFill>
                <a:schemeClr val="bg1">
                  <a:lumMod val="85000"/>
                </a:schemeClr>
              </a:solidFill>
              <a:latin typeface="Racing Sans One" panose="02000000000000000000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263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00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12" grpId="0"/>
      <p:bldP spid="13" grpId="0"/>
      <p:bldP spid="14" grpId="0"/>
      <p:bldP spid="20" grpId="0"/>
      <p:bldP spid="21" grpId="0"/>
      <p:bldP spid="19" grpId="0"/>
      <p:bldP spid="25" grpId="0"/>
      <p:bldP spid="26" grpId="0"/>
      <p:bldP spid="2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0">
              <a:schemeClr val="accent1">
                <a:lumMod val="0"/>
                <a:lumOff val="100000"/>
              </a:schemeClr>
            </a:gs>
            <a:gs pos="43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1DA0420-803F-1B26-1AFC-024F7B185B7E}"/>
              </a:ext>
            </a:extLst>
          </p:cNvPr>
          <p:cNvSpPr txBox="1"/>
          <p:nvPr/>
        </p:nvSpPr>
        <p:spPr>
          <a:xfrm>
            <a:off x="851427" y="1935322"/>
            <a:ext cx="7216255" cy="2472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hu-HU" sz="1700" dirty="0">
                <a:solidFill>
                  <a:schemeClr val="bg1"/>
                </a:solidFill>
                <a:latin typeface="Arial Black" panose="020B0A04020102020204" pitchFamily="34" charset="0"/>
              </a:rPr>
              <a:t>Az Élő Versenyszimuláció modulunk segítségével a rajongók valós időben, oldalfrissítés nélkül követhetik nyomon a futamok alakulását, beleértve a másodpercalapú telemetriát, a gumikopást és a </a:t>
            </a:r>
            <a:r>
              <a:rPr lang="hu-HU" sz="1700" dirty="0" err="1">
                <a:solidFill>
                  <a:schemeClr val="bg1"/>
                </a:solidFill>
                <a:latin typeface="Arial Black" panose="020B0A04020102020204" pitchFamily="34" charset="0"/>
              </a:rPr>
              <a:t>Safety</a:t>
            </a:r>
            <a:r>
              <a:rPr lang="hu-HU" sz="17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hu-HU" sz="1700" dirty="0" err="1">
                <a:solidFill>
                  <a:schemeClr val="bg1"/>
                </a:solidFill>
                <a:latin typeface="Arial Black" panose="020B0A04020102020204" pitchFamily="34" charset="0"/>
              </a:rPr>
              <a:t>Car</a:t>
            </a:r>
            <a:r>
              <a:rPr lang="hu-HU" sz="1700" dirty="0">
                <a:solidFill>
                  <a:schemeClr val="bg1"/>
                </a:solidFill>
                <a:latin typeface="Arial Black" panose="020B0A04020102020204" pitchFamily="34" charset="0"/>
              </a:rPr>
              <a:t> fázisokat. A beépített élő chatnek köszönhetően pedig a közösség azonnal, együtt vitathatja meg a pályán történő legújabb izgalmakat.</a:t>
            </a:r>
            <a:endParaRPr lang="en-US" sz="1700" b="0" i="0" dirty="0">
              <a:solidFill>
                <a:schemeClr val="bg1"/>
              </a:solidFill>
              <a:effectLst/>
              <a:latin typeface="Arial Black" panose="020B0A04020102020204" pitchFamily="34" charset="0"/>
              <a:cs typeface="Poppins Medium" panose="00000600000000000000" pitchFamily="2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2B977AE-C5BA-A238-830E-F760A7B63E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 rot="718846">
            <a:off x="8328280" y="2000160"/>
            <a:ext cx="1781369" cy="2606882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4E9BAF09-E223-B570-B9C1-DAF2B7506A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8338962" y="-1573195"/>
            <a:ext cx="7216254" cy="9411762"/>
          </a:xfrm>
          <a:prstGeom prst="rect">
            <a:avLst/>
          </a:prstGeom>
        </p:spPr>
      </p:pic>
      <p:sp>
        <p:nvSpPr>
          <p:cNvPr id="3" name="Szövegdoboz 2"/>
          <p:cNvSpPr txBox="1"/>
          <p:nvPr/>
        </p:nvSpPr>
        <p:spPr>
          <a:xfrm>
            <a:off x="851427" y="794759"/>
            <a:ext cx="705028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000" dirty="0" smtClean="0">
                <a:solidFill>
                  <a:schemeClr val="bg1"/>
                </a:solidFill>
                <a:latin typeface="Arial Black" panose="020B0A04020102020204" pitchFamily="34" charset="0"/>
                <a:cs typeface="Arial" pitchFamily="34" charset="0"/>
              </a:rPr>
              <a:t>Verseny szimuláció</a:t>
            </a:r>
          </a:p>
        </p:txBody>
      </p:sp>
    </p:spTree>
    <p:extLst>
      <p:ext uri="{BB962C8B-B14F-4D97-AF65-F5344CB8AC3E}">
        <p14:creationId xmlns:p14="http://schemas.microsoft.com/office/powerpoint/2010/main" val="4021545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ECF8A-37DD-A268-582D-F2A13B399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CF8EE15-AA58-1462-C7EB-3716003BB2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3666" y="1245318"/>
            <a:ext cx="7269650" cy="1311128"/>
          </a:xfrm>
        </p:spPr>
        <p:txBody>
          <a:bodyPr/>
          <a:lstStyle/>
          <a:p>
            <a:r>
              <a:rPr lang="en-US" b="1" dirty="0" smtClean="0"/>
              <a:t>The </a:t>
            </a:r>
            <a:r>
              <a:rPr lang="en-US" b="1" dirty="0" err="1" smtClean="0"/>
              <a:t>Pitwall</a:t>
            </a:r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82AFF9-3ADC-24F4-6088-71802CF03474}"/>
              </a:ext>
            </a:extLst>
          </p:cNvPr>
          <p:cNvSpPr txBox="1"/>
          <p:nvPr/>
        </p:nvSpPr>
        <p:spPr>
          <a:xfrm flipH="1">
            <a:off x="257337" y="4345086"/>
            <a:ext cx="7128951" cy="189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hu-HU" sz="2000" dirty="0">
                <a:solidFill>
                  <a:schemeClr val="bg1"/>
                </a:solidFill>
              </a:rPr>
              <a:t>A „The </a:t>
            </a:r>
            <a:r>
              <a:rPr lang="hu-HU" sz="2000" dirty="0" err="1">
                <a:solidFill>
                  <a:schemeClr val="bg1"/>
                </a:solidFill>
              </a:rPr>
              <a:t>Pitwall</a:t>
            </a:r>
            <a:r>
              <a:rPr lang="hu-HU" sz="2000" dirty="0">
                <a:solidFill>
                  <a:schemeClr val="bg1"/>
                </a:solidFill>
              </a:rPr>
              <a:t>” az oldal leginnovatívabb, </a:t>
            </a:r>
            <a:r>
              <a:rPr lang="hu-HU" sz="2000" dirty="0" err="1">
                <a:solidFill>
                  <a:schemeClr val="bg1"/>
                </a:solidFill>
              </a:rPr>
              <a:t>gamifikált</a:t>
            </a:r>
            <a:r>
              <a:rPr lang="hu-HU" sz="2000" dirty="0">
                <a:solidFill>
                  <a:schemeClr val="bg1"/>
                </a:solidFill>
              </a:rPr>
              <a:t> közösségi modulja, amely lehetőséget ad a rajongóknak, hogy szakértelmüket és stratégiai érzéküket három egyszerű lépésben </a:t>
            </a:r>
            <a:r>
              <a:rPr lang="hu-HU" sz="2000" dirty="0" err="1">
                <a:solidFill>
                  <a:schemeClr val="bg1"/>
                </a:solidFill>
              </a:rPr>
              <a:t>váltsák</a:t>
            </a:r>
            <a:r>
              <a:rPr lang="hu-HU" sz="2000" dirty="0">
                <a:solidFill>
                  <a:schemeClr val="bg1"/>
                </a:solidFill>
              </a:rPr>
              <a:t> értékes jutalmakra:</a:t>
            </a:r>
            <a:endParaRPr lang="en-US" sz="2000" dirty="0">
              <a:solidFill>
                <a:schemeClr val="bg1"/>
              </a:solidFill>
              <a:latin typeface="Questrial" pitchFamily="2" charset="0"/>
              <a:ea typeface="Roboto Condensed Medium" panose="02000000000000000000" pitchFamily="2" charset="0"/>
              <a:cs typeface="Varela Round" pitchFamily="2" charset="-79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DA0CBCD-F477-0D41-A1C3-899A39A4B9BD}"/>
              </a:ext>
            </a:extLst>
          </p:cNvPr>
          <p:cNvSpPr/>
          <p:nvPr/>
        </p:nvSpPr>
        <p:spPr>
          <a:xfrm>
            <a:off x="317297" y="3292764"/>
            <a:ext cx="923363" cy="923362"/>
          </a:xfrm>
          <a:custGeom>
            <a:avLst/>
            <a:gdLst>
              <a:gd name="connsiteX0" fmla="*/ 584290 w 1421929"/>
              <a:gd name="connsiteY0" fmla="*/ 1309705 h 1421927"/>
              <a:gd name="connsiteX1" fmla="*/ 584290 w 1421929"/>
              <a:gd name="connsiteY1" fmla="*/ 1317590 h 1421927"/>
              <a:gd name="connsiteX2" fmla="*/ 649385 w 1421929"/>
              <a:gd name="connsiteY2" fmla="*/ 1380272 h 1421927"/>
              <a:gd name="connsiteX3" fmla="*/ 781139 w 1421929"/>
              <a:gd name="connsiteY3" fmla="*/ 1380272 h 1421927"/>
              <a:gd name="connsiteX4" fmla="*/ 846234 w 1421929"/>
              <a:gd name="connsiteY4" fmla="*/ 1317590 h 1421927"/>
              <a:gd name="connsiteX5" fmla="*/ 846236 w 1421929"/>
              <a:gd name="connsiteY5" fmla="*/ 1317590 h 1421927"/>
              <a:gd name="connsiteX6" fmla="*/ 846236 w 1421929"/>
              <a:gd name="connsiteY6" fmla="*/ 1309705 h 1421927"/>
              <a:gd name="connsiteX7" fmla="*/ 529868 w 1421929"/>
              <a:gd name="connsiteY7" fmla="*/ 1087879 h 1421927"/>
              <a:gd name="connsiteX8" fmla="*/ 529868 w 1421929"/>
              <a:gd name="connsiteY8" fmla="*/ 1122724 h 1421927"/>
              <a:gd name="connsiteX9" fmla="*/ 529868 w 1421929"/>
              <a:gd name="connsiteY9" fmla="*/ 1157570 h 1421927"/>
              <a:gd name="connsiteX10" fmla="*/ 748198 w 1421929"/>
              <a:gd name="connsiteY10" fmla="*/ 1157570 h 1421927"/>
              <a:gd name="connsiteX11" fmla="*/ 769027 w 1421929"/>
              <a:gd name="connsiteY11" fmla="*/ 1178399 h 1421927"/>
              <a:gd name="connsiteX12" fmla="*/ 748198 w 1421929"/>
              <a:gd name="connsiteY12" fmla="*/ 1199228 h 1421927"/>
              <a:gd name="connsiteX13" fmla="*/ 529868 w 1421929"/>
              <a:gd name="connsiteY13" fmla="*/ 1199228 h 1421927"/>
              <a:gd name="connsiteX14" fmla="*/ 529868 w 1421929"/>
              <a:gd name="connsiteY14" fmla="*/ 1200881 h 1421927"/>
              <a:gd name="connsiteX15" fmla="*/ 597910 w 1421929"/>
              <a:gd name="connsiteY15" fmla="*/ 1268922 h 1421927"/>
              <a:gd name="connsiteX16" fmla="*/ 832611 w 1421929"/>
              <a:gd name="connsiteY16" fmla="*/ 1268922 h 1421927"/>
              <a:gd name="connsiteX17" fmla="*/ 900653 w 1421929"/>
              <a:gd name="connsiteY17" fmla="*/ 1200881 h 1421927"/>
              <a:gd name="connsiteX18" fmla="*/ 900653 w 1421929"/>
              <a:gd name="connsiteY18" fmla="*/ 1199228 h 1421927"/>
              <a:gd name="connsiteX19" fmla="*/ 848444 w 1421929"/>
              <a:gd name="connsiteY19" fmla="*/ 1199228 h 1421927"/>
              <a:gd name="connsiteX20" fmla="*/ 827615 w 1421929"/>
              <a:gd name="connsiteY20" fmla="*/ 1178399 h 1421927"/>
              <a:gd name="connsiteX21" fmla="*/ 848444 w 1421929"/>
              <a:gd name="connsiteY21" fmla="*/ 1157570 h 1421927"/>
              <a:gd name="connsiteX22" fmla="*/ 900653 w 1421929"/>
              <a:gd name="connsiteY22" fmla="*/ 1157570 h 1421927"/>
              <a:gd name="connsiteX23" fmla="*/ 900653 w 1421929"/>
              <a:gd name="connsiteY23" fmla="*/ 1122019 h 1421927"/>
              <a:gd name="connsiteX24" fmla="*/ 900653 w 1421929"/>
              <a:gd name="connsiteY24" fmla="*/ 1087879 h 1421927"/>
              <a:gd name="connsiteX25" fmla="*/ 1096257 w 1421929"/>
              <a:gd name="connsiteY25" fmla="*/ 1045517 h 1421927"/>
              <a:gd name="connsiteX26" fmla="*/ 1111074 w 1421929"/>
              <a:gd name="connsiteY26" fmla="*/ 1051409 h 1421927"/>
              <a:gd name="connsiteX27" fmla="*/ 1213481 w 1421929"/>
              <a:gd name="connsiteY27" fmla="*/ 1150938 h 1421927"/>
              <a:gd name="connsiteX28" fmla="*/ 1213897 w 1421929"/>
              <a:gd name="connsiteY28" fmla="*/ 1180391 h 1421927"/>
              <a:gd name="connsiteX29" fmla="*/ 1184445 w 1421929"/>
              <a:gd name="connsiteY29" fmla="*/ 1180807 h 1421927"/>
              <a:gd name="connsiteX30" fmla="*/ 1082038 w 1421929"/>
              <a:gd name="connsiteY30" fmla="*/ 1081278 h 1421927"/>
              <a:gd name="connsiteX31" fmla="*/ 1081622 w 1421929"/>
              <a:gd name="connsiteY31" fmla="*/ 1051825 h 1421927"/>
              <a:gd name="connsiteX32" fmla="*/ 1096257 w 1421929"/>
              <a:gd name="connsiteY32" fmla="*/ 1045517 h 1421927"/>
              <a:gd name="connsiteX33" fmla="*/ 325671 w 1421929"/>
              <a:gd name="connsiteY33" fmla="*/ 1045516 h 1421927"/>
              <a:gd name="connsiteX34" fmla="*/ 340307 w 1421929"/>
              <a:gd name="connsiteY34" fmla="*/ 1051825 h 1421927"/>
              <a:gd name="connsiteX35" fmla="*/ 339891 w 1421929"/>
              <a:gd name="connsiteY35" fmla="*/ 1081278 h 1421927"/>
              <a:gd name="connsiteX36" fmla="*/ 237484 w 1421929"/>
              <a:gd name="connsiteY36" fmla="*/ 1180807 h 1421927"/>
              <a:gd name="connsiteX37" fmla="*/ 208032 w 1421929"/>
              <a:gd name="connsiteY37" fmla="*/ 1180391 h 1421927"/>
              <a:gd name="connsiteX38" fmla="*/ 208448 w 1421929"/>
              <a:gd name="connsiteY38" fmla="*/ 1150938 h 1421927"/>
              <a:gd name="connsiteX39" fmla="*/ 310855 w 1421929"/>
              <a:gd name="connsiteY39" fmla="*/ 1051409 h 1421927"/>
              <a:gd name="connsiteX40" fmla="*/ 325671 w 1421929"/>
              <a:gd name="connsiteY40" fmla="*/ 1045516 h 1421927"/>
              <a:gd name="connsiteX41" fmla="*/ 678807 w 1421929"/>
              <a:gd name="connsiteY41" fmla="*/ 790021 h 1421927"/>
              <a:gd name="connsiteX42" fmla="*/ 678807 w 1421929"/>
              <a:gd name="connsiteY42" fmla="*/ 1046223 h 1421927"/>
              <a:gd name="connsiteX43" fmla="*/ 751717 w 1421929"/>
              <a:gd name="connsiteY43" fmla="*/ 1046223 h 1421927"/>
              <a:gd name="connsiteX44" fmla="*/ 751717 w 1421929"/>
              <a:gd name="connsiteY44" fmla="*/ 790021 h 1421927"/>
              <a:gd name="connsiteX45" fmla="*/ 1256277 w 1421929"/>
              <a:gd name="connsiteY45" fmla="*/ 670753 h 1421927"/>
              <a:gd name="connsiteX46" fmla="*/ 1401100 w 1421929"/>
              <a:gd name="connsiteY46" fmla="*/ 670753 h 1421927"/>
              <a:gd name="connsiteX47" fmla="*/ 1421929 w 1421929"/>
              <a:gd name="connsiteY47" fmla="*/ 691582 h 1421927"/>
              <a:gd name="connsiteX48" fmla="*/ 1401100 w 1421929"/>
              <a:gd name="connsiteY48" fmla="*/ 712411 h 1421927"/>
              <a:gd name="connsiteX49" fmla="*/ 1256277 w 1421929"/>
              <a:gd name="connsiteY49" fmla="*/ 712411 h 1421927"/>
              <a:gd name="connsiteX50" fmla="*/ 1235448 w 1421929"/>
              <a:gd name="connsiteY50" fmla="*/ 691582 h 1421927"/>
              <a:gd name="connsiteX51" fmla="*/ 1256277 w 1421929"/>
              <a:gd name="connsiteY51" fmla="*/ 670753 h 1421927"/>
              <a:gd name="connsiteX52" fmla="*/ 20829 w 1421929"/>
              <a:gd name="connsiteY52" fmla="*/ 670753 h 1421927"/>
              <a:gd name="connsiteX53" fmla="*/ 165652 w 1421929"/>
              <a:gd name="connsiteY53" fmla="*/ 670753 h 1421927"/>
              <a:gd name="connsiteX54" fmla="*/ 186481 w 1421929"/>
              <a:gd name="connsiteY54" fmla="*/ 691582 h 1421927"/>
              <a:gd name="connsiteX55" fmla="*/ 165652 w 1421929"/>
              <a:gd name="connsiteY55" fmla="*/ 712411 h 1421927"/>
              <a:gd name="connsiteX56" fmla="*/ 20829 w 1421929"/>
              <a:gd name="connsiteY56" fmla="*/ 712411 h 1421927"/>
              <a:gd name="connsiteX57" fmla="*/ 0 w 1421929"/>
              <a:gd name="connsiteY57" fmla="*/ 691582 h 1421927"/>
              <a:gd name="connsiteX58" fmla="*/ 20829 w 1421929"/>
              <a:gd name="connsiteY58" fmla="*/ 670753 h 1421927"/>
              <a:gd name="connsiteX59" fmla="*/ 591344 w 1421929"/>
              <a:gd name="connsiteY59" fmla="*/ 664752 h 1421927"/>
              <a:gd name="connsiteX60" fmla="*/ 549917 w 1421929"/>
              <a:gd name="connsiteY60" fmla="*/ 706179 h 1421927"/>
              <a:gd name="connsiteX61" fmla="*/ 549917 w 1421929"/>
              <a:gd name="connsiteY61" fmla="*/ 706935 h 1421927"/>
              <a:gd name="connsiteX62" fmla="*/ 591344 w 1421929"/>
              <a:gd name="connsiteY62" fmla="*/ 748362 h 1421927"/>
              <a:gd name="connsiteX63" fmla="*/ 637149 w 1421929"/>
              <a:gd name="connsiteY63" fmla="*/ 748362 h 1421927"/>
              <a:gd name="connsiteX64" fmla="*/ 637149 w 1421929"/>
              <a:gd name="connsiteY64" fmla="*/ 706179 h 1421927"/>
              <a:gd name="connsiteX65" fmla="*/ 595721 w 1421929"/>
              <a:gd name="connsiteY65" fmla="*/ 664752 h 1421927"/>
              <a:gd name="connsiteX66" fmla="*/ 834800 w 1421929"/>
              <a:gd name="connsiteY66" fmla="*/ 664749 h 1421927"/>
              <a:gd name="connsiteX67" fmla="*/ 793375 w 1421929"/>
              <a:gd name="connsiteY67" fmla="*/ 706177 h 1421927"/>
              <a:gd name="connsiteX68" fmla="*/ 793375 w 1421929"/>
              <a:gd name="connsiteY68" fmla="*/ 748360 h 1421927"/>
              <a:gd name="connsiteX69" fmla="*/ 839177 w 1421929"/>
              <a:gd name="connsiteY69" fmla="*/ 748360 h 1421927"/>
              <a:gd name="connsiteX70" fmla="*/ 880604 w 1421929"/>
              <a:gd name="connsiteY70" fmla="*/ 706932 h 1421927"/>
              <a:gd name="connsiteX71" fmla="*/ 880604 w 1421929"/>
              <a:gd name="connsiteY71" fmla="*/ 706177 h 1421927"/>
              <a:gd name="connsiteX72" fmla="*/ 839177 w 1421929"/>
              <a:gd name="connsiteY72" fmla="*/ 664749 h 1421927"/>
              <a:gd name="connsiteX73" fmla="*/ 1022574 w 1421929"/>
              <a:gd name="connsiteY73" fmla="*/ 374540 h 1421927"/>
              <a:gd name="connsiteX74" fmla="*/ 1036733 w 1421929"/>
              <a:gd name="connsiteY74" fmla="*/ 381868 h 1421927"/>
              <a:gd name="connsiteX75" fmla="*/ 1134672 w 1421929"/>
              <a:gd name="connsiteY75" fmla="*/ 649377 h 1421927"/>
              <a:gd name="connsiteX76" fmla="*/ 1014730 w 1421929"/>
              <a:gd name="connsiteY76" fmla="*/ 941017 h 1421927"/>
              <a:gd name="connsiteX77" fmla="*/ 942308 w 1421929"/>
              <a:gd name="connsiteY77" fmla="*/ 1073185 h 1421927"/>
              <a:gd name="connsiteX78" fmla="*/ 942308 w 1421929"/>
              <a:gd name="connsiteY78" fmla="*/ 1200881 h 1421927"/>
              <a:gd name="connsiteX79" fmla="*/ 887889 w 1421929"/>
              <a:gd name="connsiteY79" fmla="*/ 1295572 h 1421927"/>
              <a:gd name="connsiteX80" fmla="*/ 887889 w 1421929"/>
              <a:gd name="connsiteY80" fmla="*/ 1317587 h 1421927"/>
              <a:gd name="connsiteX81" fmla="*/ 781136 w 1421929"/>
              <a:gd name="connsiteY81" fmla="*/ 1421927 h 1421927"/>
              <a:gd name="connsiteX82" fmla="*/ 649382 w 1421929"/>
              <a:gd name="connsiteY82" fmla="*/ 1421927 h 1421927"/>
              <a:gd name="connsiteX83" fmla="*/ 542629 w 1421929"/>
              <a:gd name="connsiteY83" fmla="*/ 1317587 h 1421927"/>
              <a:gd name="connsiteX84" fmla="*/ 542629 w 1421929"/>
              <a:gd name="connsiteY84" fmla="*/ 1295572 h 1421927"/>
              <a:gd name="connsiteX85" fmla="*/ 488210 w 1421929"/>
              <a:gd name="connsiteY85" fmla="*/ 1200881 h 1421927"/>
              <a:gd name="connsiteX86" fmla="*/ 488210 w 1421929"/>
              <a:gd name="connsiteY86" fmla="*/ 1075176 h 1421927"/>
              <a:gd name="connsiteX87" fmla="*/ 410504 w 1421929"/>
              <a:gd name="connsiteY87" fmla="*/ 944367 h 1421927"/>
              <a:gd name="connsiteX88" fmla="*/ 355407 w 1421929"/>
              <a:gd name="connsiteY88" fmla="*/ 876986 h 1421927"/>
              <a:gd name="connsiteX89" fmla="*/ 361361 w 1421929"/>
              <a:gd name="connsiteY89" fmla="*/ 848136 h 1421927"/>
              <a:gd name="connsiteX90" fmla="*/ 390211 w 1421929"/>
              <a:gd name="connsiteY90" fmla="*/ 854091 h 1421927"/>
              <a:gd name="connsiteX91" fmla="*/ 440167 w 1421929"/>
              <a:gd name="connsiteY91" fmla="*/ 915120 h 1421927"/>
              <a:gd name="connsiteX92" fmla="*/ 527055 w 1421929"/>
              <a:gd name="connsiteY92" fmla="*/ 1046221 h 1421927"/>
              <a:gd name="connsiteX93" fmla="*/ 637152 w 1421929"/>
              <a:gd name="connsiteY93" fmla="*/ 1046221 h 1421927"/>
              <a:gd name="connsiteX94" fmla="*/ 637152 w 1421929"/>
              <a:gd name="connsiteY94" fmla="*/ 790018 h 1421927"/>
              <a:gd name="connsiteX95" fmla="*/ 591347 w 1421929"/>
              <a:gd name="connsiteY95" fmla="*/ 790018 h 1421927"/>
              <a:gd name="connsiteX96" fmla="*/ 508261 w 1421929"/>
              <a:gd name="connsiteY96" fmla="*/ 706932 h 1421927"/>
              <a:gd name="connsiteX97" fmla="*/ 508261 w 1421929"/>
              <a:gd name="connsiteY97" fmla="*/ 706177 h 1421927"/>
              <a:gd name="connsiteX98" fmla="*/ 591347 w 1421929"/>
              <a:gd name="connsiteY98" fmla="*/ 623091 h 1421927"/>
              <a:gd name="connsiteX99" fmla="*/ 595724 w 1421929"/>
              <a:gd name="connsiteY99" fmla="*/ 623091 h 1421927"/>
              <a:gd name="connsiteX100" fmla="*/ 678810 w 1421929"/>
              <a:gd name="connsiteY100" fmla="*/ 706177 h 1421927"/>
              <a:gd name="connsiteX101" fmla="*/ 678810 w 1421929"/>
              <a:gd name="connsiteY101" fmla="*/ 748360 h 1421927"/>
              <a:gd name="connsiteX102" fmla="*/ 751720 w 1421929"/>
              <a:gd name="connsiteY102" fmla="*/ 748360 h 1421927"/>
              <a:gd name="connsiteX103" fmla="*/ 751720 w 1421929"/>
              <a:gd name="connsiteY103" fmla="*/ 706177 h 1421927"/>
              <a:gd name="connsiteX104" fmla="*/ 834803 w 1421929"/>
              <a:gd name="connsiteY104" fmla="*/ 623091 h 1421927"/>
              <a:gd name="connsiteX105" fmla="*/ 839180 w 1421929"/>
              <a:gd name="connsiteY105" fmla="*/ 623091 h 1421927"/>
              <a:gd name="connsiteX106" fmla="*/ 922265 w 1421929"/>
              <a:gd name="connsiteY106" fmla="*/ 706177 h 1421927"/>
              <a:gd name="connsiteX107" fmla="*/ 922265 w 1421929"/>
              <a:gd name="connsiteY107" fmla="*/ 706932 h 1421927"/>
              <a:gd name="connsiteX108" fmla="*/ 839180 w 1421929"/>
              <a:gd name="connsiteY108" fmla="*/ 790018 h 1421927"/>
              <a:gd name="connsiteX109" fmla="*/ 793378 w 1421929"/>
              <a:gd name="connsiteY109" fmla="*/ 790018 h 1421927"/>
              <a:gd name="connsiteX110" fmla="*/ 793378 w 1421929"/>
              <a:gd name="connsiteY110" fmla="*/ 1046221 h 1421927"/>
              <a:gd name="connsiteX111" fmla="*/ 902683 w 1421929"/>
              <a:gd name="connsiteY111" fmla="*/ 1046221 h 1421927"/>
              <a:gd name="connsiteX112" fmla="*/ 985058 w 1421929"/>
              <a:gd name="connsiteY112" fmla="*/ 911779 h 1421927"/>
              <a:gd name="connsiteX113" fmla="*/ 1093019 w 1421929"/>
              <a:gd name="connsiteY113" fmla="*/ 649377 h 1421927"/>
              <a:gd name="connsiteX114" fmla="*/ 1004890 w 1421929"/>
              <a:gd name="connsiteY114" fmla="*/ 408724 h 1421927"/>
              <a:gd name="connsiteX115" fmla="*/ 1007384 w 1421929"/>
              <a:gd name="connsiteY115" fmla="*/ 379374 h 1421927"/>
              <a:gd name="connsiteX116" fmla="*/ 1022574 w 1421929"/>
              <a:gd name="connsiteY116" fmla="*/ 374540 h 1421927"/>
              <a:gd name="connsiteX117" fmla="*/ 710964 w 1421929"/>
              <a:gd name="connsiteY117" fmla="*/ 231049 h 1421927"/>
              <a:gd name="connsiteX118" fmla="*/ 960377 w 1421929"/>
              <a:gd name="connsiteY118" fmla="*/ 311166 h 1421927"/>
              <a:gd name="connsiteX119" fmla="*/ 965109 w 1421929"/>
              <a:gd name="connsiteY119" fmla="*/ 340240 h 1421927"/>
              <a:gd name="connsiteX120" fmla="*/ 936032 w 1421929"/>
              <a:gd name="connsiteY120" fmla="*/ 344973 h 1421927"/>
              <a:gd name="connsiteX121" fmla="*/ 710964 w 1421929"/>
              <a:gd name="connsiteY121" fmla="*/ 272707 h 1421927"/>
              <a:gd name="connsiteX122" fmla="*/ 328912 w 1421929"/>
              <a:gd name="connsiteY122" fmla="*/ 649377 h 1421927"/>
              <a:gd name="connsiteX123" fmla="*/ 349447 w 1421929"/>
              <a:gd name="connsiteY123" fmla="*/ 771532 h 1421927"/>
              <a:gd name="connsiteX124" fmla="*/ 336611 w 1421929"/>
              <a:gd name="connsiteY124" fmla="*/ 798044 h 1421927"/>
              <a:gd name="connsiteX125" fmla="*/ 310099 w 1421929"/>
              <a:gd name="connsiteY125" fmla="*/ 785207 h 1421927"/>
              <a:gd name="connsiteX126" fmla="*/ 287254 w 1421929"/>
              <a:gd name="connsiteY126" fmla="*/ 649377 h 1421927"/>
              <a:gd name="connsiteX127" fmla="*/ 710964 w 1421929"/>
              <a:gd name="connsiteY127" fmla="*/ 231049 h 1421927"/>
              <a:gd name="connsiteX128" fmla="*/ 1199263 w 1421929"/>
              <a:gd name="connsiteY128" fmla="*/ 196459 h 1421927"/>
              <a:gd name="connsiteX129" fmla="*/ 1213897 w 1421929"/>
              <a:gd name="connsiteY129" fmla="*/ 202769 h 1421927"/>
              <a:gd name="connsiteX130" fmla="*/ 1213481 w 1421929"/>
              <a:gd name="connsiteY130" fmla="*/ 232221 h 1421927"/>
              <a:gd name="connsiteX131" fmla="*/ 1111074 w 1421929"/>
              <a:gd name="connsiteY131" fmla="*/ 331750 h 1421927"/>
              <a:gd name="connsiteX132" fmla="*/ 1081622 w 1421929"/>
              <a:gd name="connsiteY132" fmla="*/ 331331 h 1421927"/>
              <a:gd name="connsiteX133" fmla="*/ 1082038 w 1421929"/>
              <a:gd name="connsiteY133" fmla="*/ 301879 h 1421927"/>
              <a:gd name="connsiteX134" fmla="*/ 1184445 w 1421929"/>
              <a:gd name="connsiteY134" fmla="*/ 202349 h 1421927"/>
              <a:gd name="connsiteX135" fmla="*/ 1199263 w 1421929"/>
              <a:gd name="connsiteY135" fmla="*/ 196459 h 1421927"/>
              <a:gd name="connsiteX136" fmla="*/ 222668 w 1421929"/>
              <a:gd name="connsiteY136" fmla="*/ 196459 h 1421927"/>
              <a:gd name="connsiteX137" fmla="*/ 237484 w 1421929"/>
              <a:gd name="connsiteY137" fmla="*/ 202349 h 1421927"/>
              <a:gd name="connsiteX138" fmla="*/ 339891 w 1421929"/>
              <a:gd name="connsiteY138" fmla="*/ 301882 h 1421927"/>
              <a:gd name="connsiteX139" fmla="*/ 340307 w 1421929"/>
              <a:gd name="connsiteY139" fmla="*/ 331334 h 1421927"/>
              <a:gd name="connsiteX140" fmla="*/ 310855 w 1421929"/>
              <a:gd name="connsiteY140" fmla="*/ 331753 h 1421927"/>
              <a:gd name="connsiteX141" fmla="*/ 208448 w 1421929"/>
              <a:gd name="connsiteY141" fmla="*/ 232221 h 1421927"/>
              <a:gd name="connsiteX142" fmla="*/ 208032 w 1421929"/>
              <a:gd name="connsiteY142" fmla="*/ 202769 h 1421927"/>
              <a:gd name="connsiteX143" fmla="*/ 222668 w 1421929"/>
              <a:gd name="connsiteY143" fmla="*/ 196459 h 1421927"/>
              <a:gd name="connsiteX144" fmla="*/ 710964 w 1421929"/>
              <a:gd name="connsiteY144" fmla="*/ 0 h 1421927"/>
              <a:gd name="connsiteX145" fmla="*/ 731793 w 1421929"/>
              <a:gd name="connsiteY145" fmla="*/ 20829 h 1421927"/>
              <a:gd name="connsiteX146" fmla="*/ 731793 w 1421929"/>
              <a:gd name="connsiteY146" fmla="*/ 161586 h 1421927"/>
              <a:gd name="connsiteX147" fmla="*/ 710964 w 1421929"/>
              <a:gd name="connsiteY147" fmla="*/ 182415 h 1421927"/>
              <a:gd name="connsiteX148" fmla="*/ 690135 w 1421929"/>
              <a:gd name="connsiteY148" fmla="*/ 161586 h 1421927"/>
              <a:gd name="connsiteX149" fmla="*/ 690135 w 1421929"/>
              <a:gd name="connsiteY149" fmla="*/ 20829 h 1421927"/>
              <a:gd name="connsiteX150" fmla="*/ 710964 w 1421929"/>
              <a:gd name="connsiteY150" fmla="*/ 0 h 1421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1421929" h="1421927">
                <a:moveTo>
                  <a:pt x="584290" y="1309705"/>
                </a:moveTo>
                <a:lnTo>
                  <a:pt x="584290" y="1317590"/>
                </a:lnTo>
                <a:cubicBezTo>
                  <a:pt x="584290" y="1352152"/>
                  <a:pt x="613490" y="1380272"/>
                  <a:pt x="649385" y="1380272"/>
                </a:cubicBezTo>
                <a:lnTo>
                  <a:pt x="781139" y="1380272"/>
                </a:lnTo>
                <a:cubicBezTo>
                  <a:pt x="817031" y="1380272"/>
                  <a:pt x="846234" y="1352152"/>
                  <a:pt x="846234" y="1317590"/>
                </a:cubicBezTo>
                <a:lnTo>
                  <a:pt x="846236" y="1317590"/>
                </a:lnTo>
                <a:lnTo>
                  <a:pt x="846236" y="1309705"/>
                </a:lnTo>
                <a:close/>
                <a:moveTo>
                  <a:pt x="529868" y="1087879"/>
                </a:moveTo>
                <a:lnTo>
                  <a:pt x="529868" y="1122724"/>
                </a:lnTo>
                <a:lnTo>
                  <a:pt x="529868" y="1157570"/>
                </a:lnTo>
                <a:lnTo>
                  <a:pt x="748198" y="1157570"/>
                </a:lnTo>
                <a:cubicBezTo>
                  <a:pt x="759704" y="1157570"/>
                  <a:pt x="769027" y="1166893"/>
                  <a:pt x="769027" y="1178399"/>
                </a:cubicBezTo>
                <a:cubicBezTo>
                  <a:pt x="769027" y="1189905"/>
                  <a:pt x="759704" y="1199228"/>
                  <a:pt x="748198" y="1199228"/>
                </a:cubicBezTo>
                <a:lnTo>
                  <a:pt x="529868" y="1199228"/>
                </a:lnTo>
                <a:lnTo>
                  <a:pt x="529868" y="1200881"/>
                </a:lnTo>
                <a:cubicBezTo>
                  <a:pt x="529868" y="1238401"/>
                  <a:pt x="560390" y="1268922"/>
                  <a:pt x="597910" y="1268922"/>
                </a:cubicBezTo>
                <a:lnTo>
                  <a:pt x="832611" y="1268922"/>
                </a:lnTo>
                <a:cubicBezTo>
                  <a:pt x="870132" y="1268922"/>
                  <a:pt x="900653" y="1238401"/>
                  <a:pt x="900653" y="1200881"/>
                </a:cubicBezTo>
                <a:lnTo>
                  <a:pt x="900653" y="1199228"/>
                </a:lnTo>
                <a:lnTo>
                  <a:pt x="848444" y="1199228"/>
                </a:lnTo>
                <a:cubicBezTo>
                  <a:pt x="836938" y="1199228"/>
                  <a:pt x="827615" y="1189905"/>
                  <a:pt x="827615" y="1178399"/>
                </a:cubicBezTo>
                <a:cubicBezTo>
                  <a:pt x="827615" y="1166893"/>
                  <a:pt x="836938" y="1157570"/>
                  <a:pt x="848444" y="1157570"/>
                </a:cubicBezTo>
                <a:lnTo>
                  <a:pt x="900653" y="1157570"/>
                </a:lnTo>
                <a:lnTo>
                  <a:pt x="900653" y="1122019"/>
                </a:lnTo>
                <a:lnTo>
                  <a:pt x="900653" y="1087879"/>
                </a:lnTo>
                <a:close/>
                <a:moveTo>
                  <a:pt x="1096257" y="1045517"/>
                </a:moveTo>
                <a:cubicBezTo>
                  <a:pt x="1101587" y="1045441"/>
                  <a:pt x="1106947" y="1047399"/>
                  <a:pt x="1111074" y="1051409"/>
                </a:cubicBezTo>
                <a:lnTo>
                  <a:pt x="1213481" y="1150938"/>
                </a:lnTo>
                <a:cubicBezTo>
                  <a:pt x="1221726" y="1158953"/>
                  <a:pt x="1221918" y="1172139"/>
                  <a:pt x="1213897" y="1180391"/>
                </a:cubicBezTo>
                <a:cubicBezTo>
                  <a:pt x="1205877" y="1188644"/>
                  <a:pt x="1192688" y="1188822"/>
                  <a:pt x="1184445" y="1180807"/>
                </a:cubicBezTo>
                <a:lnTo>
                  <a:pt x="1082038" y="1081278"/>
                </a:lnTo>
                <a:cubicBezTo>
                  <a:pt x="1073793" y="1073263"/>
                  <a:pt x="1073601" y="1060076"/>
                  <a:pt x="1081622" y="1051825"/>
                </a:cubicBezTo>
                <a:cubicBezTo>
                  <a:pt x="1085628" y="1047703"/>
                  <a:pt x="1090928" y="1045593"/>
                  <a:pt x="1096257" y="1045517"/>
                </a:cubicBezTo>
                <a:close/>
                <a:moveTo>
                  <a:pt x="325671" y="1045516"/>
                </a:moveTo>
                <a:cubicBezTo>
                  <a:pt x="331001" y="1045593"/>
                  <a:pt x="336301" y="1047703"/>
                  <a:pt x="340307" y="1051825"/>
                </a:cubicBezTo>
                <a:cubicBezTo>
                  <a:pt x="348328" y="1060074"/>
                  <a:pt x="348139" y="1073260"/>
                  <a:pt x="339891" y="1081278"/>
                </a:cubicBezTo>
                <a:lnTo>
                  <a:pt x="237484" y="1180807"/>
                </a:lnTo>
                <a:cubicBezTo>
                  <a:pt x="229244" y="1188822"/>
                  <a:pt x="216052" y="1188644"/>
                  <a:pt x="208032" y="1180391"/>
                </a:cubicBezTo>
                <a:cubicBezTo>
                  <a:pt x="200011" y="1172142"/>
                  <a:pt x="200200" y="1158956"/>
                  <a:pt x="208448" y="1150938"/>
                </a:cubicBezTo>
                <a:lnTo>
                  <a:pt x="310855" y="1051409"/>
                </a:lnTo>
                <a:cubicBezTo>
                  <a:pt x="314980" y="1047397"/>
                  <a:pt x="320340" y="1045440"/>
                  <a:pt x="325671" y="1045516"/>
                </a:cubicBezTo>
                <a:close/>
                <a:moveTo>
                  <a:pt x="678807" y="790021"/>
                </a:moveTo>
                <a:lnTo>
                  <a:pt x="678807" y="1046223"/>
                </a:lnTo>
                <a:lnTo>
                  <a:pt x="751717" y="1046223"/>
                </a:lnTo>
                <a:lnTo>
                  <a:pt x="751717" y="790021"/>
                </a:lnTo>
                <a:close/>
                <a:moveTo>
                  <a:pt x="1256277" y="670753"/>
                </a:moveTo>
                <a:lnTo>
                  <a:pt x="1401100" y="670753"/>
                </a:lnTo>
                <a:cubicBezTo>
                  <a:pt x="1412606" y="670753"/>
                  <a:pt x="1421929" y="680079"/>
                  <a:pt x="1421929" y="691582"/>
                </a:cubicBezTo>
                <a:cubicBezTo>
                  <a:pt x="1421929" y="703085"/>
                  <a:pt x="1412606" y="712411"/>
                  <a:pt x="1401100" y="712411"/>
                </a:cubicBezTo>
                <a:lnTo>
                  <a:pt x="1256277" y="712411"/>
                </a:lnTo>
                <a:cubicBezTo>
                  <a:pt x="1244771" y="712411"/>
                  <a:pt x="1235448" y="703085"/>
                  <a:pt x="1235448" y="691582"/>
                </a:cubicBezTo>
                <a:cubicBezTo>
                  <a:pt x="1235448" y="680079"/>
                  <a:pt x="1244771" y="670753"/>
                  <a:pt x="1256277" y="670753"/>
                </a:cubicBezTo>
                <a:close/>
                <a:moveTo>
                  <a:pt x="20829" y="670753"/>
                </a:moveTo>
                <a:lnTo>
                  <a:pt x="165652" y="670753"/>
                </a:lnTo>
                <a:cubicBezTo>
                  <a:pt x="177158" y="670753"/>
                  <a:pt x="186481" y="680079"/>
                  <a:pt x="186481" y="691582"/>
                </a:cubicBezTo>
                <a:cubicBezTo>
                  <a:pt x="186481" y="703085"/>
                  <a:pt x="177158" y="712411"/>
                  <a:pt x="165652" y="712411"/>
                </a:cubicBezTo>
                <a:lnTo>
                  <a:pt x="20829" y="712411"/>
                </a:lnTo>
                <a:cubicBezTo>
                  <a:pt x="9323" y="712411"/>
                  <a:pt x="0" y="703085"/>
                  <a:pt x="0" y="691582"/>
                </a:cubicBezTo>
                <a:cubicBezTo>
                  <a:pt x="0" y="680079"/>
                  <a:pt x="9323" y="670753"/>
                  <a:pt x="20829" y="670753"/>
                </a:cubicBezTo>
                <a:close/>
                <a:moveTo>
                  <a:pt x="591344" y="664752"/>
                </a:moveTo>
                <a:cubicBezTo>
                  <a:pt x="568499" y="664752"/>
                  <a:pt x="549917" y="683337"/>
                  <a:pt x="549917" y="706179"/>
                </a:cubicBezTo>
                <a:lnTo>
                  <a:pt x="549917" y="706935"/>
                </a:lnTo>
                <a:cubicBezTo>
                  <a:pt x="549917" y="729777"/>
                  <a:pt x="568499" y="748362"/>
                  <a:pt x="591344" y="748362"/>
                </a:cubicBezTo>
                <a:lnTo>
                  <a:pt x="637149" y="748362"/>
                </a:lnTo>
                <a:lnTo>
                  <a:pt x="637149" y="706179"/>
                </a:lnTo>
                <a:cubicBezTo>
                  <a:pt x="637149" y="683334"/>
                  <a:pt x="618567" y="664752"/>
                  <a:pt x="595721" y="664752"/>
                </a:cubicBezTo>
                <a:close/>
                <a:moveTo>
                  <a:pt x="834800" y="664749"/>
                </a:moveTo>
                <a:cubicBezTo>
                  <a:pt x="811957" y="664749"/>
                  <a:pt x="793375" y="683334"/>
                  <a:pt x="793375" y="706177"/>
                </a:cubicBezTo>
                <a:lnTo>
                  <a:pt x="793375" y="748360"/>
                </a:lnTo>
                <a:lnTo>
                  <a:pt x="839177" y="748360"/>
                </a:lnTo>
                <a:cubicBezTo>
                  <a:pt x="862022" y="748360"/>
                  <a:pt x="880604" y="729777"/>
                  <a:pt x="880604" y="706932"/>
                </a:cubicBezTo>
                <a:lnTo>
                  <a:pt x="880604" y="706177"/>
                </a:lnTo>
                <a:cubicBezTo>
                  <a:pt x="880604" y="683331"/>
                  <a:pt x="862022" y="664749"/>
                  <a:pt x="839177" y="664749"/>
                </a:cubicBezTo>
                <a:close/>
                <a:moveTo>
                  <a:pt x="1022574" y="374540"/>
                </a:moveTo>
                <a:cubicBezTo>
                  <a:pt x="1027885" y="374992"/>
                  <a:pt x="1033024" y="377471"/>
                  <a:pt x="1036733" y="381868"/>
                </a:cubicBezTo>
                <a:cubicBezTo>
                  <a:pt x="1099893" y="456761"/>
                  <a:pt x="1134674" y="551764"/>
                  <a:pt x="1134672" y="649377"/>
                </a:cubicBezTo>
                <a:cubicBezTo>
                  <a:pt x="1134672" y="758930"/>
                  <a:pt x="1092078" y="862503"/>
                  <a:pt x="1014730" y="941017"/>
                </a:cubicBezTo>
                <a:cubicBezTo>
                  <a:pt x="972327" y="984064"/>
                  <a:pt x="942311" y="1018740"/>
                  <a:pt x="942308" y="1073185"/>
                </a:cubicBezTo>
                <a:lnTo>
                  <a:pt x="942308" y="1200881"/>
                </a:lnTo>
                <a:cubicBezTo>
                  <a:pt x="942308" y="1241217"/>
                  <a:pt x="920407" y="1276515"/>
                  <a:pt x="887889" y="1295572"/>
                </a:cubicBezTo>
                <a:lnTo>
                  <a:pt x="887889" y="1317587"/>
                </a:lnTo>
                <a:cubicBezTo>
                  <a:pt x="887889" y="1375120"/>
                  <a:pt x="839999" y="1421927"/>
                  <a:pt x="781136" y="1421927"/>
                </a:cubicBezTo>
                <a:lnTo>
                  <a:pt x="649382" y="1421927"/>
                </a:lnTo>
                <a:cubicBezTo>
                  <a:pt x="590520" y="1421927"/>
                  <a:pt x="542629" y="1375123"/>
                  <a:pt x="542629" y="1317587"/>
                </a:cubicBezTo>
                <a:lnTo>
                  <a:pt x="542629" y="1295572"/>
                </a:lnTo>
                <a:cubicBezTo>
                  <a:pt x="510108" y="1276515"/>
                  <a:pt x="488210" y="1241217"/>
                  <a:pt x="488210" y="1200881"/>
                </a:cubicBezTo>
                <a:lnTo>
                  <a:pt x="488210" y="1075176"/>
                </a:lnTo>
                <a:cubicBezTo>
                  <a:pt x="488207" y="1023181"/>
                  <a:pt x="452201" y="986658"/>
                  <a:pt x="410504" y="944367"/>
                </a:cubicBezTo>
                <a:cubicBezTo>
                  <a:pt x="389922" y="923846"/>
                  <a:pt x="371309" y="901195"/>
                  <a:pt x="355407" y="876986"/>
                </a:cubicBezTo>
                <a:cubicBezTo>
                  <a:pt x="349086" y="867377"/>
                  <a:pt x="351749" y="854460"/>
                  <a:pt x="361361" y="848136"/>
                </a:cubicBezTo>
                <a:cubicBezTo>
                  <a:pt x="370965" y="841813"/>
                  <a:pt x="383884" y="844476"/>
                  <a:pt x="390211" y="854091"/>
                </a:cubicBezTo>
                <a:cubicBezTo>
                  <a:pt x="404611" y="876025"/>
                  <a:pt x="421507" y="896532"/>
                  <a:pt x="440167" y="915120"/>
                </a:cubicBezTo>
                <a:cubicBezTo>
                  <a:pt x="477804" y="953293"/>
                  <a:pt x="516510" y="992587"/>
                  <a:pt x="527055" y="1046221"/>
                </a:cubicBezTo>
                <a:lnTo>
                  <a:pt x="637152" y="1046221"/>
                </a:lnTo>
                <a:lnTo>
                  <a:pt x="637152" y="790018"/>
                </a:lnTo>
                <a:lnTo>
                  <a:pt x="591347" y="790018"/>
                </a:lnTo>
                <a:cubicBezTo>
                  <a:pt x="545534" y="790018"/>
                  <a:pt x="508261" y="752745"/>
                  <a:pt x="508261" y="706932"/>
                </a:cubicBezTo>
                <a:lnTo>
                  <a:pt x="508261" y="706177"/>
                </a:lnTo>
                <a:cubicBezTo>
                  <a:pt x="508261" y="660361"/>
                  <a:pt x="545534" y="623091"/>
                  <a:pt x="591347" y="623091"/>
                </a:cubicBezTo>
                <a:lnTo>
                  <a:pt x="595724" y="623091"/>
                </a:lnTo>
                <a:cubicBezTo>
                  <a:pt x="641537" y="623091"/>
                  <a:pt x="678810" y="660364"/>
                  <a:pt x="678810" y="706177"/>
                </a:cubicBezTo>
                <a:lnTo>
                  <a:pt x="678810" y="748360"/>
                </a:lnTo>
                <a:lnTo>
                  <a:pt x="751720" y="748360"/>
                </a:lnTo>
                <a:lnTo>
                  <a:pt x="751720" y="706177"/>
                </a:lnTo>
                <a:cubicBezTo>
                  <a:pt x="751720" y="660361"/>
                  <a:pt x="788990" y="623091"/>
                  <a:pt x="834803" y="623091"/>
                </a:cubicBezTo>
                <a:lnTo>
                  <a:pt x="839180" y="623091"/>
                </a:lnTo>
                <a:cubicBezTo>
                  <a:pt x="884992" y="623091"/>
                  <a:pt x="922265" y="660364"/>
                  <a:pt x="922265" y="706177"/>
                </a:cubicBezTo>
                <a:lnTo>
                  <a:pt x="922265" y="706932"/>
                </a:lnTo>
                <a:cubicBezTo>
                  <a:pt x="922265" y="752745"/>
                  <a:pt x="884992" y="790018"/>
                  <a:pt x="839180" y="790018"/>
                </a:cubicBezTo>
                <a:lnTo>
                  <a:pt x="793378" y="790018"/>
                </a:lnTo>
                <a:lnTo>
                  <a:pt x="793378" y="1046221"/>
                </a:lnTo>
                <a:lnTo>
                  <a:pt x="902683" y="1046221"/>
                </a:lnTo>
                <a:cubicBezTo>
                  <a:pt x="911120" y="991140"/>
                  <a:pt x="945102" y="952343"/>
                  <a:pt x="985058" y="911779"/>
                </a:cubicBezTo>
                <a:cubicBezTo>
                  <a:pt x="1054677" y="841107"/>
                  <a:pt x="1093019" y="747918"/>
                  <a:pt x="1093019" y="649377"/>
                </a:cubicBezTo>
                <a:cubicBezTo>
                  <a:pt x="1093019" y="561579"/>
                  <a:pt x="1061723" y="476116"/>
                  <a:pt x="1004890" y="408724"/>
                </a:cubicBezTo>
                <a:cubicBezTo>
                  <a:pt x="997475" y="399931"/>
                  <a:pt x="998588" y="386790"/>
                  <a:pt x="1007384" y="379374"/>
                </a:cubicBezTo>
                <a:cubicBezTo>
                  <a:pt x="1011780" y="375664"/>
                  <a:pt x="1017263" y="374089"/>
                  <a:pt x="1022574" y="374540"/>
                </a:cubicBezTo>
                <a:close/>
                <a:moveTo>
                  <a:pt x="710964" y="231049"/>
                </a:moveTo>
                <a:cubicBezTo>
                  <a:pt x="801335" y="231049"/>
                  <a:pt x="887581" y="258754"/>
                  <a:pt x="960377" y="311166"/>
                </a:cubicBezTo>
                <a:cubicBezTo>
                  <a:pt x="969711" y="317889"/>
                  <a:pt x="971830" y="330906"/>
                  <a:pt x="965109" y="340240"/>
                </a:cubicBezTo>
                <a:cubicBezTo>
                  <a:pt x="958386" y="349577"/>
                  <a:pt x="945369" y="351691"/>
                  <a:pt x="936032" y="344973"/>
                </a:cubicBezTo>
                <a:cubicBezTo>
                  <a:pt x="870370" y="297696"/>
                  <a:pt x="792545" y="272707"/>
                  <a:pt x="710964" y="272707"/>
                </a:cubicBezTo>
                <a:cubicBezTo>
                  <a:pt x="500302" y="272707"/>
                  <a:pt x="328912" y="441681"/>
                  <a:pt x="328912" y="649377"/>
                </a:cubicBezTo>
                <a:cubicBezTo>
                  <a:pt x="328912" y="691227"/>
                  <a:pt x="335819" y="732324"/>
                  <a:pt x="349447" y="771532"/>
                </a:cubicBezTo>
                <a:cubicBezTo>
                  <a:pt x="353224" y="782397"/>
                  <a:pt x="347478" y="794269"/>
                  <a:pt x="336611" y="798044"/>
                </a:cubicBezTo>
                <a:cubicBezTo>
                  <a:pt x="326035" y="801807"/>
                  <a:pt x="313854" y="796177"/>
                  <a:pt x="310099" y="785207"/>
                </a:cubicBezTo>
                <a:cubicBezTo>
                  <a:pt x="294941" y="741591"/>
                  <a:pt x="287254" y="695892"/>
                  <a:pt x="287254" y="649377"/>
                </a:cubicBezTo>
                <a:cubicBezTo>
                  <a:pt x="287254" y="418710"/>
                  <a:pt x="477329" y="231049"/>
                  <a:pt x="710964" y="231049"/>
                </a:cubicBezTo>
                <a:close/>
                <a:moveTo>
                  <a:pt x="1199263" y="196459"/>
                </a:moveTo>
                <a:cubicBezTo>
                  <a:pt x="1204593" y="196535"/>
                  <a:pt x="1209893" y="198645"/>
                  <a:pt x="1213897" y="202769"/>
                </a:cubicBezTo>
                <a:cubicBezTo>
                  <a:pt x="1221918" y="211017"/>
                  <a:pt x="1221729" y="224203"/>
                  <a:pt x="1213481" y="232221"/>
                </a:cubicBezTo>
                <a:lnTo>
                  <a:pt x="1111074" y="331750"/>
                </a:lnTo>
                <a:cubicBezTo>
                  <a:pt x="1102831" y="339763"/>
                  <a:pt x="1089642" y="339588"/>
                  <a:pt x="1081622" y="331331"/>
                </a:cubicBezTo>
                <a:cubicBezTo>
                  <a:pt x="1073601" y="323083"/>
                  <a:pt x="1073790" y="309897"/>
                  <a:pt x="1082038" y="301879"/>
                </a:cubicBezTo>
                <a:lnTo>
                  <a:pt x="1184445" y="202349"/>
                </a:lnTo>
                <a:cubicBezTo>
                  <a:pt x="1188572" y="198340"/>
                  <a:pt x="1193933" y="196383"/>
                  <a:pt x="1199263" y="196459"/>
                </a:cubicBezTo>
                <a:close/>
                <a:moveTo>
                  <a:pt x="222668" y="196459"/>
                </a:moveTo>
                <a:cubicBezTo>
                  <a:pt x="227998" y="196383"/>
                  <a:pt x="233358" y="198340"/>
                  <a:pt x="237484" y="202349"/>
                </a:cubicBezTo>
                <a:lnTo>
                  <a:pt x="339891" y="301882"/>
                </a:lnTo>
                <a:cubicBezTo>
                  <a:pt x="348136" y="309899"/>
                  <a:pt x="348328" y="323086"/>
                  <a:pt x="340307" y="331334"/>
                </a:cubicBezTo>
                <a:cubicBezTo>
                  <a:pt x="332287" y="339588"/>
                  <a:pt x="319098" y="339765"/>
                  <a:pt x="310855" y="331753"/>
                </a:cubicBezTo>
                <a:lnTo>
                  <a:pt x="208448" y="232221"/>
                </a:lnTo>
                <a:cubicBezTo>
                  <a:pt x="200203" y="224203"/>
                  <a:pt x="200011" y="211017"/>
                  <a:pt x="208032" y="202769"/>
                </a:cubicBezTo>
                <a:cubicBezTo>
                  <a:pt x="212038" y="198645"/>
                  <a:pt x="217338" y="196535"/>
                  <a:pt x="222668" y="196459"/>
                </a:cubicBezTo>
                <a:close/>
                <a:moveTo>
                  <a:pt x="710964" y="0"/>
                </a:moveTo>
                <a:cubicBezTo>
                  <a:pt x="722470" y="0"/>
                  <a:pt x="731793" y="9326"/>
                  <a:pt x="731793" y="20829"/>
                </a:cubicBezTo>
                <a:lnTo>
                  <a:pt x="731793" y="161586"/>
                </a:lnTo>
                <a:cubicBezTo>
                  <a:pt x="731793" y="173089"/>
                  <a:pt x="722470" y="182415"/>
                  <a:pt x="710964" y="182415"/>
                </a:cubicBezTo>
                <a:cubicBezTo>
                  <a:pt x="699458" y="182415"/>
                  <a:pt x="690135" y="173089"/>
                  <a:pt x="690135" y="161586"/>
                </a:cubicBezTo>
                <a:lnTo>
                  <a:pt x="690135" y="20829"/>
                </a:lnTo>
                <a:cubicBezTo>
                  <a:pt x="690135" y="9326"/>
                  <a:pt x="699458" y="0"/>
                  <a:pt x="710964" y="0"/>
                </a:cubicBezTo>
                <a:close/>
              </a:path>
            </a:pathLst>
          </a:custGeom>
          <a:solidFill>
            <a:schemeClr val="accent2"/>
          </a:solidFill>
          <a:ln w="2772" cap="flat">
            <a:noFill/>
            <a:prstDash val="solid"/>
            <a:miter/>
          </a:ln>
        </p:spPr>
        <p:txBody>
          <a:bodyPr rtlCol="0" anchor="ctr"/>
          <a:lstStyle/>
          <a:p>
            <a:endParaRPr lang="en-VI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D870E4-34E2-1E90-EE94-A286FE87F41F}"/>
              </a:ext>
            </a:extLst>
          </p:cNvPr>
          <p:cNvSpPr txBox="1"/>
          <p:nvPr/>
        </p:nvSpPr>
        <p:spPr>
          <a:xfrm>
            <a:off x="8154324" y="1759047"/>
            <a:ext cx="1852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1.Tipp</a:t>
            </a:r>
            <a:endParaRPr lang="en-VI" dirty="0">
              <a:solidFill>
                <a:schemeClr val="tx1">
                  <a:lumMod val="95000"/>
                  <a:lumOff val="5000"/>
                </a:schemeClr>
              </a:solidFill>
              <a:latin typeface="Arial Black" panose="020B0A04020102020204" pitchFamily="34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C61A4E-28D4-624F-218E-ABFA1F03D407}"/>
              </a:ext>
            </a:extLst>
          </p:cNvPr>
          <p:cNvSpPr txBox="1"/>
          <p:nvPr/>
        </p:nvSpPr>
        <p:spPr>
          <a:xfrm>
            <a:off x="8154323" y="2068446"/>
            <a:ext cx="33312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 smtClean="0"/>
              <a:t>A </a:t>
            </a:r>
            <a:r>
              <a:rPr lang="hu-HU" sz="1400" dirty="0"/>
              <a:t>felhasználók a futam kezdete előtt legkésőbb 24 órával egy modern, fogd-és-vidd (</a:t>
            </a:r>
            <a:r>
              <a:rPr lang="hu-HU" sz="1400" dirty="0" err="1"/>
              <a:t>Drag</a:t>
            </a:r>
            <a:r>
              <a:rPr lang="hu-HU" sz="1400" dirty="0"/>
              <a:t> &amp; </a:t>
            </a:r>
            <a:r>
              <a:rPr lang="hu-HU" sz="1400" dirty="0" err="1"/>
              <a:t>Drop</a:t>
            </a:r>
            <a:r>
              <a:rPr lang="hu-HU" sz="1400" dirty="0"/>
              <a:t>) felületen, egyszerű húzással állíthatják be a pilóták várt beérkezési sorrendjét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Questrial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8729C2FD-5ABD-4F93-9E92-ECCD92CE1134}"/>
              </a:ext>
            </a:extLst>
          </p:cNvPr>
          <p:cNvSpPr/>
          <p:nvPr/>
        </p:nvSpPr>
        <p:spPr bwMode="auto">
          <a:xfrm rot="5400000">
            <a:off x="7645573" y="2171792"/>
            <a:ext cx="249466" cy="16264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VI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16F5FB-90B3-FA64-6829-F2ED2E5DA72D}"/>
              </a:ext>
            </a:extLst>
          </p:cNvPr>
          <p:cNvSpPr txBox="1"/>
          <p:nvPr/>
        </p:nvSpPr>
        <p:spPr>
          <a:xfrm>
            <a:off x="8154324" y="3394841"/>
            <a:ext cx="2038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2.Kiértékelés</a:t>
            </a:r>
            <a:endParaRPr lang="en-VI" dirty="0">
              <a:solidFill>
                <a:schemeClr val="tx1">
                  <a:lumMod val="95000"/>
                  <a:lumOff val="5000"/>
                </a:schemeClr>
              </a:solidFill>
              <a:latin typeface="Arial Black" panose="020B0A04020102020204" pitchFamily="34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FBB2BF-BDB4-E810-9E2B-8E830589CCE4}"/>
              </a:ext>
            </a:extLst>
          </p:cNvPr>
          <p:cNvSpPr txBox="1"/>
          <p:nvPr/>
        </p:nvSpPr>
        <p:spPr>
          <a:xfrm>
            <a:off x="8154323" y="3704240"/>
            <a:ext cx="33312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/>
              <a:t>A kockás zászló leintését követően a rendszer automatikusan összeveti a leadott tippeket a hivatalos végeredménnyel, és minden telitalálatért azonnal virtuális pontokat ír jóvá a felhasználó fiókjában.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Questrial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EAA1B291-7CB1-8B4A-EC10-FD1E5FB19370}"/>
              </a:ext>
            </a:extLst>
          </p:cNvPr>
          <p:cNvSpPr/>
          <p:nvPr/>
        </p:nvSpPr>
        <p:spPr bwMode="auto">
          <a:xfrm rot="5400000">
            <a:off x="7645573" y="3807586"/>
            <a:ext cx="249466" cy="16264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VI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420D52-5154-5CDF-7E1F-C08CDFC3E8DE}"/>
              </a:ext>
            </a:extLst>
          </p:cNvPr>
          <p:cNvSpPr txBox="1"/>
          <p:nvPr/>
        </p:nvSpPr>
        <p:spPr>
          <a:xfrm>
            <a:off x="8154324" y="5030636"/>
            <a:ext cx="2324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3.Pont beváltás</a:t>
            </a:r>
            <a:endParaRPr lang="en-VI" dirty="0">
              <a:solidFill>
                <a:schemeClr val="tx1">
                  <a:lumMod val="95000"/>
                  <a:lumOff val="5000"/>
                </a:schemeClr>
              </a:solidFill>
              <a:latin typeface="Arial Black" panose="020B0A04020102020204" pitchFamily="34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E7FF482-A28F-1037-5472-82F14728C30C}"/>
              </a:ext>
            </a:extLst>
          </p:cNvPr>
          <p:cNvSpPr txBox="1"/>
          <p:nvPr/>
        </p:nvSpPr>
        <p:spPr>
          <a:xfrm>
            <a:off x="8154323" y="5340035"/>
            <a:ext cx="33312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/>
              <a:t>A sikeres tippekért összegyűjtött pontokat a játékosok a beépített </a:t>
            </a:r>
            <a:r>
              <a:rPr lang="hu-HU" sz="1400" dirty="0" err="1"/>
              <a:t>Pitwall</a:t>
            </a:r>
            <a:r>
              <a:rPr lang="hu-HU" sz="1400" dirty="0"/>
              <a:t> Shopban exkluzív digitális jutalmakra, VIP rangokra, vagy akár fizikai F1-es ajándékkuponokra cserélhetik.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Questrial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54A51180-D1D3-A385-0484-4856DD12C30B}"/>
              </a:ext>
            </a:extLst>
          </p:cNvPr>
          <p:cNvSpPr/>
          <p:nvPr/>
        </p:nvSpPr>
        <p:spPr bwMode="auto">
          <a:xfrm rot="5400000">
            <a:off x="7645573" y="5443381"/>
            <a:ext cx="249466" cy="16264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110032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250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7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25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75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25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75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250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75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 animBg="1"/>
      <p:bldP spid="10" grpId="0"/>
      <p:bldP spid="11" grpId="0"/>
      <p:bldP spid="12" grpId="0" animBg="1"/>
      <p:bldP spid="19" grpId="0"/>
      <p:bldP spid="20" grpId="0"/>
      <p:bldP spid="21" grpId="0" animBg="1"/>
      <p:bldP spid="23" grpId="0"/>
      <p:bldP spid="24" grpId="0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6B8727-46D7-CF70-CEB4-4B1963C85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AD7A4DB-1908-7B3B-6C2B-AC9C1EDF2A8C}"/>
              </a:ext>
            </a:extLst>
          </p:cNvPr>
          <p:cNvSpPr/>
          <p:nvPr/>
        </p:nvSpPr>
        <p:spPr bwMode="auto">
          <a:xfrm>
            <a:off x="0" y="1099383"/>
            <a:ext cx="4937738" cy="2986512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59000">
                <a:schemeClr val="accent1">
                  <a:lumMod val="50000"/>
                  <a:alpha val="80000"/>
                </a:schemeClr>
              </a:gs>
              <a:gs pos="94000">
                <a:schemeClr val="tx1">
                  <a:lumMod val="95000"/>
                  <a:lumOff val="5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VI"/>
          </a:p>
        </p:txBody>
      </p:sp>
      <p:sp>
        <p:nvSpPr>
          <p:cNvPr id="8" name="Freeform: Shape 6">
            <a:extLst>
              <a:ext uri="{FF2B5EF4-FFF2-40B4-BE49-F238E27FC236}">
                <a16:creationId xmlns:a16="http://schemas.microsoft.com/office/drawing/2014/main" id="{EC3B09DD-41D7-7E70-F2FF-CAAA0ADA7C41}"/>
              </a:ext>
            </a:extLst>
          </p:cNvPr>
          <p:cNvSpPr/>
          <p:nvPr/>
        </p:nvSpPr>
        <p:spPr bwMode="auto">
          <a:xfrm>
            <a:off x="391882" y="604699"/>
            <a:ext cx="2740683" cy="608485"/>
          </a:xfrm>
          <a:custGeom>
            <a:avLst/>
            <a:gdLst>
              <a:gd name="connsiteX0" fmla="*/ 3573870 w 4593778"/>
              <a:gd name="connsiteY0" fmla="*/ 0 h 1019908"/>
              <a:gd name="connsiteX1" fmla="*/ 4083824 w 4593778"/>
              <a:gd name="connsiteY1" fmla="*/ 0 h 1019908"/>
              <a:gd name="connsiteX2" fmla="*/ 4593778 w 4593778"/>
              <a:gd name="connsiteY2" fmla="*/ 509954 h 1019908"/>
              <a:gd name="connsiteX3" fmla="*/ 4083824 w 4593778"/>
              <a:gd name="connsiteY3" fmla="*/ 1019908 h 1019908"/>
              <a:gd name="connsiteX4" fmla="*/ 3573870 w 4593778"/>
              <a:gd name="connsiteY4" fmla="*/ 1019908 h 1019908"/>
              <a:gd name="connsiteX5" fmla="*/ 4083824 w 4593778"/>
              <a:gd name="connsiteY5" fmla="*/ 509954 h 1019908"/>
              <a:gd name="connsiteX6" fmla="*/ 2859096 w 4593778"/>
              <a:gd name="connsiteY6" fmla="*/ 0 h 1019908"/>
              <a:gd name="connsiteX7" fmla="*/ 3369050 w 4593778"/>
              <a:gd name="connsiteY7" fmla="*/ 0 h 1019908"/>
              <a:gd name="connsiteX8" fmla="*/ 3879004 w 4593778"/>
              <a:gd name="connsiteY8" fmla="*/ 509954 h 1019908"/>
              <a:gd name="connsiteX9" fmla="*/ 3369050 w 4593778"/>
              <a:gd name="connsiteY9" fmla="*/ 1019908 h 1019908"/>
              <a:gd name="connsiteX10" fmla="*/ 2859096 w 4593778"/>
              <a:gd name="connsiteY10" fmla="*/ 1019908 h 1019908"/>
              <a:gd name="connsiteX11" fmla="*/ 3369050 w 4593778"/>
              <a:gd name="connsiteY11" fmla="*/ 509954 h 1019908"/>
              <a:gd name="connsiteX12" fmla="*/ 2144322 w 4593778"/>
              <a:gd name="connsiteY12" fmla="*/ 0 h 1019908"/>
              <a:gd name="connsiteX13" fmla="*/ 2654276 w 4593778"/>
              <a:gd name="connsiteY13" fmla="*/ 0 h 1019908"/>
              <a:gd name="connsiteX14" fmla="*/ 3164230 w 4593778"/>
              <a:gd name="connsiteY14" fmla="*/ 509954 h 1019908"/>
              <a:gd name="connsiteX15" fmla="*/ 2654276 w 4593778"/>
              <a:gd name="connsiteY15" fmla="*/ 1019908 h 1019908"/>
              <a:gd name="connsiteX16" fmla="*/ 2144322 w 4593778"/>
              <a:gd name="connsiteY16" fmla="*/ 1019908 h 1019908"/>
              <a:gd name="connsiteX17" fmla="*/ 2654276 w 4593778"/>
              <a:gd name="connsiteY17" fmla="*/ 509954 h 1019908"/>
              <a:gd name="connsiteX18" fmla="*/ 1429548 w 4593778"/>
              <a:gd name="connsiteY18" fmla="*/ 0 h 1019908"/>
              <a:gd name="connsiteX19" fmla="*/ 1939502 w 4593778"/>
              <a:gd name="connsiteY19" fmla="*/ 0 h 1019908"/>
              <a:gd name="connsiteX20" fmla="*/ 2449456 w 4593778"/>
              <a:gd name="connsiteY20" fmla="*/ 509954 h 1019908"/>
              <a:gd name="connsiteX21" fmla="*/ 1939502 w 4593778"/>
              <a:gd name="connsiteY21" fmla="*/ 1019908 h 1019908"/>
              <a:gd name="connsiteX22" fmla="*/ 1429548 w 4593778"/>
              <a:gd name="connsiteY22" fmla="*/ 1019908 h 1019908"/>
              <a:gd name="connsiteX23" fmla="*/ 1939502 w 4593778"/>
              <a:gd name="connsiteY23" fmla="*/ 509954 h 1019908"/>
              <a:gd name="connsiteX24" fmla="*/ 714774 w 4593778"/>
              <a:gd name="connsiteY24" fmla="*/ 0 h 1019908"/>
              <a:gd name="connsiteX25" fmla="*/ 1224728 w 4593778"/>
              <a:gd name="connsiteY25" fmla="*/ 0 h 1019908"/>
              <a:gd name="connsiteX26" fmla="*/ 1734682 w 4593778"/>
              <a:gd name="connsiteY26" fmla="*/ 509954 h 1019908"/>
              <a:gd name="connsiteX27" fmla="*/ 1224728 w 4593778"/>
              <a:gd name="connsiteY27" fmla="*/ 1019908 h 1019908"/>
              <a:gd name="connsiteX28" fmla="*/ 714774 w 4593778"/>
              <a:gd name="connsiteY28" fmla="*/ 1019908 h 1019908"/>
              <a:gd name="connsiteX29" fmla="*/ 1224728 w 4593778"/>
              <a:gd name="connsiteY29" fmla="*/ 509954 h 1019908"/>
              <a:gd name="connsiteX30" fmla="*/ 0 w 4593778"/>
              <a:gd name="connsiteY30" fmla="*/ 0 h 1019908"/>
              <a:gd name="connsiteX31" fmla="*/ 509954 w 4593778"/>
              <a:gd name="connsiteY31" fmla="*/ 0 h 1019908"/>
              <a:gd name="connsiteX32" fmla="*/ 1019908 w 4593778"/>
              <a:gd name="connsiteY32" fmla="*/ 509954 h 1019908"/>
              <a:gd name="connsiteX33" fmla="*/ 509954 w 4593778"/>
              <a:gd name="connsiteY33" fmla="*/ 1019908 h 1019908"/>
              <a:gd name="connsiteX34" fmla="*/ 0 w 4593778"/>
              <a:gd name="connsiteY34" fmla="*/ 1019908 h 1019908"/>
              <a:gd name="connsiteX35" fmla="*/ 509954 w 4593778"/>
              <a:gd name="connsiteY35" fmla="*/ 509954 h 1019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4593778" h="1019908">
                <a:moveTo>
                  <a:pt x="3573870" y="0"/>
                </a:moveTo>
                <a:lnTo>
                  <a:pt x="4083824" y="0"/>
                </a:lnTo>
                <a:lnTo>
                  <a:pt x="4593778" y="509954"/>
                </a:lnTo>
                <a:lnTo>
                  <a:pt x="4083824" y="1019908"/>
                </a:lnTo>
                <a:lnTo>
                  <a:pt x="3573870" y="1019908"/>
                </a:lnTo>
                <a:lnTo>
                  <a:pt x="4083824" y="509954"/>
                </a:lnTo>
                <a:close/>
                <a:moveTo>
                  <a:pt x="2859096" y="0"/>
                </a:moveTo>
                <a:lnTo>
                  <a:pt x="3369050" y="0"/>
                </a:lnTo>
                <a:lnTo>
                  <a:pt x="3879004" y="509954"/>
                </a:lnTo>
                <a:lnTo>
                  <a:pt x="3369050" y="1019908"/>
                </a:lnTo>
                <a:lnTo>
                  <a:pt x="2859096" y="1019908"/>
                </a:lnTo>
                <a:lnTo>
                  <a:pt x="3369050" y="509954"/>
                </a:lnTo>
                <a:close/>
                <a:moveTo>
                  <a:pt x="2144322" y="0"/>
                </a:moveTo>
                <a:lnTo>
                  <a:pt x="2654276" y="0"/>
                </a:lnTo>
                <a:lnTo>
                  <a:pt x="3164230" y="509954"/>
                </a:lnTo>
                <a:lnTo>
                  <a:pt x="2654276" y="1019908"/>
                </a:lnTo>
                <a:lnTo>
                  <a:pt x="2144322" y="1019908"/>
                </a:lnTo>
                <a:lnTo>
                  <a:pt x="2654276" y="509954"/>
                </a:lnTo>
                <a:close/>
                <a:moveTo>
                  <a:pt x="1429548" y="0"/>
                </a:moveTo>
                <a:lnTo>
                  <a:pt x="1939502" y="0"/>
                </a:lnTo>
                <a:lnTo>
                  <a:pt x="2449456" y="509954"/>
                </a:lnTo>
                <a:lnTo>
                  <a:pt x="1939502" y="1019908"/>
                </a:lnTo>
                <a:lnTo>
                  <a:pt x="1429548" y="1019908"/>
                </a:lnTo>
                <a:lnTo>
                  <a:pt x="1939502" y="509954"/>
                </a:lnTo>
                <a:close/>
                <a:moveTo>
                  <a:pt x="714774" y="0"/>
                </a:moveTo>
                <a:lnTo>
                  <a:pt x="1224728" y="0"/>
                </a:lnTo>
                <a:lnTo>
                  <a:pt x="1734682" y="509954"/>
                </a:lnTo>
                <a:lnTo>
                  <a:pt x="1224728" y="1019908"/>
                </a:lnTo>
                <a:lnTo>
                  <a:pt x="714774" y="1019908"/>
                </a:lnTo>
                <a:lnTo>
                  <a:pt x="1224728" y="509954"/>
                </a:lnTo>
                <a:close/>
                <a:moveTo>
                  <a:pt x="0" y="0"/>
                </a:moveTo>
                <a:lnTo>
                  <a:pt x="509954" y="0"/>
                </a:lnTo>
                <a:lnTo>
                  <a:pt x="1019908" y="509954"/>
                </a:lnTo>
                <a:lnTo>
                  <a:pt x="509954" y="1019908"/>
                </a:lnTo>
                <a:lnTo>
                  <a:pt x="0" y="1019908"/>
                </a:lnTo>
                <a:lnTo>
                  <a:pt x="509954" y="509954"/>
                </a:lnTo>
                <a:close/>
              </a:path>
            </a:pathLst>
          </a:custGeom>
          <a:solidFill>
            <a:schemeClr val="accent2">
              <a:alpha val="38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VI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78B9C6-A565-8397-0CF1-EB2BB7EC7AF5}"/>
              </a:ext>
            </a:extLst>
          </p:cNvPr>
          <p:cNvSpPr txBox="1"/>
          <p:nvPr/>
        </p:nvSpPr>
        <p:spPr>
          <a:xfrm>
            <a:off x="0" y="4932105"/>
            <a:ext cx="12191999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 spc="300" dirty="0">
                <a:solidFill>
                  <a:schemeClr val="bg2">
                    <a:lumMod val="90000"/>
                    <a:alpha val="75000"/>
                  </a:schemeClr>
                </a:solidFill>
                <a:latin typeface="Racing Sans One" panose="02000000000000000000" pitchFamily="2" charset="0"/>
                <a:cs typeface="Arial" pitchFamily="34" charset="0"/>
              </a:rPr>
              <a:t>FORMULA ONE</a:t>
            </a:r>
            <a:endParaRPr lang="en-VI" sz="13800" b="1" spc="300" dirty="0">
              <a:solidFill>
                <a:schemeClr val="bg2">
                  <a:lumMod val="90000"/>
                  <a:alpha val="75000"/>
                </a:schemeClr>
              </a:solidFill>
              <a:latin typeface="Racing Sans One" panose="02000000000000000000" pitchFamily="2" charset="0"/>
              <a:cs typeface="Arial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149BC8-999D-1CAF-C513-DB143146B4AE}"/>
              </a:ext>
            </a:extLst>
          </p:cNvPr>
          <p:cNvSpPr txBox="1"/>
          <p:nvPr/>
        </p:nvSpPr>
        <p:spPr>
          <a:xfrm>
            <a:off x="7276202" y="3429000"/>
            <a:ext cx="20257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600" dirty="0" smtClean="0">
                <a:solidFill>
                  <a:schemeClr val="accent2"/>
                </a:solidFill>
                <a:latin typeface="Questrial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  <a:hlinkClick r:id="rId2"/>
              </a:rPr>
              <a:t>f1fanclub.hu</a:t>
            </a:r>
            <a:endParaRPr lang="hu-HU" sz="1600" dirty="0" smtClean="0">
              <a:solidFill>
                <a:schemeClr val="accent2"/>
              </a:solidFill>
              <a:latin typeface="Questrial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F34F15E-D142-951C-8A2B-9DAA6503CE3B}"/>
              </a:ext>
            </a:extLst>
          </p:cNvPr>
          <p:cNvSpPr/>
          <p:nvPr/>
        </p:nvSpPr>
        <p:spPr>
          <a:xfrm>
            <a:off x="7373882" y="3152662"/>
            <a:ext cx="276900" cy="276338"/>
          </a:xfrm>
          <a:custGeom>
            <a:avLst/>
            <a:gdLst>
              <a:gd name="connsiteX0" fmla="*/ 124018 w 337787"/>
              <a:gd name="connsiteY0" fmla="*/ 330735 h 337102"/>
              <a:gd name="connsiteX1" fmla="*/ 124047 w 337787"/>
              <a:gd name="connsiteY1" fmla="*/ 330745 h 337102"/>
              <a:gd name="connsiteX2" fmla="*/ 124047 w 337787"/>
              <a:gd name="connsiteY2" fmla="*/ 330781 h 337102"/>
              <a:gd name="connsiteX3" fmla="*/ 85177 w 337787"/>
              <a:gd name="connsiteY3" fmla="*/ 270221 h 337102"/>
              <a:gd name="connsiteX4" fmla="*/ 97865 w 337787"/>
              <a:gd name="connsiteY4" fmla="*/ 289278 h 337102"/>
              <a:gd name="connsiteX5" fmla="*/ 124018 w 337787"/>
              <a:gd name="connsiteY5" fmla="*/ 330735 h 337102"/>
              <a:gd name="connsiteX6" fmla="*/ 84221 w 337787"/>
              <a:gd name="connsiteY6" fmla="*/ 316394 h 337102"/>
              <a:gd name="connsiteX7" fmla="*/ 50418 w 337787"/>
              <a:gd name="connsiteY7" fmla="*/ 291083 h 337102"/>
              <a:gd name="connsiteX8" fmla="*/ 51834 w 337787"/>
              <a:gd name="connsiteY8" fmla="*/ 281636 h 337102"/>
              <a:gd name="connsiteX9" fmla="*/ 62484 w 337787"/>
              <a:gd name="connsiteY9" fmla="*/ 276506 h 337102"/>
              <a:gd name="connsiteX10" fmla="*/ 85177 w 337787"/>
              <a:gd name="connsiteY10" fmla="*/ 270221 h 337102"/>
              <a:gd name="connsiteX11" fmla="*/ 253862 w 337787"/>
              <a:gd name="connsiteY11" fmla="*/ 269783 h 337102"/>
              <a:gd name="connsiteX12" fmla="*/ 285705 w 337787"/>
              <a:gd name="connsiteY12" fmla="*/ 281954 h 337102"/>
              <a:gd name="connsiteX13" fmla="*/ 287828 w 337787"/>
              <a:gd name="connsiteY13" fmla="*/ 289420 h 337102"/>
              <a:gd name="connsiteX14" fmla="*/ 212536 w 337787"/>
              <a:gd name="connsiteY14" fmla="*/ 330957 h 337102"/>
              <a:gd name="connsiteX15" fmla="*/ 212501 w 337787"/>
              <a:gd name="connsiteY15" fmla="*/ 330957 h 337102"/>
              <a:gd name="connsiteX16" fmla="*/ 246290 w 337787"/>
              <a:gd name="connsiteY16" fmla="*/ 273073 h 337102"/>
              <a:gd name="connsiteX17" fmla="*/ 253862 w 337787"/>
              <a:gd name="connsiteY17" fmla="*/ 269783 h 337102"/>
              <a:gd name="connsiteX18" fmla="*/ 183877 w 337787"/>
              <a:gd name="connsiteY18" fmla="*/ 257753 h 337102"/>
              <a:gd name="connsiteX19" fmla="*/ 229377 w 337787"/>
              <a:gd name="connsiteY19" fmla="*/ 263662 h 337102"/>
              <a:gd name="connsiteX20" fmla="*/ 235994 w 337787"/>
              <a:gd name="connsiteY20" fmla="*/ 272331 h 337102"/>
              <a:gd name="connsiteX21" fmla="*/ 189255 w 337787"/>
              <a:gd name="connsiteY21" fmla="*/ 333505 h 337102"/>
              <a:gd name="connsiteX22" fmla="*/ 172944 w 337787"/>
              <a:gd name="connsiteY22" fmla="*/ 323704 h 337102"/>
              <a:gd name="connsiteX23" fmla="*/ 172944 w 337787"/>
              <a:gd name="connsiteY23" fmla="*/ 297416 h 337102"/>
              <a:gd name="connsiteX24" fmla="*/ 172979 w 337787"/>
              <a:gd name="connsiteY24" fmla="*/ 297416 h 337102"/>
              <a:gd name="connsiteX25" fmla="*/ 173015 w 337787"/>
              <a:gd name="connsiteY25" fmla="*/ 297451 h 337102"/>
              <a:gd name="connsiteX26" fmla="*/ 172944 w 337787"/>
              <a:gd name="connsiteY26" fmla="*/ 268545 h 337102"/>
              <a:gd name="connsiteX27" fmla="*/ 183877 w 337787"/>
              <a:gd name="connsiteY27" fmla="*/ 257753 h 337102"/>
              <a:gd name="connsiteX28" fmla="*/ 152282 w 337787"/>
              <a:gd name="connsiteY28" fmla="*/ 257753 h 337102"/>
              <a:gd name="connsiteX29" fmla="*/ 164099 w 337787"/>
              <a:gd name="connsiteY29" fmla="*/ 269005 h 337102"/>
              <a:gd name="connsiteX30" fmla="*/ 164028 w 337787"/>
              <a:gd name="connsiteY30" fmla="*/ 297911 h 337102"/>
              <a:gd name="connsiteX31" fmla="*/ 164099 w 337787"/>
              <a:gd name="connsiteY31" fmla="*/ 326818 h 337102"/>
              <a:gd name="connsiteX32" fmla="*/ 150866 w 337787"/>
              <a:gd name="connsiteY32" fmla="*/ 335062 h 337102"/>
              <a:gd name="connsiteX33" fmla="*/ 115025 w 337787"/>
              <a:gd name="connsiteY33" fmla="*/ 301485 h 337102"/>
              <a:gd name="connsiteX34" fmla="*/ 102606 w 337787"/>
              <a:gd name="connsiteY34" fmla="*/ 276895 h 337102"/>
              <a:gd name="connsiteX35" fmla="*/ 109364 w 337787"/>
              <a:gd name="connsiteY35" fmla="*/ 263167 h 337102"/>
              <a:gd name="connsiteX36" fmla="*/ 152282 w 337787"/>
              <a:gd name="connsiteY36" fmla="*/ 257753 h 337102"/>
              <a:gd name="connsiteX37" fmla="*/ 62873 w 337787"/>
              <a:gd name="connsiteY37" fmla="*/ 173015 h 337102"/>
              <a:gd name="connsiteX38" fmla="*/ 74443 w 337787"/>
              <a:gd name="connsiteY38" fmla="*/ 183594 h 337102"/>
              <a:gd name="connsiteX39" fmla="*/ 83996 w 337787"/>
              <a:gd name="connsiteY39" fmla="*/ 249474 h 337102"/>
              <a:gd name="connsiteX40" fmla="*/ 76742 w 337787"/>
              <a:gd name="connsiteY40" fmla="*/ 262283 h 337102"/>
              <a:gd name="connsiteX41" fmla="*/ 59476 w 337787"/>
              <a:gd name="connsiteY41" fmla="*/ 268474 h 337102"/>
              <a:gd name="connsiteX42" fmla="*/ 23352 w 337787"/>
              <a:gd name="connsiteY42" fmla="*/ 257046 h 337102"/>
              <a:gd name="connsiteX43" fmla="*/ 0 w 337787"/>
              <a:gd name="connsiteY43" fmla="*/ 194845 h 337102"/>
              <a:gd name="connsiteX44" fmla="*/ 0 w 337787"/>
              <a:gd name="connsiteY44" fmla="*/ 173793 h 337102"/>
              <a:gd name="connsiteX45" fmla="*/ 62873 w 337787"/>
              <a:gd name="connsiteY45" fmla="*/ 173015 h 337102"/>
              <a:gd name="connsiteX46" fmla="*/ 94716 w 337787"/>
              <a:gd name="connsiteY46" fmla="*/ 172980 h 337102"/>
              <a:gd name="connsiteX47" fmla="*/ 152458 w 337787"/>
              <a:gd name="connsiteY47" fmla="*/ 172980 h 337102"/>
              <a:gd name="connsiteX48" fmla="*/ 164099 w 337787"/>
              <a:gd name="connsiteY48" fmla="*/ 184691 h 337102"/>
              <a:gd name="connsiteX49" fmla="*/ 164028 w 337787"/>
              <a:gd name="connsiteY49" fmla="*/ 210944 h 337102"/>
              <a:gd name="connsiteX50" fmla="*/ 164063 w 337787"/>
              <a:gd name="connsiteY50" fmla="*/ 210944 h 337102"/>
              <a:gd name="connsiteX51" fmla="*/ 164063 w 337787"/>
              <a:gd name="connsiteY51" fmla="*/ 226689 h 337102"/>
              <a:gd name="connsiteX52" fmla="*/ 141985 w 337787"/>
              <a:gd name="connsiteY52" fmla="*/ 250430 h 337102"/>
              <a:gd name="connsiteX53" fmla="*/ 105684 w 337787"/>
              <a:gd name="connsiteY53" fmla="*/ 255242 h 337102"/>
              <a:gd name="connsiteX54" fmla="*/ 92274 w 337787"/>
              <a:gd name="connsiteY54" fmla="*/ 246927 h 337102"/>
              <a:gd name="connsiteX55" fmla="*/ 83323 w 337787"/>
              <a:gd name="connsiteY55" fmla="*/ 184833 h 337102"/>
              <a:gd name="connsiteX56" fmla="*/ 94716 w 337787"/>
              <a:gd name="connsiteY56" fmla="*/ 172980 h 337102"/>
              <a:gd name="connsiteX57" fmla="*/ 184585 w 337787"/>
              <a:gd name="connsiteY57" fmla="*/ 172944 h 337102"/>
              <a:gd name="connsiteX58" fmla="*/ 213456 w 337787"/>
              <a:gd name="connsiteY58" fmla="*/ 173015 h 337102"/>
              <a:gd name="connsiteX59" fmla="*/ 213456 w 337787"/>
              <a:gd name="connsiteY59" fmla="*/ 173050 h 337102"/>
              <a:gd name="connsiteX60" fmla="*/ 242327 w 337787"/>
              <a:gd name="connsiteY60" fmla="*/ 172979 h 337102"/>
              <a:gd name="connsiteX61" fmla="*/ 253685 w 337787"/>
              <a:gd name="connsiteY61" fmla="*/ 184832 h 337102"/>
              <a:gd name="connsiteX62" fmla="*/ 244698 w 337787"/>
              <a:gd name="connsiteY62" fmla="*/ 246927 h 337102"/>
              <a:gd name="connsiteX63" fmla="*/ 233942 w 337787"/>
              <a:gd name="connsiteY63" fmla="*/ 255524 h 337102"/>
              <a:gd name="connsiteX64" fmla="*/ 183311 w 337787"/>
              <a:gd name="connsiteY64" fmla="*/ 249049 h 337102"/>
              <a:gd name="connsiteX65" fmla="*/ 172909 w 337787"/>
              <a:gd name="connsiteY65" fmla="*/ 237126 h 337102"/>
              <a:gd name="connsiteX66" fmla="*/ 172909 w 337787"/>
              <a:gd name="connsiteY66" fmla="*/ 184655 h 337102"/>
              <a:gd name="connsiteX67" fmla="*/ 184585 w 337787"/>
              <a:gd name="connsiteY67" fmla="*/ 172944 h 337102"/>
              <a:gd name="connsiteX68" fmla="*/ 275940 w 337787"/>
              <a:gd name="connsiteY68" fmla="*/ 172873 h 337102"/>
              <a:gd name="connsiteX69" fmla="*/ 300919 w 337787"/>
              <a:gd name="connsiteY69" fmla="*/ 172979 h 337102"/>
              <a:gd name="connsiteX70" fmla="*/ 300919 w 337787"/>
              <a:gd name="connsiteY70" fmla="*/ 173015 h 337102"/>
              <a:gd name="connsiteX71" fmla="*/ 300848 w 337787"/>
              <a:gd name="connsiteY71" fmla="*/ 173050 h 337102"/>
              <a:gd name="connsiteX72" fmla="*/ 327137 w 337787"/>
              <a:gd name="connsiteY72" fmla="*/ 172979 h 337102"/>
              <a:gd name="connsiteX73" fmla="*/ 337681 w 337787"/>
              <a:gd name="connsiteY73" fmla="*/ 184054 h 337102"/>
              <a:gd name="connsiteX74" fmla="*/ 303219 w 337787"/>
              <a:gd name="connsiteY74" fmla="*/ 272118 h 337102"/>
              <a:gd name="connsiteX75" fmla="*/ 291826 w 337787"/>
              <a:gd name="connsiteY75" fmla="*/ 274913 h 337102"/>
              <a:gd name="connsiteX76" fmla="*/ 278700 w 337787"/>
              <a:gd name="connsiteY76" fmla="*/ 268863 h 337102"/>
              <a:gd name="connsiteX77" fmla="*/ 257471 w 337787"/>
              <a:gd name="connsiteY77" fmla="*/ 230050 h 337102"/>
              <a:gd name="connsiteX78" fmla="*/ 262530 w 337787"/>
              <a:gd name="connsiteY78" fmla="*/ 185823 h 337102"/>
              <a:gd name="connsiteX79" fmla="*/ 275940 w 337787"/>
              <a:gd name="connsiteY79" fmla="*/ 172873 h 337102"/>
              <a:gd name="connsiteX80" fmla="*/ 234508 w 337787"/>
              <a:gd name="connsiteY80" fmla="*/ 81731 h 337102"/>
              <a:gd name="connsiteX81" fmla="*/ 243990 w 337787"/>
              <a:gd name="connsiteY81" fmla="*/ 88418 h 337102"/>
              <a:gd name="connsiteX82" fmla="*/ 253578 w 337787"/>
              <a:gd name="connsiteY82" fmla="*/ 154263 h 337102"/>
              <a:gd name="connsiteX83" fmla="*/ 242999 w 337787"/>
              <a:gd name="connsiteY83" fmla="*/ 164099 h 337102"/>
              <a:gd name="connsiteX84" fmla="*/ 212854 w 337787"/>
              <a:gd name="connsiteY84" fmla="*/ 164064 h 337102"/>
              <a:gd name="connsiteX85" fmla="*/ 212854 w 337787"/>
              <a:gd name="connsiteY85" fmla="*/ 164028 h 337102"/>
              <a:gd name="connsiteX86" fmla="*/ 184018 w 337787"/>
              <a:gd name="connsiteY86" fmla="*/ 164099 h 337102"/>
              <a:gd name="connsiteX87" fmla="*/ 172979 w 337787"/>
              <a:gd name="connsiteY87" fmla="*/ 153202 h 337102"/>
              <a:gd name="connsiteX88" fmla="*/ 172979 w 337787"/>
              <a:gd name="connsiteY88" fmla="*/ 99457 h 337102"/>
              <a:gd name="connsiteX89" fmla="*/ 182639 w 337787"/>
              <a:gd name="connsiteY89" fmla="*/ 88418 h 337102"/>
              <a:gd name="connsiteX90" fmla="*/ 234508 w 337787"/>
              <a:gd name="connsiteY90" fmla="*/ 81731 h 337102"/>
              <a:gd name="connsiteX91" fmla="*/ 102995 w 337787"/>
              <a:gd name="connsiteY91" fmla="*/ 81696 h 337102"/>
              <a:gd name="connsiteX92" fmla="*/ 154864 w 337787"/>
              <a:gd name="connsiteY92" fmla="*/ 88453 h 337102"/>
              <a:gd name="connsiteX93" fmla="*/ 164028 w 337787"/>
              <a:gd name="connsiteY93" fmla="*/ 98537 h 337102"/>
              <a:gd name="connsiteX94" fmla="*/ 164063 w 337787"/>
              <a:gd name="connsiteY94" fmla="*/ 153626 h 337102"/>
              <a:gd name="connsiteX95" fmla="*/ 152564 w 337787"/>
              <a:gd name="connsiteY95" fmla="*/ 164064 h 337102"/>
              <a:gd name="connsiteX96" fmla="*/ 123729 w 337787"/>
              <a:gd name="connsiteY96" fmla="*/ 163993 h 337102"/>
              <a:gd name="connsiteX97" fmla="*/ 93583 w 337787"/>
              <a:gd name="connsiteY97" fmla="*/ 163993 h 337102"/>
              <a:gd name="connsiteX98" fmla="*/ 83429 w 337787"/>
              <a:gd name="connsiteY98" fmla="*/ 153732 h 337102"/>
              <a:gd name="connsiteX99" fmla="*/ 92734 w 337787"/>
              <a:gd name="connsiteY99" fmla="*/ 89126 h 337102"/>
              <a:gd name="connsiteX100" fmla="*/ 102995 w 337787"/>
              <a:gd name="connsiteY100" fmla="*/ 81696 h 337102"/>
              <a:gd name="connsiteX101" fmla="*/ 298282 w 337787"/>
              <a:gd name="connsiteY101" fmla="*/ 62235 h 337102"/>
              <a:gd name="connsiteX102" fmla="*/ 309658 w 337787"/>
              <a:gd name="connsiteY102" fmla="*/ 74442 h 337102"/>
              <a:gd name="connsiteX103" fmla="*/ 337468 w 337787"/>
              <a:gd name="connsiteY103" fmla="*/ 149981 h 337102"/>
              <a:gd name="connsiteX104" fmla="*/ 324907 w 337787"/>
              <a:gd name="connsiteY104" fmla="*/ 164169 h 337102"/>
              <a:gd name="connsiteX105" fmla="*/ 301314 w 337787"/>
              <a:gd name="connsiteY105" fmla="*/ 164028 h 337102"/>
              <a:gd name="connsiteX106" fmla="*/ 273781 w 337787"/>
              <a:gd name="connsiteY106" fmla="*/ 164063 h 337102"/>
              <a:gd name="connsiteX107" fmla="*/ 262565 w 337787"/>
              <a:gd name="connsiteY107" fmla="*/ 153130 h 337102"/>
              <a:gd name="connsiteX108" fmla="*/ 253189 w 337787"/>
              <a:gd name="connsiteY108" fmla="*/ 88488 h 337102"/>
              <a:gd name="connsiteX109" fmla="*/ 260867 w 337787"/>
              <a:gd name="connsiteY109" fmla="*/ 74796 h 337102"/>
              <a:gd name="connsiteX110" fmla="*/ 281706 w 337787"/>
              <a:gd name="connsiteY110" fmla="*/ 67012 h 337102"/>
              <a:gd name="connsiteX111" fmla="*/ 298282 w 337787"/>
              <a:gd name="connsiteY111" fmla="*/ 62235 h 337102"/>
              <a:gd name="connsiteX112" fmla="*/ 39084 w 337787"/>
              <a:gd name="connsiteY112" fmla="*/ 62072 h 337102"/>
              <a:gd name="connsiteX113" fmla="*/ 48154 w 337787"/>
              <a:gd name="connsiteY113" fmla="*/ 63686 h 337102"/>
              <a:gd name="connsiteX114" fmla="*/ 76141 w 337787"/>
              <a:gd name="connsiteY114" fmla="*/ 74902 h 337102"/>
              <a:gd name="connsiteX115" fmla="*/ 83783 w 337787"/>
              <a:gd name="connsiteY115" fmla="*/ 88595 h 337102"/>
              <a:gd name="connsiteX116" fmla="*/ 74443 w 337787"/>
              <a:gd name="connsiteY116" fmla="*/ 153343 h 337102"/>
              <a:gd name="connsiteX117" fmla="*/ 63014 w 337787"/>
              <a:gd name="connsiteY117" fmla="*/ 164064 h 337102"/>
              <a:gd name="connsiteX118" fmla="*/ 35 w 337787"/>
              <a:gd name="connsiteY118" fmla="*/ 163250 h 337102"/>
              <a:gd name="connsiteX119" fmla="*/ 35 w 337787"/>
              <a:gd name="connsiteY119" fmla="*/ 142198 h 337102"/>
              <a:gd name="connsiteX120" fmla="*/ 0 w 337787"/>
              <a:gd name="connsiteY120" fmla="*/ 142198 h 337102"/>
              <a:gd name="connsiteX121" fmla="*/ 31737 w 337787"/>
              <a:gd name="connsiteY121" fmla="*/ 67967 h 337102"/>
              <a:gd name="connsiteX122" fmla="*/ 39084 w 337787"/>
              <a:gd name="connsiteY122" fmla="*/ 62072 h 337102"/>
              <a:gd name="connsiteX123" fmla="*/ 126489 w 337787"/>
              <a:gd name="connsiteY123" fmla="*/ 5802 h 337102"/>
              <a:gd name="connsiteX124" fmla="*/ 126489 w 337787"/>
              <a:gd name="connsiteY124" fmla="*/ 5838 h 337102"/>
              <a:gd name="connsiteX125" fmla="*/ 106215 w 337787"/>
              <a:gd name="connsiteY125" fmla="*/ 33400 h 337102"/>
              <a:gd name="connsiteX126" fmla="*/ 93902 w 337787"/>
              <a:gd name="connsiteY126" fmla="*/ 57884 h 337102"/>
              <a:gd name="connsiteX127" fmla="*/ 76141 w 337787"/>
              <a:gd name="connsiteY127" fmla="*/ 65809 h 337102"/>
              <a:gd name="connsiteX128" fmla="*/ 54310 w 337787"/>
              <a:gd name="connsiteY128" fmla="*/ 56964 h 337102"/>
              <a:gd name="connsiteX129" fmla="*/ 51834 w 337787"/>
              <a:gd name="connsiteY129" fmla="*/ 44616 h 337102"/>
              <a:gd name="connsiteX130" fmla="*/ 119412 w 337787"/>
              <a:gd name="connsiteY130" fmla="*/ 5873 h 337102"/>
              <a:gd name="connsiteX131" fmla="*/ 126489 w 337787"/>
              <a:gd name="connsiteY131" fmla="*/ 5802 h 337102"/>
              <a:gd name="connsiteX132" fmla="*/ 211864 w 337787"/>
              <a:gd name="connsiteY132" fmla="*/ 4599 h 337102"/>
              <a:gd name="connsiteX133" fmla="*/ 286024 w 337787"/>
              <a:gd name="connsiteY133" fmla="*/ 45571 h 337102"/>
              <a:gd name="connsiteX134" fmla="*/ 283971 w 337787"/>
              <a:gd name="connsiteY134" fmla="*/ 56397 h 337102"/>
              <a:gd name="connsiteX135" fmla="*/ 280433 w 337787"/>
              <a:gd name="connsiteY135" fmla="*/ 58131 h 337102"/>
              <a:gd name="connsiteX136" fmla="*/ 237374 w 337787"/>
              <a:gd name="connsiteY136" fmla="*/ 44863 h 337102"/>
              <a:gd name="connsiteX137" fmla="*/ 224920 w 337787"/>
              <a:gd name="connsiteY137" fmla="*/ 24837 h 337102"/>
              <a:gd name="connsiteX138" fmla="*/ 211864 w 337787"/>
              <a:gd name="connsiteY138" fmla="*/ 4634 h 337102"/>
              <a:gd name="connsiteX139" fmla="*/ 173793 w 337787"/>
              <a:gd name="connsiteY139" fmla="*/ 0 h 337102"/>
              <a:gd name="connsiteX140" fmla="*/ 181683 w 337787"/>
              <a:gd name="connsiteY140" fmla="*/ 0 h 337102"/>
              <a:gd name="connsiteX141" fmla="*/ 235357 w 337787"/>
              <a:gd name="connsiteY141" fmla="*/ 63014 h 337102"/>
              <a:gd name="connsiteX142" fmla="*/ 228882 w 337787"/>
              <a:gd name="connsiteY142" fmla="*/ 73912 h 337102"/>
              <a:gd name="connsiteX143" fmla="*/ 184726 w 337787"/>
              <a:gd name="connsiteY143" fmla="*/ 79467 h 337102"/>
              <a:gd name="connsiteX144" fmla="*/ 172944 w 337787"/>
              <a:gd name="connsiteY144" fmla="*/ 68180 h 337102"/>
              <a:gd name="connsiteX145" fmla="*/ 173793 w 337787"/>
              <a:gd name="connsiteY145" fmla="*/ 0 h 337102"/>
              <a:gd name="connsiteX146" fmla="*/ 155395 w 337787"/>
              <a:gd name="connsiteY146" fmla="*/ 0 h 337102"/>
              <a:gd name="connsiteX147" fmla="*/ 163250 w 337787"/>
              <a:gd name="connsiteY147" fmla="*/ 0 h 337102"/>
              <a:gd name="connsiteX148" fmla="*/ 163993 w 337787"/>
              <a:gd name="connsiteY148" fmla="*/ 69489 h 337102"/>
              <a:gd name="connsiteX149" fmla="*/ 153626 w 337787"/>
              <a:gd name="connsiteY149" fmla="*/ 79431 h 337102"/>
              <a:gd name="connsiteX150" fmla="*/ 106887 w 337787"/>
              <a:gd name="connsiteY150" fmla="*/ 73558 h 337102"/>
              <a:gd name="connsiteX151" fmla="*/ 101721 w 337787"/>
              <a:gd name="connsiteY151" fmla="*/ 63014 h 337102"/>
              <a:gd name="connsiteX152" fmla="*/ 155395 w 337787"/>
              <a:gd name="connsiteY152" fmla="*/ 0 h 337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</a:cxnLst>
            <a:rect l="l" t="t" r="r" b="b"/>
            <a:pathLst>
              <a:path w="337787" h="337102">
                <a:moveTo>
                  <a:pt x="124018" y="330735"/>
                </a:moveTo>
                <a:lnTo>
                  <a:pt x="124047" y="330745"/>
                </a:lnTo>
                <a:lnTo>
                  <a:pt x="124047" y="330781"/>
                </a:lnTo>
                <a:close/>
                <a:moveTo>
                  <a:pt x="85177" y="270221"/>
                </a:moveTo>
                <a:cubicBezTo>
                  <a:pt x="89621" y="271809"/>
                  <a:pt x="92399" y="277620"/>
                  <a:pt x="97865" y="289278"/>
                </a:cubicBezTo>
                <a:lnTo>
                  <a:pt x="124018" y="330735"/>
                </a:lnTo>
                <a:lnTo>
                  <a:pt x="84221" y="316394"/>
                </a:lnTo>
                <a:cubicBezTo>
                  <a:pt x="72019" y="309658"/>
                  <a:pt x="60821" y="301096"/>
                  <a:pt x="50418" y="291083"/>
                </a:cubicBezTo>
                <a:cubicBezTo>
                  <a:pt x="46774" y="287580"/>
                  <a:pt x="47199" y="284077"/>
                  <a:pt x="51834" y="281636"/>
                </a:cubicBezTo>
                <a:cubicBezTo>
                  <a:pt x="55336" y="279796"/>
                  <a:pt x="58875" y="278062"/>
                  <a:pt x="62484" y="276506"/>
                </a:cubicBezTo>
                <a:cubicBezTo>
                  <a:pt x="74620" y="271270"/>
                  <a:pt x="80732" y="268634"/>
                  <a:pt x="85177" y="270221"/>
                </a:cubicBezTo>
                <a:close/>
                <a:moveTo>
                  <a:pt x="253862" y="269783"/>
                </a:moveTo>
                <a:cubicBezTo>
                  <a:pt x="264972" y="272578"/>
                  <a:pt x="275692" y="276328"/>
                  <a:pt x="285705" y="281954"/>
                </a:cubicBezTo>
                <a:cubicBezTo>
                  <a:pt x="288783" y="283688"/>
                  <a:pt x="290659" y="286483"/>
                  <a:pt x="287828" y="289420"/>
                </a:cubicBezTo>
                <a:cubicBezTo>
                  <a:pt x="267165" y="310967"/>
                  <a:pt x="242080" y="324589"/>
                  <a:pt x="212536" y="330957"/>
                </a:cubicBezTo>
                <a:lnTo>
                  <a:pt x="212501" y="330957"/>
                </a:lnTo>
                <a:cubicBezTo>
                  <a:pt x="226052" y="312559"/>
                  <a:pt x="238471" y="294196"/>
                  <a:pt x="246290" y="273073"/>
                </a:cubicBezTo>
                <a:cubicBezTo>
                  <a:pt x="247529" y="269747"/>
                  <a:pt x="250324" y="268863"/>
                  <a:pt x="253862" y="269783"/>
                </a:cubicBezTo>
                <a:close/>
                <a:moveTo>
                  <a:pt x="183877" y="257753"/>
                </a:moveTo>
                <a:cubicBezTo>
                  <a:pt x="199055" y="259558"/>
                  <a:pt x="214234" y="261398"/>
                  <a:pt x="229377" y="263662"/>
                </a:cubicBezTo>
                <a:cubicBezTo>
                  <a:pt x="233623" y="264299"/>
                  <a:pt x="238506" y="266103"/>
                  <a:pt x="235994" y="272331"/>
                </a:cubicBezTo>
                <a:cubicBezTo>
                  <a:pt x="226087" y="297027"/>
                  <a:pt x="214482" y="320555"/>
                  <a:pt x="189255" y="333505"/>
                </a:cubicBezTo>
                <a:cubicBezTo>
                  <a:pt x="176376" y="340121"/>
                  <a:pt x="173156" y="338034"/>
                  <a:pt x="172944" y="323704"/>
                </a:cubicBezTo>
                <a:cubicBezTo>
                  <a:pt x="172802" y="314930"/>
                  <a:pt x="172944" y="306191"/>
                  <a:pt x="172944" y="297416"/>
                </a:cubicBezTo>
                <a:cubicBezTo>
                  <a:pt x="172944" y="297416"/>
                  <a:pt x="172944" y="297416"/>
                  <a:pt x="172979" y="297416"/>
                </a:cubicBezTo>
                <a:lnTo>
                  <a:pt x="173015" y="297451"/>
                </a:lnTo>
                <a:cubicBezTo>
                  <a:pt x="173015" y="287828"/>
                  <a:pt x="173192" y="278168"/>
                  <a:pt x="172944" y="268545"/>
                </a:cubicBezTo>
                <a:cubicBezTo>
                  <a:pt x="172767" y="260832"/>
                  <a:pt x="175951" y="256798"/>
                  <a:pt x="183877" y="257753"/>
                </a:cubicBezTo>
                <a:close/>
                <a:moveTo>
                  <a:pt x="152282" y="257753"/>
                </a:moveTo>
                <a:cubicBezTo>
                  <a:pt x="160702" y="256727"/>
                  <a:pt x="164382" y="260513"/>
                  <a:pt x="164099" y="269005"/>
                </a:cubicBezTo>
                <a:cubicBezTo>
                  <a:pt x="163781" y="278628"/>
                  <a:pt x="164028" y="288287"/>
                  <a:pt x="164028" y="297911"/>
                </a:cubicBezTo>
                <a:cubicBezTo>
                  <a:pt x="164028" y="307535"/>
                  <a:pt x="163851" y="317194"/>
                  <a:pt x="164099" y="326818"/>
                </a:cubicBezTo>
                <a:cubicBezTo>
                  <a:pt x="164382" y="337397"/>
                  <a:pt x="159393" y="338706"/>
                  <a:pt x="150866" y="335062"/>
                </a:cubicBezTo>
                <a:cubicBezTo>
                  <a:pt x="134839" y="328198"/>
                  <a:pt x="123729" y="315991"/>
                  <a:pt x="115025" y="301485"/>
                </a:cubicBezTo>
                <a:cubicBezTo>
                  <a:pt x="110319" y="293630"/>
                  <a:pt x="106852" y="285032"/>
                  <a:pt x="102606" y="276895"/>
                </a:cubicBezTo>
                <a:cubicBezTo>
                  <a:pt x="98537" y="269075"/>
                  <a:pt x="100483" y="264370"/>
                  <a:pt x="109364" y="263167"/>
                </a:cubicBezTo>
                <a:cubicBezTo>
                  <a:pt x="123658" y="261256"/>
                  <a:pt x="137988" y="259487"/>
                  <a:pt x="152282" y="257753"/>
                </a:cubicBezTo>
                <a:close/>
                <a:moveTo>
                  <a:pt x="62873" y="173015"/>
                </a:moveTo>
                <a:cubicBezTo>
                  <a:pt x="70303" y="172874"/>
                  <a:pt x="74336" y="175669"/>
                  <a:pt x="74443" y="183594"/>
                </a:cubicBezTo>
                <a:cubicBezTo>
                  <a:pt x="74726" y="205955"/>
                  <a:pt x="78335" y="227892"/>
                  <a:pt x="83996" y="249474"/>
                </a:cubicBezTo>
                <a:cubicBezTo>
                  <a:pt x="85800" y="256374"/>
                  <a:pt x="83500" y="260230"/>
                  <a:pt x="76742" y="262283"/>
                </a:cubicBezTo>
                <a:cubicBezTo>
                  <a:pt x="70904" y="264016"/>
                  <a:pt x="65137" y="266104"/>
                  <a:pt x="59476" y="268474"/>
                </a:cubicBezTo>
                <a:cubicBezTo>
                  <a:pt x="36797" y="277992"/>
                  <a:pt x="36726" y="278098"/>
                  <a:pt x="23352" y="257046"/>
                </a:cubicBezTo>
                <a:cubicBezTo>
                  <a:pt x="11216" y="237975"/>
                  <a:pt x="5095" y="216605"/>
                  <a:pt x="0" y="194845"/>
                </a:cubicBezTo>
                <a:lnTo>
                  <a:pt x="0" y="173793"/>
                </a:lnTo>
                <a:cubicBezTo>
                  <a:pt x="20946" y="173546"/>
                  <a:pt x="41927" y="173404"/>
                  <a:pt x="62873" y="173015"/>
                </a:cubicBezTo>
                <a:close/>
                <a:moveTo>
                  <a:pt x="94716" y="172980"/>
                </a:moveTo>
                <a:cubicBezTo>
                  <a:pt x="113963" y="173263"/>
                  <a:pt x="133211" y="173263"/>
                  <a:pt x="152458" y="172980"/>
                </a:cubicBezTo>
                <a:cubicBezTo>
                  <a:pt x="160844" y="172874"/>
                  <a:pt x="164417" y="176341"/>
                  <a:pt x="164099" y="184691"/>
                </a:cubicBezTo>
                <a:cubicBezTo>
                  <a:pt x="163780" y="193430"/>
                  <a:pt x="164028" y="202170"/>
                  <a:pt x="164028" y="210944"/>
                </a:cubicBezTo>
                <a:cubicBezTo>
                  <a:pt x="164028" y="210944"/>
                  <a:pt x="164028" y="210944"/>
                  <a:pt x="164063" y="210944"/>
                </a:cubicBezTo>
                <a:cubicBezTo>
                  <a:pt x="164063" y="216181"/>
                  <a:pt x="164063" y="221452"/>
                  <a:pt x="164063" y="226689"/>
                </a:cubicBezTo>
                <a:cubicBezTo>
                  <a:pt x="164063" y="249121"/>
                  <a:pt x="164063" y="249475"/>
                  <a:pt x="141985" y="250430"/>
                </a:cubicBezTo>
                <a:cubicBezTo>
                  <a:pt x="129673" y="250961"/>
                  <a:pt x="117607" y="252624"/>
                  <a:pt x="105684" y="255242"/>
                </a:cubicBezTo>
                <a:cubicBezTo>
                  <a:pt x="98077" y="256905"/>
                  <a:pt x="94008" y="254180"/>
                  <a:pt x="92274" y="246927"/>
                </a:cubicBezTo>
                <a:cubicBezTo>
                  <a:pt x="87392" y="226512"/>
                  <a:pt x="83606" y="205955"/>
                  <a:pt x="83323" y="184833"/>
                </a:cubicBezTo>
                <a:cubicBezTo>
                  <a:pt x="83217" y="176589"/>
                  <a:pt x="86153" y="172838"/>
                  <a:pt x="94716" y="172980"/>
                </a:cubicBezTo>
                <a:close/>
                <a:moveTo>
                  <a:pt x="184585" y="172944"/>
                </a:moveTo>
                <a:cubicBezTo>
                  <a:pt x="194208" y="173262"/>
                  <a:pt x="203832" y="173015"/>
                  <a:pt x="213456" y="173015"/>
                </a:cubicBezTo>
                <a:lnTo>
                  <a:pt x="213456" y="173050"/>
                </a:lnTo>
                <a:cubicBezTo>
                  <a:pt x="223080" y="173050"/>
                  <a:pt x="232703" y="173298"/>
                  <a:pt x="242327" y="172979"/>
                </a:cubicBezTo>
                <a:cubicBezTo>
                  <a:pt x="250925" y="172661"/>
                  <a:pt x="253791" y="176588"/>
                  <a:pt x="253685" y="184832"/>
                </a:cubicBezTo>
                <a:cubicBezTo>
                  <a:pt x="253437" y="205955"/>
                  <a:pt x="249722" y="226511"/>
                  <a:pt x="244698" y="246927"/>
                </a:cubicBezTo>
                <a:cubicBezTo>
                  <a:pt x="243353" y="252375"/>
                  <a:pt x="240806" y="257187"/>
                  <a:pt x="233942" y="255524"/>
                </a:cubicBezTo>
                <a:cubicBezTo>
                  <a:pt x="217277" y="251526"/>
                  <a:pt x="200223" y="251066"/>
                  <a:pt x="183311" y="249049"/>
                </a:cubicBezTo>
                <a:cubicBezTo>
                  <a:pt x="175739" y="248165"/>
                  <a:pt x="172767" y="244698"/>
                  <a:pt x="172909" y="237126"/>
                </a:cubicBezTo>
                <a:cubicBezTo>
                  <a:pt x="173192" y="219647"/>
                  <a:pt x="173192" y="202134"/>
                  <a:pt x="172909" y="184655"/>
                </a:cubicBezTo>
                <a:cubicBezTo>
                  <a:pt x="172767" y="176305"/>
                  <a:pt x="176199" y="172696"/>
                  <a:pt x="184585" y="172944"/>
                </a:cubicBezTo>
                <a:close/>
                <a:moveTo>
                  <a:pt x="275940" y="172873"/>
                </a:moveTo>
                <a:cubicBezTo>
                  <a:pt x="284255" y="173333"/>
                  <a:pt x="292569" y="172979"/>
                  <a:pt x="300919" y="172979"/>
                </a:cubicBezTo>
                <a:cubicBezTo>
                  <a:pt x="300919" y="172979"/>
                  <a:pt x="300919" y="172979"/>
                  <a:pt x="300919" y="173015"/>
                </a:cubicBezTo>
                <a:lnTo>
                  <a:pt x="300848" y="173050"/>
                </a:lnTo>
                <a:cubicBezTo>
                  <a:pt x="309623" y="173050"/>
                  <a:pt x="318362" y="173227"/>
                  <a:pt x="327137" y="172979"/>
                </a:cubicBezTo>
                <a:cubicBezTo>
                  <a:pt x="334992" y="172767"/>
                  <a:pt x="338459" y="176234"/>
                  <a:pt x="337681" y="184054"/>
                </a:cubicBezTo>
                <a:cubicBezTo>
                  <a:pt x="334355" y="216605"/>
                  <a:pt x="323280" y="246113"/>
                  <a:pt x="303219" y="272118"/>
                </a:cubicBezTo>
                <a:cubicBezTo>
                  <a:pt x="300035" y="276258"/>
                  <a:pt x="296497" y="277213"/>
                  <a:pt x="291826" y="274913"/>
                </a:cubicBezTo>
                <a:cubicBezTo>
                  <a:pt x="287510" y="272790"/>
                  <a:pt x="283122" y="270809"/>
                  <a:pt x="278700" y="268863"/>
                </a:cubicBezTo>
                <a:cubicBezTo>
                  <a:pt x="261316" y="261244"/>
                  <a:pt x="254239" y="248307"/>
                  <a:pt x="257471" y="230050"/>
                </a:cubicBezTo>
                <a:cubicBezTo>
                  <a:pt x="260089" y="215402"/>
                  <a:pt x="262849" y="200754"/>
                  <a:pt x="262530" y="185823"/>
                </a:cubicBezTo>
                <a:cubicBezTo>
                  <a:pt x="262318" y="176164"/>
                  <a:pt x="266422" y="172342"/>
                  <a:pt x="275940" y="172873"/>
                </a:cubicBezTo>
                <a:close/>
                <a:moveTo>
                  <a:pt x="234508" y="81731"/>
                </a:moveTo>
                <a:cubicBezTo>
                  <a:pt x="240027" y="80953"/>
                  <a:pt x="242716" y="83642"/>
                  <a:pt x="243990" y="88418"/>
                </a:cubicBezTo>
                <a:cubicBezTo>
                  <a:pt x="249828" y="109965"/>
                  <a:pt x="253649" y="131831"/>
                  <a:pt x="253578" y="154263"/>
                </a:cubicBezTo>
                <a:cubicBezTo>
                  <a:pt x="253578" y="161764"/>
                  <a:pt x="249828" y="164205"/>
                  <a:pt x="242999" y="164099"/>
                </a:cubicBezTo>
                <a:cubicBezTo>
                  <a:pt x="232951" y="163922"/>
                  <a:pt x="222903" y="164064"/>
                  <a:pt x="212854" y="164064"/>
                </a:cubicBezTo>
                <a:lnTo>
                  <a:pt x="212854" y="164028"/>
                </a:lnTo>
                <a:cubicBezTo>
                  <a:pt x="203231" y="164028"/>
                  <a:pt x="193607" y="163851"/>
                  <a:pt x="184018" y="164099"/>
                </a:cubicBezTo>
                <a:cubicBezTo>
                  <a:pt x="176305" y="164311"/>
                  <a:pt x="172873" y="161056"/>
                  <a:pt x="172979" y="153202"/>
                </a:cubicBezTo>
                <a:cubicBezTo>
                  <a:pt x="173192" y="135299"/>
                  <a:pt x="173121" y="117360"/>
                  <a:pt x="172979" y="99457"/>
                </a:cubicBezTo>
                <a:cubicBezTo>
                  <a:pt x="172944" y="92699"/>
                  <a:pt x="175279" y="89197"/>
                  <a:pt x="182639" y="88418"/>
                </a:cubicBezTo>
                <a:cubicBezTo>
                  <a:pt x="199975" y="86614"/>
                  <a:pt x="217242" y="84137"/>
                  <a:pt x="234508" y="81731"/>
                </a:cubicBezTo>
                <a:close/>
                <a:moveTo>
                  <a:pt x="102995" y="81696"/>
                </a:moveTo>
                <a:cubicBezTo>
                  <a:pt x="120261" y="84208"/>
                  <a:pt x="137527" y="86543"/>
                  <a:pt x="154864" y="88453"/>
                </a:cubicBezTo>
                <a:cubicBezTo>
                  <a:pt x="161445" y="89196"/>
                  <a:pt x="164063" y="92204"/>
                  <a:pt x="164028" y="98537"/>
                </a:cubicBezTo>
                <a:cubicBezTo>
                  <a:pt x="163922" y="116900"/>
                  <a:pt x="163886" y="135263"/>
                  <a:pt x="164063" y="153626"/>
                </a:cubicBezTo>
                <a:cubicBezTo>
                  <a:pt x="164170" y="161799"/>
                  <a:pt x="159924" y="164205"/>
                  <a:pt x="152564" y="164064"/>
                </a:cubicBezTo>
                <a:cubicBezTo>
                  <a:pt x="142941" y="163851"/>
                  <a:pt x="133317" y="164028"/>
                  <a:pt x="123729" y="163993"/>
                </a:cubicBezTo>
                <a:cubicBezTo>
                  <a:pt x="113680" y="163993"/>
                  <a:pt x="103632" y="163851"/>
                  <a:pt x="93583" y="163993"/>
                </a:cubicBezTo>
                <a:cubicBezTo>
                  <a:pt x="86401" y="164134"/>
                  <a:pt x="83429" y="160879"/>
                  <a:pt x="83429" y="153732"/>
                </a:cubicBezTo>
                <a:cubicBezTo>
                  <a:pt x="83429" y="131725"/>
                  <a:pt x="87250" y="110319"/>
                  <a:pt x="92734" y="89126"/>
                </a:cubicBezTo>
                <a:cubicBezTo>
                  <a:pt x="94043" y="83995"/>
                  <a:pt x="96697" y="80776"/>
                  <a:pt x="102995" y="81696"/>
                </a:cubicBezTo>
                <a:close/>
                <a:moveTo>
                  <a:pt x="298282" y="62235"/>
                </a:moveTo>
                <a:cubicBezTo>
                  <a:pt x="301777" y="63146"/>
                  <a:pt x="304404" y="66888"/>
                  <a:pt x="309658" y="74442"/>
                </a:cubicBezTo>
                <a:cubicBezTo>
                  <a:pt x="325509" y="97192"/>
                  <a:pt x="333611" y="122773"/>
                  <a:pt x="337468" y="149981"/>
                </a:cubicBezTo>
                <a:cubicBezTo>
                  <a:pt x="338883" y="159888"/>
                  <a:pt x="335734" y="164948"/>
                  <a:pt x="324907" y="164169"/>
                </a:cubicBezTo>
                <a:lnTo>
                  <a:pt x="301314" y="164028"/>
                </a:lnTo>
                <a:lnTo>
                  <a:pt x="273781" y="164063"/>
                </a:lnTo>
                <a:cubicBezTo>
                  <a:pt x="266068" y="164275"/>
                  <a:pt x="262671" y="160843"/>
                  <a:pt x="262565" y="153130"/>
                </a:cubicBezTo>
                <a:cubicBezTo>
                  <a:pt x="262317" y="131194"/>
                  <a:pt x="258602" y="109682"/>
                  <a:pt x="253189" y="88488"/>
                </a:cubicBezTo>
                <a:cubicBezTo>
                  <a:pt x="251243" y="80952"/>
                  <a:pt x="253543" y="76989"/>
                  <a:pt x="260867" y="74796"/>
                </a:cubicBezTo>
                <a:cubicBezTo>
                  <a:pt x="267943" y="72637"/>
                  <a:pt x="274913" y="69948"/>
                  <a:pt x="281706" y="67012"/>
                </a:cubicBezTo>
                <a:cubicBezTo>
                  <a:pt x="290428" y="63243"/>
                  <a:pt x="294789" y="61324"/>
                  <a:pt x="298282" y="62235"/>
                </a:cubicBezTo>
                <a:close/>
                <a:moveTo>
                  <a:pt x="39084" y="62072"/>
                </a:moveTo>
                <a:cubicBezTo>
                  <a:pt x="41662" y="61369"/>
                  <a:pt x="44528" y="61917"/>
                  <a:pt x="48154" y="63686"/>
                </a:cubicBezTo>
                <a:cubicBezTo>
                  <a:pt x="57176" y="68074"/>
                  <a:pt x="66588" y="71789"/>
                  <a:pt x="76141" y="74902"/>
                </a:cubicBezTo>
                <a:cubicBezTo>
                  <a:pt x="83500" y="77308"/>
                  <a:pt x="85694" y="81059"/>
                  <a:pt x="83783" y="88595"/>
                </a:cubicBezTo>
                <a:cubicBezTo>
                  <a:pt x="78405" y="109824"/>
                  <a:pt x="74690" y="131371"/>
                  <a:pt x="74443" y="153343"/>
                </a:cubicBezTo>
                <a:cubicBezTo>
                  <a:pt x="74372" y="161233"/>
                  <a:pt x="70551" y="164205"/>
                  <a:pt x="63014" y="164064"/>
                </a:cubicBezTo>
                <a:cubicBezTo>
                  <a:pt x="42033" y="163674"/>
                  <a:pt x="21017" y="163497"/>
                  <a:pt x="35" y="163250"/>
                </a:cubicBezTo>
                <a:lnTo>
                  <a:pt x="35" y="142198"/>
                </a:lnTo>
                <a:lnTo>
                  <a:pt x="0" y="142198"/>
                </a:lnTo>
                <a:cubicBezTo>
                  <a:pt x="6227" y="115591"/>
                  <a:pt x="14825" y="90116"/>
                  <a:pt x="31737" y="67967"/>
                </a:cubicBezTo>
                <a:cubicBezTo>
                  <a:pt x="34214" y="64730"/>
                  <a:pt x="36505" y="62775"/>
                  <a:pt x="39084" y="62072"/>
                </a:cubicBezTo>
                <a:close/>
                <a:moveTo>
                  <a:pt x="126489" y="5802"/>
                </a:moveTo>
                <a:lnTo>
                  <a:pt x="126489" y="5838"/>
                </a:lnTo>
                <a:cubicBezTo>
                  <a:pt x="118882" y="16063"/>
                  <a:pt x="111947" y="24342"/>
                  <a:pt x="106215" y="33400"/>
                </a:cubicBezTo>
                <a:cubicBezTo>
                  <a:pt x="101332" y="41078"/>
                  <a:pt x="96910" y="49321"/>
                  <a:pt x="93902" y="57884"/>
                </a:cubicBezTo>
                <a:cubicBezTo>
                  <a:pt x="90470" y="67720"/>
                  <a:pt x="85163" y="69772"/>
                  <a:pt x="76141" y="65809"/>
                </a:cubicBezTo>
                <a:cubicBezTo>
                  <a:pt x="68958" y="62660"/>
                  <a:pt x="61634" y="59830"/>
                  <a:pt x="54310" y="56964"/>
                </a:cubicBezTo>
                <a:cubicBezTo>
                  <a:pt x="47057" y="54098"/>
                  <a:pt x="45677" y="50206"/>
                  <a:pt x="51834" y="44616"/>
                </a:cubicBezTo>
                <a:cubicBezTo>
                  <a:pt x="71506" y="26748"/>
                  <a:pt x="93655" y="13162"/>
                  <a:pt x="119412" y="5873"/>
                </a:cubicBezTo>
                <a:cubicBezTo>
                  <a:pt x="120898" y="5448"/>
                  <a:pt x="122632" y="5802"/>
                  <a:pt x="126489" y="5802"/>
                </a:cubicBezTo>
                <a:close/>
                <a:moveTo>
                  <a:pt x="211864" y="4599"/>
                </a:moveTo>
                <a:cubicBezTo>
                  <a:pt x="241832" y="11817"/>
                  <a:pt x="265255" y="26288"/>
                  <a:pt x="286024" y="45571"/>
                </a:cubicBezTo>
                <a:cubicBezTo>
                  <a:pt x="290871" y="50064"/>
                  <a:pt x="290128" y="53815"/>
                  <a:pt x="283971" y="56397"/>
                </a:cubicBezTo>
                <a:cubicBezTo>
                  <a:pt x="282768" y="56893"/>
                  <a:pt x="281601" y="57565"/>
                  <a:pt x="280433" y="58131"/>
                </a:cubicBezTo>
                <a:cubicBezTo>
                  <a:pt x="261304" y="67354"/>
                  <a:pt x="246951" y="62931"/>
                  <a:pt x="237374" y="44863"/>
                </a:cubicBezTo>
                <a:cubicBezTo>
                  <a:pt x="233659" y="37964"/>
                  <a:pt x="229024" y="31560"/>
                  <a:pt x="224920" y="24837"/>
                </a:cubicBezTo>
                <a:cubicBezTo>
                  <a:pt x="221099" y="18645"/>
                  <a:pt x="214199" y="14506"/>
                  <a:pt x="211864" y="4634"/>
                </a:cubicBezTo>
                <a:close/>
                <a:moveTo>
                  <a:pt x="173793" y="0"/>
                </a:moveTo>
                <a:lnTo>
                  <a:pt x="181683" y="0"/>
                </a:lnTo>
                <a:cubicBezTo>
                  <a:pt x="210413" y="11782"/>
                  <a:pt x="224354" y="36089"/>
                  <a:pt x="235357" y="63014"/>
                </a:cubicBezTo>
                <a:cubicBezTo>
                  <a:pt x="238223" y="70020"/>
                  <a:pt x="235074" y="73027"/>
                  <a:pt x="228882" y="73912"/>
                </a:cubicBezTo>
                <a:cubicBezTo>
                  <a:pt x="214199" y="75964"/>
                  <a:pt x="199445" y="77733"/>
                  <a:pt x="184726" y="79467"/>
                </a:cubicBezTo>
                <a:cubicBezTo>
                  <a:pt x="176341" y="80457"/>
                  <a:pt x="172767" y="76636"/>
                  <a:pt x="172944" y="68180"/>
                </a:cubicBezTo>
                <a:cubicBezTo>
                  <a:pt x="173404" y="45465"/>
                  <a:pt x="173510" y="22715"/>
                  <a:pt x="173793" y="0"/>
                </a:cubicBezTo>
                <a:close/>
                <a:moveTo>
                  <a:pt x="155395" y="0"/>
                </a:moveTo>
                <a:lnTo>
                  <a:pt x="163250" y="0"/>
                </a:lnTo>
                <a:cubicBezTo>
                  <a:pt x="163497" y="23175"/>
                  <a:pt x="163674" y="46350"/>
                  <a:pt x="163993" y="69489"/>
                </a:cubicBezTo>
                <a:cubicBezTo>
                  <a:pt x="164099" y="76707"/>
                  <a:pt x="160702" y="80245"/>
                  <a:pt x="153626" y="79431"/>
                </a:cubicBezTo>
                <a:cubicBezTo>
                  <a:pt x="138023" y="77662"/>
                  <a:pt x="122420" y="75787"/>
                  <a:pt x="106887" y="73558"/>
                </a:cubicBezTo>
                <a:cubicBezTo>
                  <a:pt x="100802" y="72674"/>
                  <a:pt x="99315" y="68888"/>
                  <a:pt x="101721" y="63014"/>
                </a:cubicBezTo>
                <a:cubicBezTo>
                  <a:pt x="112690" y="36054"/>
                  <a:pt x="126665" y="11782"/>
                  <a:pt x="155395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VI" dirty="0">
              <a:solidFill>
                <a:schemeClr val="accent1">
                  <a:lumMod val="40000"/>
                  <a:lumOff val="60000"/>
                </a:schemeClr>
              </a:solidFill>
              <a:latin typeface="Questrial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5259D6-115A-596E-09C9-E54C4012E9D3}"/>
              </a:ext>
            </a:extLst>
          </p:cNvPr>
          <p:cNvSpPr txBox="1"/>
          <p:nvPr/>
        </p:nvSpPr>
        <p:spPr>
          <a:xfrm>
            <a:off x="8734289" y="3475166"/>
            <a:ext cx="28100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600" dirty="0" smtClean="0">
                <a:solidFill>
                  <a:schemeClr val="accent2"/>
                </a:solidFill>
                <a:latin typeface="Questrial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  <a:hlinkClick r:id="rId3"/>
              </a:rPr>
              <a:t>katona.ruben@wmiskola.hu</a:t>
            </a:r>
            <a:endParaRPr lang="hu-HU" sz="1600" dirty="0" smtClean="0">
              <a:solidFill>
                <a:schemeClr val="accent2"/>
              </a:solidFill>
              <a:latin typeface="Questrial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  <a:p>
            <a:r>
              <a:rPr lang="hu-HU" sz="1600" dirty="0" smtClean="0">
                <a:solidFill>
                  <a:schemeClr val="accent2"/>
                </a:solidFill>
                <a:latin typeface="Questrial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  <a:hlinkClick r:id="rId4"/>
              </a:rPr>
              <a:t>p</a:t>
            </a:r>
            <a:r>
              <a:rPr lang="hu-HU" sz="1600" i="0" dirty="0" smtClean="0">
                <a:solidFill>
                  <a:schemeClr val="accent2"/>
                </a:solidFill>
                <a:effectLst/>
                <a:latin typeface="Questrial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  <a:hlinkClick r:id="rId4"/>
              </a:rPr>
              <a:t>app.gergely@wmiskola.hu</a:t>
            </a:r>
            <a:endParaRPr lang="hu-HU" sz="1600" dirty="0">
              <a:solidFill>
                <a:schemeClr val="accent2"/>
              </a:solidFill>
              <a:latin typeface="Questrial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  <a:p>
            <a:endParaRPr lang="hu-HU" sz="1600" i="0" dirty="0" smtClean="0">
              <a:solidFill>
                <a:schemeClr val="accent2"/>
              </a:solidFill>
              <a:effectLst/>
              <a:latin typeface="Questrial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B4E624C-6924-E2E8-3181-E144B539B665}"/>
              </a:ext>
            </a:extLst>
          </p:cNvPr>
          <p:cNvSpPr/>
          <p:nvPr/>
        </p:nvSpPr>
        <p:spPr>
          <a:xfrm>
            <a:off x="8820014" y="3152662"/>
            <a:ext cx="284022" cy="208203"/>
          </a:xfrm>
          <a:custGeom>
            <a:avLst/>
            <a:gdLst>
              <a:gd name="connsiteX0" fmla="*/ 223256 w 346478"/>
              <a:gd name="connsiteY0" fmla="*/ 133073 h 236626"/>
              <a:gd name="connsiteX1" fmla="*/ 232930 w 346478"/>
              <a:gd name="connsiteY1" fmla="*/ 138080 h 236626"/>
              <a:gd name="connsiteX2" fmla="*/ 321344 w 346478"/>
              <a:gd name="connsiteY2" fmla="*/ 224002 h 236626"/>
              <a:gd name="connsiteX3" fmla="*/ 326457 w 346478"/>
              <a:gd name="connsiteY3" fmla="*/ 232440 h 236626"/>
              <a:gd name="connsiteX4" fmla="*/ 315940 w 346478"/>
              <a:gd name="connsiteY4" fmla="*/ 236291 h 236626"/>
              <a:gd name="connsiteX5" fmla="*/ 217481 w 346478"/>
              <a:gd name="connsiteY5" fmla="*/ 236396 h 236626"/>
              <a:gd name="connsiteX6" fmla="*/ 171642 w 346478"/>
              <a:gd name="connsiteY6" fmla="*/ 236396 h 236626"/>
              <a:gd name="connsiteX7" fmla="*/ 32711 w 346478"/>
              <a:gd name="connsiteY7" fmla="*/ 236326 h 236626"/>
              <a:gd name="connsiteX8" fmla="*/ 19365 w 346478"/>
              <a:gd name="connsiteY8" fmla="*/ 232825 h 236626"/>
              <a:gd name="connsiteX9" fmla="*/ 26727 w 346478"/>
              <a:gd name="connsiteY9" fmla="*/ 221621 h 236626"/>
              <a:gd name="connsiteX10" fmla="*/ 111261 w 346478"/>
              <a:gd name="connsiteY10" fmla="*/ 139341 h 236626"/>
              <a:gd name="connsiteX11" fmla="*/ 131859 w 346478"/>
              <a:gd name="connsiteY11" fmla="*/ 139271 h 236626"/>
              <a:gd name="connsiteX12" fmla="*/ 150862 w 346478"/>
              <a:gd name="connsiteY12" fmla="*/ 157722 h 236626"/>
              <a:gd name="connsiteX13" fmla="*/ 194271 w 346478"/>
              <a:gd name="connsiteY13" fmla="*/ 158002 h 236626"/>
              <a:gd name="connsiteX14" fmla="*/ 214290 w 346478"/>
              <a:gd name="connsiteY14" fmla="*/ 138675 h 236626"/>
              <a:gd name="connsiteX15" fmla="*/ 223256 w 346478"/>
              <a:gd name="connsiteY15" fmla="*/ 133073 h 236626"/>
              <a:gd name="connsiteX16" fmla="*/ 342269 w 346478"/>
              <a:gd name="connsiteY16" fmla="*/ 19001 h 236626"/>
              <a:gd name="connsiteX17" fmla="*/ 346295 w 346478"/>
              <a:gd name="connsiteY17" fmla="*/ 30521 h 236626"/>
              <a:gd name="connsiteX18" fmla="*/ 346331 w 346478"/>
              <a:gd name="connsiteY18" fmla="*/ 119033 h 236626"/>
              <a:gd name="connsiteX19" fmla="*/ 346367 w 346478"/>
              <a:gd name="connsiteY19" fmla="*/ 119068 h 236626"/>
              <a:gd name="connsiteX20" fmla="*/ 346331 w 346478"/>
              <a:gd name="connsiteY20" fmla="*/ 204955 h 236626"/>
              <a:gd name="connsiteX21" fmla="*/ 342051 w 346478"/>
              <a:gd name="connsiteY21" fmla="*/ 217560 h 236626"/>
              <a:gd name="connsiteX22" fmla="*/ 331426 w 346478"/>
              <a:gd name="connsiteY22" fmla="*/ 210872 h 236626"/>
              <a:gd name="connsiteX23" fmla="*/ 245587 w 346478"/>
              <a:gd name="connsiteY23" fmla="*/ 128102 h 236626"/>
              <a:gd name="connsiteX24" fmla="*/ 244789 w 346478"/>
              <a:gd name="connsiteY24" fmla="*/ 109125 h 236626"/>
              <a:gd name="connsiteX25" fmla="*/ 332550 w 346478"/>
              <a:gd name="connsiteY25" fmla="*/ 24533 h 236626"/>
              <a:gd name="connsiteX26" fmla="*/ 342269 w 346478"/>
              <a:gd name="connsiteY26" fmla="*/ 19001 h 236626"/>
              <a:gd name="connsiteX27" fmla="*/ 6510 w 346478"/>
              <a:gd name="connsiteY27" fmla="*/ 18827 h 236626"/>
              <a:gd name="connsiteX28" fmla="*/ 11387 w 346478"/>
              <a:gd name="connsiteY28" fmla="*/ 23028 h 236626"/>
              <a:gd name="connsiteX29" fmla="*/ 101760 w 346478"/>
              <a:gd name="connsiteY29" fmla="*/ 110245 h 236626"/>
              <a:gd name="connsiteX30" fmla="*/ 101760 w 346478"/>
              <a:gd name="connsiteY30" fmla="*/ 126316 h 236626"/>
              <a:gd name="connsiteX31" fmla="*/ 11387 w 346478"/>
              <a:gd name="connsiteY31" fmla="*/ 213533 h 236626"/>
              <a:gd name="connsiteX32" fmla="*/ 0 w 346478"/>
              <a:gd name="connsiteY32" fmla="*/ 217314 h 236626"/>
              <a:gd name="connsiteX33" fmla="*/ 0 w 346478"/>
              <a:gd name="connsiteY33" fmla="*/ 19246 h 236626"/>
              <a:gd name="connsiteX34" fmla="*/ 6510 w 346478"/>
              <a:gd name="connsiteY34" fmla="*/ 18827 h 236626"/>
              <a:gd name="connsiteX35" fmla="*/ 186366 w 346478"/>
              <a:gd name="connsiteY35" fmla="*/ 94 h 236626"/>
              <a:gd name="connsiteX36" fmla="*/ 314381 w 346478"/>
              <a:gd name="connsiteY36" fmla="*/ 199 h 236626"/>
              <a:gd name="connsiteX37" fmla="*/ 326856 w 346478"/>
              <a:gd name="connsiteY37" fmla="*/ 4681 h 236626"/>
              <a:gd name="connsiteX38" fmla="*/ 326820 w 346478"/>
              <a:gd name="connsiteY38" fmla="*/ 4716 h 236626"/>
              <a:gd name="connsiteX39" fmla="*/ 321562 w 346478"/>
              <a:gd name="connsiteY39" fmla="*/ 12314 h 236626"/>
              <a:gd name="connsiteX40" fmla="*/ 186438 w 346478"/>
              <a:gd name="connsiteY40" fmla="*/ 143087 h 236626"/>
              <a:gd name="connsiteX41" fmla="*/ 158877 w 346478"/>
              <a:gd name="connsiteY41" fmla="*/ 142877 h 236626"/>
              <a:gd name="connsiteX42" fmla="*/ 25712 w 346478"/>
              <a:gd name="connsiteY42" fmla="*/ 13889 h 236626"/>
              <a:gd name="connsiteX43" fmla="*/ 19329 w 346478"/>
              <a:gd name="connsiteY43" fmla="*/ 3596 h 236626"/>
              <a:gd name="connsiteX44" fmla="*/ 31405 w 346478"/>
              <a:gd name="connsiteY44" fmla="*/ 164 h 236626"/>
              <a:gd name="connsiteX45" fmla="*/ 186366 w 346478"/>
              <a:gd name="connsiteY45" fmla="*/ 94 h 236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346478" h="236626">
                <a:moveTo>
                  <a:pt x="223256" y="133073"/>
                </a:moveTo>
                <a:cubicBezTo>
                  <a:pt x="226212" y="132890"/>
                  <a:pt x="229285" y="134474"/>
                  <a:pt x="232930" y="138080"/>
                </a:cubicBezTo>
                <a:cubicBezTo>
                  <a:pt x="262123" y="166966"/>
                  <a:pt x="291860" y="195361"/>
                  <a:pt x="321344" y="224002"/>
                </a:cubicBezTo>
                <a:cubicBezTo>
                  <a:pt x="323774" y="226383"/>
                  <a:pt x="327835" y="228624"/>
                  <a:pt x="326457" y="232440"/>
                </a:cubicBezTo>
                <a:cubicBezTo>
                  <a:pt x="324825" y="236992"/>
                  <a:pt x="319857" y="236256"/>
                  <a:pt x="315940" y="236291"/>
                </a:cubicBezTo>
                <a:cubicBezTo>
                  <a:pt x="283120" y="236396"/>
                  <a:pt x="250301" y="236361"/>
                  <a:pt x="217481" y="236396"/>
                </a:cubicBezTo>
                <a:lnTo>
                  <a:pt x="171642" y="236396"/>
                </a:lnTo>
                <a:cubicBezTo>
                  <a:pt x="125331" y="236396"/>
                  <a:pt x="79021" y="236431"/>
                  <a:pt x="32711" y="236326"/>
                </a:cubicBezTo>
                <a:cubicBezTo>
                  <a:pt x="27996" y="236326"/>
                  <a:pt x="21577" y="238147"/>
                  <a:pt x="19365" y="232825"/>
                </a:cubicBezTo>
                <a:cubicBezTo>
                  <a:pt x="17153" y="227433"/>
                  <a:pt x="23499" y="224807"/>
                  <a:pt x="26727" y="221621"/>
                </a:cubicBezTo>
                <a:cubicBezTo>
                  <a:pt x="54832" y="194136"/>
                  <a:pt x="83373" y="167071"/>
                  <a:pt x="111261" y="139341"/>
                </a:cubicBezTo>
                <a:cubicBezTo>
                  <a:pt x="118985" y="131638"/>
                  <a:pt x="124534" y="130867"/>
                  <a:pt x="131859" y="139271"/>
                </a:cubicBezTo>
                <a:cubicBezTo>
                  <a:pt x="137625" y="145888"/>
                  <a:pt x="144226" y="151875"/>
                  <a:pt x="150862" y="157722"/>
                </a:cubicBezTo>
                <a:cubicBezTo>
                  <a:pt x="165005" y="170117"/>
                  <a:pt x="180092" y="170257"/>
                  <a:pt x="194271" y="158002"/>
                </a:cubicBezTo>
                <a:cubicBezTo>
                  <a:pt x="201307" y="151945"/>
                  <a:pt x="208052" y="145503"/>
                  <a:pt x="214290" y="138675"/>
                </a:cubicBezTo>
                <a:cubicBezTo>
                  <a:pt x="217463" y="135209"/>
                  <a:pt x="220301" y="133257"/>
                  <a:pt x="223256" y="133073"/>
                </a:cubicBezTo>
                <a:close/>
                <a:moveTo>
                  <a:pt x="342269" y="19001"/>
                </a:moveTo>
                <a:cubicBezTo>
                  <a:pt x="347237" y="20962"/>
                  <a:pt x="346295" y="26284"/>
                  <a:pt x="346295" y="30521"/>
                </a:cubicBezTo>
                <a:cubicBezTo>
                  <a:pt x="346367" y="60036"/>
                  <a:pt x="346331" y="89517"/>
                  <a:pt x="346331" y="119033"/>
                </a:cubicBezTo>
                <a:lnTo>
                  <a:pt x="346367" y="119068"/>
                </a:lnTo>
                <a:cubicBezTo>
                  <a:pt x="346367" y="147709"/>
                  <a:pt x="346440" y="176349"/>
                  <a:pt x="346331" y="204955"/>
                </a:cubicBezTo>
                <a:cubicBezTo>
                  <a:pt x="346331" y="209577"/>
                  <a:pt x="347709" y="215669"/>
                  <a:pt x="342051" y="217560"/>
                </a:cubicBezTo>
                <a:cubicBezTo>
                  <a:pt x="337228" y="219170"/>
                  <a:pt x="334472" y="213813"/>
                  <a:pt x="331426" y="210872"/>
                </a:cubicBezTo>
                <a:cubicBezTo>
                  <a:pt x="302777" y="183317"/>
                  <a:pt x="274417" y="155482"/>
                  <a:pt x="245587" y="128102"/>
                </a:cubicBezTo>
                <a:cubicBezTo>
                  <a:pt x="238551" y="121414"/>
                  <a:pt x="236665" y="116757"/>
                  <a:pt x="244789" y="109125"/>
                </a:cubicBezTo>
                <a:cubicBezTo>
                  <a:pt x="274381" y="81254"/>
                  <a:pt x="303284" y="52719"/>
                  <a:pt x="332550" y="24533"/>
                </a:cubicBezTo>
                <a:cubicBezTo>
                  <a:pt x="335270" y="21907"/>
                  <a:pt x="337772" y="17216"/>
                  <a:pt x="342269" y="19001"/>
                </a:cubicBezTo>
                <a:close/>
                <a:moveTo>
                  <a:pt x="6510" y="18827"/>
                </a:moveTo>
                <a:cubicBezTo>
                  <a:pt x="8296" y="19781"/>
                  <a:pt x="9810" y="21505"/>
                  <a:pt x="11387" y="23028"/>
                </a:cubicBezTo>
                <a:cubicBezTo>
                  <a:pt x="41487" y="52123"/>
                  <a:pt x="71442" y="81324"/>
                  <a:pt x="101760" y="110245"/>
                </a:cubicBezTo>
                <a:cubicBezTo>
                  <a:pt x="107961" y="116162"/>
                  <a:pt x="107961" y="120399"/>
                  <a:pt x="101760" y="126316"/>
                </a:cubicBezTo>
                <a:cubicBezTo>
                  <a:pt x="71478" y="155236"/>
                  <a:pt x="41487" y="184437"/>
                  <a:pt x="11387" y="213533"/>
                </a:cubicBezTo>
                <a:cubicBezTo>
                  <a:pt x="8268" y="216544"/>
                  <a:pt x="5367" y="220430"/>
                  <a:pt x="0" y="217314"/>
                </a:cubicBezTo>
                <a:lnTo>
                  <a:pt x="0" y="19246"/>
                </a:lnTo>
                <a:cubicBezTo>
                  <a:pt x="2666" y="17688"/>
                  <a:pt x="4724" y="17872"/>
                  <a:pt x="6510" y="18827"/>
                </a:cubicBezTo>
                <a:close/>
                <a:moveTo>
                  <a:pt x="186366" y="94"/>
                </a:moveTo>
                <a:cubicBezTo>
                  <a:pt x="229049" y="94"/>
                  <a:pt x="271697" y="59"/>
                  <a:pt x="314381" y="199"/>
                </a:cubicBezTo>
                <a:cubicBezTo>
                  <a:pt x="318950" y="199"/>
                  <a:pt x="324571" y="-1201"/>
                  <a:pt x="326856" y="4681"/>
                </a:cubicBezTo>
                <a:lnTo>
                  <a:pt x="326820" y="4716"/>
                </a:lnTo>
                <a:cubicBezTo>
                  <a:pt x="326421" y="8357"/>
                  <a:pt x="323737" y="10213"/>
                  <a:pt x="321562" y="12314"/>
                </a:cubicBezTo>
                <a:cubicBezTo>
                  <a:pt x="276557" y="55940"/>
                  <a:pt x="231588" y="99601"/>
                  <a:pt x="186438" y="143087"/>
                </a:cubicBezTo>
                <a:cubicBezTo>
                  <a:pt x="175994" y="153136"/>
                  <a:pt x="169394" y="153031"/>
                  <a:pt x="158877" y="142877"/>
                </a:cubicBezTo>
                <a:cubicBezTo>
                  <a:pt x="114380" y="99986"/>
                  <a:pt x="69991" y="56990"/>
                  <a:pt x="25712" y="13889"/>
                </a:cubicBezTo>
                <a:cubicBezTo>
                  <a:pt x="22774" y="11053"/>
                  <a:pt x="17117" y="8637"/>
                  <a:pt x="19329" y="3596"/>
                </a:cubicBezTo>
                <a:cubicBezTo>
                  <a:pt x="21432" y="-1201"/>
                  <a:pt x="27126" y="199"/>
                  <a:pt x="31405" y="164"/>
                </a:cubicBezTo>
                <a:cubicBezTo>
                  <a:pt x="83047" y="59"/>
                  <a:pt x="134688" y="94"/>
                  <a:pt x="186366" y="94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VI" dirty="0">
              <a:solidFill>
                <a:schemeClr val="accent1">
                  <a:lumMod val="40000"/>
                  <a:lumOff val="60000"/>
                </a:schemeClr>
              </a:solidFill>
              <a:latin typeface="Questrial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9629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  <p:bldP spid="14" grpId="0"/>
      <p:bldP spid="15" grpId="0" animBg="1"/>
      <p:bldP spid="16" grpId="0"/>
      <p:bldP spid="17" grpId="0" animBg="1"/>
    </p:bldLst>
  </p:timing>
</p:sld>
</file>

<file path=ppt/theme/theme1.xml><?xml version="1.0" encoding="utf-8"?>
<a:theme xmlns:a="http://schemas.openxmlformats.org/drawingml/2006/main" name="F1_race_Theme">
  <a:themeElements>
    <a:clrScheme name="Custom 35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BF2121"/>
      </a:accent1>
      <a:accent2>
        <a:srgbClr val="F2F2F2"/>
      </a:accent2>
      <a:accent3>
        <a:srgbClr val="0C0C0C"/>
      </a:accent3>
      <a:accent4>
        <a:srgbClr val="BD392F"/>
      </a:accent4>
      <a:accent5>
        <a:srgbClr val="F2F2F2"/>
      </a:accent5>
      <a:accent6>
        <a:srgbClr val="0C0C0C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FF0000"/>
        </a:solidFill>
        <a:ln>
          <a:noFill/>
        </a:ln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>
          <a:defRPr/>
        </a:defPPr>
      </a:lstStyle>
    </a:spDef>
    <a:txDef>
      <a:spPr>
        <a:noFill/>
      </a:spPr>
      <a:bodyPr wrap="none" rtlCol="0">
        <a:spAutoFit/>
      </a:bodyPr>
      <a:lstStyle>
        <a:defPPr>
          <a:defRPr dirty="0" smtClean="0">
            <a:solidFill>
              <a:schemeClr val="bg1"/>
            </a:solidFill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ketchbubble_MC1_Theme" id="{686A07EB-2B9E-48A0-8CCC-5BAD4BE0E238}" vid="{660E79CE-BC43-44FF-8C21-A88327A3572F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Sketchbubble_MC1_Theme</Template>
  <TotalTime>2237</TotalTime>
  <Words>605</Words>
  <Application>Microsoft Office PowerPoint</Application>
  <PresentationFormat>Szélesvásznú</PresentationFormat>
  <Paragraphs>61</Paragraphs>
  <Slides>10</Slides>
  <Notes>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9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20" baseType="lpstr">
      <vt:lpstr>Arial</vt:lpstr>
      <vt:lpstr>Roboto Condensed Medium</vt:lpstr>
      <vt:lpstr>Arial Black</vt:lpstr>
      <vt:lpstr>Varela Round</vt:lpstr>
      <vt:lpstr>Calibri</vt:lpstr>
      <vt:lpstr>Poppins SemiBold</vt:lpstr>
      <vt:lpstr>Racing Sans One</vt:lpstr>
      <vt:lpstr>Questrial</vt:lpstr>
      <vt:lpstr>Poppins Medium</vt:lpstr>
      <vt:lpstr>F1_race_Theme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Ashish Arora</dc:creator>
  <cp:lastModifiedBy>Ruben Nem</cp:lastModifiedBy>
  <cp:revision>196</cp:revision>
  <dcterms:created xsi:type="dcterms:W3CDTF">2021-01-08T08:29:29Z</dcterms:created>
  <dcterms:modified xsi:type="dcterms:W3CDTF">2026-05-11T12:19:17Z</dcterms:modified>
</cp:coreProperties>
</file>